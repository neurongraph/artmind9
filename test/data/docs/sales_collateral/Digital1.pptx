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1.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5.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3" r:id="rId2"/>
    <p:sldMasterId id="2147483703" r:id="rId3"/>
    <p:sldMasterId id="2147483730" r:id="rId4"/>
    <p:sldMasterId id="2147483767" r:id="rId5"/>
    <p:sldMasterId id="2147483674" r:id="rId6"/>
  </p:sldMasterIdLst>
  <p:notesMasterIdLst>
    <p:notesMasterId r:id="rId13"/>
  </p:notesMasterIdLst>
  <p:sldIdLst>
    <p:sldId id="141168441" r:id="rId7"/>
    <p:sldId id="2142534299" r:id="rId8"/>
    <p:sldId id="258" r:id="rId9"/>
    <p:sldId id="2146846682" r:id="rId10"/>
    <p:sldId id="2142534296" r:id="rId11"/>
    <p:sldId id="214253384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ABF7AC-5FF3-4846-8486-1362904280EC}" v="7" dt="2025-01-17T03:15:47.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58"/>
  </p:normalViewPr>
  <p:slideViewPr>
    <p:cSldViewPr snapToGrid="0">
      <p:cViewPr varScale="1">
        <p:scale>
          <a:sx n="116" d="100"/>
          <a:sy n="116" d="100"/>
        </p:scale>
        <p:origin x="9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8FD259-8B70-4F03-B3FB-07758FAB79A6}"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US"/>
        </a:p>
      </dgm:t>
    </dgm:pt>
    <dgm:pt modelId="{BF902B2C-768E-4A70-9A76-12DC3EAE6DC2}">
      <dgm:prSet phldrT="[Text]"/>
      <dgm:spPr>
        <a:solidFill>
          <a:srgbClr val="E07227"/>
        </a:solidFill>
      </dgm:spPr>
      <dgm:t>
        <a:bodyPr/>
        <a:lstStyle/>
        <a:p>
          <a:endParaRPr lang="en-US" dirty="0"/>
        </a:p>
      </dgm:t>
    </dgm:pt>
    <dgm:pt modelId="{2BA8D1FE-6CE3-4D63-BF59-26CD85956A35}" type="parTrans" cxnId="{F0C1F63C-BE52-4D4C-9D68-7BA41E858E0A}">
      <dgm:prSet/>
      <dgm:spPr/>
      <dgm:t>
        <a:bodyPr/>
        <a:lstStyle/>
        <a:p>
          <a:endParaRPr lang="en-US"/>
        </a:p>
      </dgm:t>
    </dgm:pt>
    <dgm:pt modelId="{96F54A32-0BFF-4C45-B55F-8F31751E0CC9}" type="sibTrans" cxnId="{F0C1F63C-BE52-4D4C-9D68-7BA41E858E0A}">
      <dgm:prSet/>
      <dgm:spPr/>
      <dgm:t>
        <a:bodyPr/>
        <a:lstStyle/>
        <a:p>
          <a:endParaRPr lang="en-US"/>
        </a:p>
      </dgm:t>
    </dgm:pt>
    <dgm:pt modelId="{63E47D3C-AD90-4D08-8C10-243749A6FB3A}">
      <dgm:prSet phldrT="[Text]"/>
      <dgm:spPr>
        <a:solidFill>
          <a:srgbClr val="70A34D"/>
        </a:solidFill>
      </dgm:spPr>
      <dgm:t>
        <a:bodyPr/>
        <a:lstStyle/>
        <a:p>
          <a:endParaRPr lang="en-US" dirty="0"/>
        </a:p>
      </dgm:t>
    </dgm:pt>
    <dgm:pt modelId="{74216411-3B71-400A-89FE-A9E4A433E021}" type="parTrans" cxnId="{9AFE8BC0-D86B-41D6-899A-F11136988314}">
      <dgm:prSet/>
      <dgm:spPr/>
      <dgm:t>
        <a:bodyPr/>
        <a:lstStyle/>
        <a:p>
          <a:endParaRPr lang="en-US"/>
        </a:p>
      </dgm:t>
    </dgm:pt>
    <dgm:pt modelId="{E5EE2E8A-9AFA-4289-95F8-33E6F80488BE}" type="sibTrans" cxnId="{9AFE8BC0-D86B-41D6-899A-F11136988314}">
      <dgm:prSet/>
      <dgm:spPr/>
      <dgm:t>
        <a:bodyPr/>
        <a:lstStyle/>
        <a:p>
          <a:endParaRPr lang="en-US"/>
        </a:p>
      </dgm:t>
    </dgm:pt>
    <dgm:pt modelId="{2603E582-0F43-488F-A42E-B642F9DA4600}">
      <dgm:prSet phldrT="[Text]"/>
      <dgm:spPr>
        <a:solidFill>
          <a:srgbClr val="315594"/>
        </a:solidFill>
      </dgm:spPr>
      <dgm:t>
        <a:bodyPr/>
        <a:lstStyle/>
        <a:p>
          <a:endParaRPr lang="en-US" dirty="0"/>
        </a:p>
      </dgm:t>
    </dgm:pt>
    <dgm:pt modelId="{5D383C3E-85AB-48EB-AECF-821DA094A02F}" type="parTrans" cxnId="{BBF81148-7891-49E8-9DE0-074ABAF97C67}">
      <dgm:prSet/>
      <dgm:spPr/>
      <dgm:t>
        <a:bodyPr/>
        <a:lstStyle/>
        <a:p>
          <a:endParaRPr lang="en-US"/>
        </a:p>
      </dgm:t>
    </dgm:pt>
    <dgm:pt modelId="{647D01BE-8C52-4E4A-8E2A-E8AD776B2700}" type="sibTrans" cxnId="{BBF81148-7891-49E8-9DE0-074ABAF97C67}">
      <dgm:prSet/>
      <dgm:spPr/>
      <dgm:t>
        <a:bodyPr/>
        <a:lstStyle/>
        <a:p>
          <a:endParaRPr lang="en-US"/>
        </a:p>
      </dgm:t>
    </dgm:pt>
    <dgm:pt modelId="{373099FC-17AD-4984-98DE-C6E239A4FD11}">
      <dgm:prSet phldrT="[Text]"/>
      <dgm:spPr>
        <a:solidFill>
          <a:srgbClr val="B78B02"/>
        </a:solidFill>
      </dgm:spPr>
      <dgm:t>
        <a:bodyPr/>
        <a:lstStyle/>
        <a:p>
          <a:endParaRPr lang="en-US" dirty="0"/>
        </a:p>
      </dgm:t>
    </dgm:pt>
    <dgm:pt modelId="{FB239DCB-32FB-47E7-A9BE-819E714388EF}" type="parTrans" cxnId="{57D1E8EC-3B38-4476-B0EC-5CEF3CA6E35A}">
      <dgm:prSet/>
      <dgm:spPr/>
      <dgm:t>
        <a:bodyPr/>
        <a:lstStyle/>
        <a:p>
          <a:endParaRPr lang="en-US"/>
        </a:p>
      </dgm:t>
    </dgm:pt>
    <dgm:pt modelId="{7DE80E63-282A-467D-8941-8557943C727D}" type="sibTrans" cxnId="{57D1E8EC-3B38-4476-B0EC-5CEF3CA6E35A}">
      <dgm:prSet/>
      <dgm:spPr/>
      <dgm:t>
        <a:bodyPr/>
        <a:lstStyle/>
        <a:p>
          <a:endParaRPr lang="en-US"/>
        </a:p>
      </dgm:t>
    </dgm:pt>
    <dgm:pt modelId="{462F6F3D-F7BD-45DD-8653-3757C9CEB34B}" type="pres">
      <dgm:prSet presAssocID="{0A8FD259-8B70-4F03-B3FB-07758FAB79A6}" presName="cycleMatrixDiagram" presStyleCnt="0">
        <dgm:presLayoutVars>
          <dgm:chMax val="1"/>
          <dgm:dir/>
          <dgm:animLvl val="lvl"/>
          <dgm:resizeHandles val="exact"/>
        </dgm:presLayoutVars>
      </dgm:prSet>
      <dgm:spPr/>
    </dgm:pt>
    <dgm:pt modelId="{0CD526A9-6BE2-4EAF-AE5A-F69E9CA5B056}" type="pres">
      <dgm:prSet presAssocID="{0A8FD259-8B70-4F03-B3FB-07758FAB79A6}" presName="children" presStyleCnt="0"/>
      <dgm:spPr/>
    </dgm:pt>
    <dgm:pt modelId="{0B971E79-B616-4060-93BC-9F5760B2336E}" type="pres">
      <dgm:prSet presAssocID="{0A8FD259-8B70-4F03-B3FB-07758FAB79A6}" presName="childPlaceholder" presStyleCnt="0"/>
      <dgm:spPr/>
    </dgm:pt>
    <dgm:pt modelId="{AFDE3CB7-3F88-4ADC-9C29-96ECC200AE8E}" type="pres">
      <dgm:prSet presAssocID="{0A8FD259-8B70-4F03-B3FB-07758FAB79A6}" presName="circle" presStyleCnt="0"/>
      <dgm:spPr/>
    </dgm:pt>
    <dgm:pt modelId="{A33FF147-4BB3-4365-85BC-81599C1FEC0A}" type="pres">
      <dgm:prSet presAssocID="{0A8FD259-8B70-4F03-B3FB-07758FAB79A6}" presName="quadrant1" presStyleLbl="node1" presStyleIdx="0" presStyleCnt="4" custLinFactNeighborX="-1218" custLinFactNeighborY="2030">
        <dgm:presLayoutVars>
          <dgm:chMax val="1"/>
          <dgm:bulletEnabled val="1"/>
        </dgm:presLayoutVars>
      </dgm:prSet>
      <dgm:spPr/>
    </dgm:pt>
    <dgm:pt modelId="{3876697C-A0DF-4944-8966-4B62010ACD18}" type="pres">
      <dgm:prSet presAssocID="{0A8FD259-8B70-4F03-B3FB-07758FAB79A6}" presName="quadrant2" presStyleLbl="node1" presStyleIdx="1" presStyleCnt="4">
        <dgm:presLayoutVars>
          <dgm:chMax val="1"/>
          <dgm:bulletEnabled val="1"/>
        </dgm:presLayoutVars>
      </dgm:prSet>
      <dgm:spPr/>
    </dgm:pt>
    <dgm:pt modelId="{1A462174-5F9F-4D1B-B8A5-B797E4D5D8CF}" type="pres">
      <dgm:prSet presAssocID="{0A8FD259-8B70-4F03-B3FB-07758FAB79A6}" presName="quadrant3" presStyleLbl="node1" presStyleIdx="2" presStyleCnt="4">
        <dgm:presLayoutVars>
          <dgm:chMax val="1"/>
          <dgm:bulletEnabled val="1"/>
        </dgm:presLayoutVars>
      </dgm:prSet>
      <dgm:spPr/>
    </dgm:pt>
    <dgm:pt modelId="{9695F9D1-BA32-4746-B042-8008A9154233}" type="pres">
      <dgm:prSet presAssocID="{0A8FD259-8B70-4F03-B3FB-07758FAB79A6}" presName="quadrant4" presStyleLbl="node1" presStyleIdx="3" presStyleCnt="4">
        <dgm:presLayoutVars>
          <dgm:chMax val="1"/>
          <dgm:bulletEnabled val="1"/>
        </dgm:presLayoutVars>
      </dgm:prSet>
      <dgm:spPr/>
    </dgm:pt>
    <dgm:pt modelId="{F0E6E372-3FEB-4493-970E-DE18EE464B6C}" type="pres">
      <dgm:prSet presAssocID="{0A8FD259-8B70-4F03-B3FB-07758FAB79A6}" presName="quadrantPlaceholder" presStyleCnt="0"/>
      <dgm:spPr/>
    </dgm:pt>
    <dgm:pt modelId="{EAEA5641-958A-4C7A-8C96-85DE900E5D4C}" type="pres">
      <dgm:prSet presAssocID="{0A8FD259-8B70-4F03-B3FB-07758FAB79A6}" presName="center1" presStyleLbl="fgShp" presStyleIdx="0" presStyleCnt="2"/>
      <dgm:spPr/>
    </dgm:pt>
    <dgm:pt modelId="{50C190F9-B4D2-484B-9162-0594EFEF3F65}" type="pres">
      <dgm:prSet presAssocID="{0A8FD259-8B70-4F03-B3FB-07758FAB79A6}" presName="center2" presStyleLbl="fgShp" presStyleIdx="1" presStyleCnt="2"/>
      <dgm:spPr/>
    </dgm:pt>
  </dgm:ptLst>
  <dgm:cxnLst>
    <dgm:cxn modelId="{F9E03239-1EE0-435E-91A2-5B57D2F2E377}" type="presOf" srcId="{BF902B2C-768E-4A70-9A76-12DC3EAE6DC2}" destId="{A33FF147-4BB3-4365-85BC-81599C1FEC0A}" srcOrd="0" destOrd="0" presId="urn:microsoft.com/office/officeart/2005/8/layout/cycle4"/>
    <dgm:cxn modelId="{F0C1F63C-BE52-4D4C-9D68-7BA41E858E0A}" srcId="{0A8FD259-8B70-4F03-B3FB-07758FAB79A6}" destId="{BF902B2C-768E-4A70-9A76-12DC3EAE6DC2}" srcOrd="0" destOrd="0" parTransId="{2BA8D1FE-6CE3-4D63-BF59-26CD85956A35}" sibTransId="{96F54A32-0BFF-4C45-B55F-8F31751E0CC9}"/>
    <dgm:cxn modelId="{BBF81148-7891-49E8-9DE0-074ABAF97C67}" srcId="{0A8FD259-8B70-4F03-B3FB-07758FAB79A6}" destId="{2603E582-0F43-488F-A42E-B642F9DA4600}" srcOrd="2" destOrd="0" parTransId="{5D383C3E-85AB-48EB-AECF-821DA094A02F}" sibTransId="{647D01BE-8C52-4E4A-8E2A-E8AD776B2700}"/>
    <dgm:cxn modelId="{19F8E358-FF82-4FF3-B984-E1D6B0F5837C}" type="presOf" srcId="{0A8FD259-8B70-4F03-B3FB-07758FAB79A6}" destId="{462F6F3D-F7BD-45DD-8653-3757C9CEB34B}" srcOrd="0" destOrd="0" presId="urn:microsoft.com/office/officeart/2005/8/layout/cycle4"/>
    <dgm:cxn modelId="{B0DEE166-C69A-413E-9C8C-078ABA7F55CD}" type="presOf" srcId="{2603E582-0F43-488F-A42E-B642F9DA4600}" destId="{1A462174-5F9F-4D1B-B8A5-B797E4D5D8CF}" srcOrd="0" destOrd="0" presId="urn:microsoft.com/office/officeart/2005/8/layout/cycle4"/>
    <dgm:cxn modelId="{8C799A77-24CF-4799-95FB-20F77F509BBB}" type="presOf" srcId="{63E47D3C-AD90-4D08-8C10-243749A6FB3A}" destId="{3876697C-A0DF-4944-8966-4B62010ACD18}" srcOrd="0" destOrd="0" presId="urn:microsoft.com/office/officeart/2005/8/layout/cycle4"/>
    <dgm:cxn modelId="{FDA2409D-7611-4DE4-BC6A-FCCFC1CDC851}" type="presOf" srcId="{373099FC-17AD-4984-98DE-C6E239A4FD11}" destId="{9695F9D1-BA32-4746-B042-8008A9154233}" srcOrd="0" destOrd="0" presId="urn:microsoft.com/office/officeart/2005/8/layout/cycle4"/>
    <dgm:cxn modelId="{9AFE8BC0-D86B-41D6-899A-F11136988314}" srcId="{0A8FD259-8B70-4F03-B3FB-07758FAB79A6}" destId="{63E47D3C-AD90-4D08-8C10-243749A6FB3A}" srcOrd="1" destOrd="0" parTransId="{74216411-3B71-400A-89FE-A9E4A433E021}" sibTransId="{E5EE2E8A-9AFA-4289-95F8-33E6F80488BE}"/>
    <dgm:cxn modelId="{57D1E8EC-3B38-4476-B0EC-5CEF3CA6E35A}" srcId="{0A8FD259-8B70-4F03-B3FB-07758FAB79A6}" destId="{373099FC-17AD-4984-98DE-C6E239A4FD11}" srcOrd="3" destOrd="0" parTransId="{FB239DCB-32FB-47E7-A9BE-819E714388EF}" sibTransId="{7DE80E63-282A-467D-8941-8557943C727D}"/>
    <dgm:cxn modelId="{72D86357-ABDF-4F70-B6E4-51ED4E657B7F}" type="presParOf" srcId="{462F6F3D-F7BD-45DD-8653-3757C9CEB34B}" destId="{0CD526A9-6BE2-4EAF-AE5A-F69E9CA5B056}" srcOrd="0" destOrd="0" presId="urn:microsoft.com/office/officeart/2005/8/layout/cycle4"/>
    <dgm:cxn modelId="{963776A8-4549-46D2-AB16-8C9234B47C39}" type="presParOf" srcId="{0CD526A9-6BE2-4EAF-AE5A-F69E9CA5B056}" destId="{0B971E79-B616-4060-93BC-9F5760B2336E}" srcOrd="0" destOrd="0" presId="urn:microsoft.com/office/officeart/2005/8/layout/cycle4"/>
    <dgm:cxn modelId="{C92C286F-B0FA-41B2-877C-589CBD4E5178}" type="presParOf" srcId="{462F6F3D-F7BD-45DD-8653-3757C9CEB34B}" destId="{AFDE3CB7-3F88-4ADC-9C29-96ECC200AE8E}" srcOrd="1" destOrd="0" presId="urn:microsoft.com/office/officeart/2005/8/layout/cycle4"/>
    <dgm:cxn modelId="{E599EB6F-5411-4305-8754-82CB43F321AB}" type="presParOf" srcId="{AFDE3CB7-3F88-4ADC-9C29-96ECC200AE8E}" destId="{A33FF147-4BB3-4365-85BC-81599C1FEC0A}" srcOrd="0" destOrd="0" presId="urn:microsoft.com/office/officeart/2005/8/layout/cycle4"/>
    <dgm:cxn modelId="{E07CE58E-AE19-4C11-914F-5FA749A37E5F}" type="presParOf" srcId="{AFDE3CB7-3F88-4ADC-9C29-96ECC200AE8E}" destId="{3876697C-A0DF-4944-8966-4B62010ACD18}" srcOrd="1" destOrd="0" presId="urn:microsoft.com/office/officeart/2005/8/layout/cycle4"/>
    <dgm:cxn modelId="{779275D2-5A6D-4191-9337-F34E3DF321C5}" type="presParOf" srcId="{AFDE3CB7-3F88-4ADC-9C29-96ECC200AE8E}" destId="{1A462174-5F9F-4D1B-B8A5-B797E4D5D8CF}" srcOrd="2" destOrd="0" presId="urn:microsoft.com/office/officeart/2005/8/layout/cycle4"/>
    <dgm:cxn modelId="{4667ABC7-2723-4364-93C3-ED496B27FEBF}" type="presParOf" srcId="{AFDE3CB7-3F88-4ADC-9C29-96ECC200AE8E}" destId="{9695F9D1-BA32-4746-B042-8008A9154233}" srcOrd="3" destOrd="0" presId="urn:microsoft.com/office/officeart/2005/8/layout/cycle4"/>
    <dgm:cxn modelId="{F23475FF-53BA-4F93-B916-804D565D06A1}" type="presParOf" srcId="{AFDE3CB7-3F88-4ADC-9C29-96ECC200AE8E}" destId="{F0E6E372-3FEB-4493-970E-DE18EE464B6C}" srcOrd="4" destOrd="0" presId="urn:microsoft.com/office/officeart/2005/8/layout/cycle4"/>
    <dgm:cxn modelId="{36A95D1A-F6DC-4106-8BE8-7D1E66195003}" type="presParOf" srcId="{462F6F3D-F7BD-45DD-8653-3757C9CEB34B}" destId="{EAEA5641-958A-4C7A-8C96-85DE900E5D4C}" srcOrd="2" destOrd="0" presId="urn:microsoft.com/office/officeart/2005/8/layout/cycle4"/>
    <dgm:cxn modelId="{FCECCDD6-0B36-4259-AC7D-CC734BE2C6DA}" type="presParOf" srcId="{462F6F3D-F7BD-45DD-8653-3757C9CEB34B}" destId="{50C190F9-B4D2-484B-9162-0594EFEF3F65}"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3FF147-4BB3-4365-85BC-81599C1FEC0A}">
      <dsp:nvSpPr>
        <dsp:cNvPr id="0" name=""/>
        <dsp:cNvSpPr/>
      </dsp:nvSpPr>
      <dsp:spPr>
        <a:xfrm>
          <a:off x="1663854" y="356493"/>
          <a:ext cx="2346282" cy="2346282"/>
        </a:xfrm>
        <a:prstGeom prst="pieWedge">
          <a:avLst/>
        </a:prstGeom>
        <a:solidFill>
          <a:srgbClr val="E0722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496" tIns="412496" rIns="412496" bIns="412496" numCol="1" spcCol="1270" anchor="ctr" anchorCtr="0">
          <a:noAutofit/>
        </a:bodyPr>
        <a:lstStyle/>
        <a:p>
          <a:pPr marL="0" lvl="0" indent="0" algn="ctr" defTabSz="2578100">
            <a:lnSpc>
              <a:spcPct val="90000"/>
            </a:lnSpc>
            <a:spcBef>
              <a:spcPct val="0"/>
            </a:spcBef>
            <a:spcAft>
              <a:spcPct val="35000"/>
            </a:spcAft>
            <a:buNone/>
          </a:pPr>
          <a:endParaRPr lang="en-US" sz="5800" kern="1200" dirty="0"/>
        </a:p>
      </dsp:txBody>
      <dsp:txXfrm>
        <a:off x="2351064" y="1043703"/>
        <a:ext cx="1659072" cy="1659072"/>
      </dsp:txXfrm>
    </dsp:sp>
    <dsp:sp modelId="{3876697C-A0DF-4944-8966-4B62010ACD18}">
      <dsp:nvSpPr>
        <dsp:cNvPr id="0" name=""/>
        <dsp:cNvSpPr/>
      </dsp:nvSpPr>
      <dsp:spPr>
        <a:xfrm rot="5400000">
          <a:off x="4147088" y="308864"/>
          <a:ext cx="2346282" cy="2346282"/>
        </a:xfrm>
        <a:prstGeom prst="pieWedge">
          <a:avLst/>
        </a:prstGeom>
        <a:solidFill>
          <a:srgbClr val="70A34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496" tIns="412496" rIns="412496" bIns="412496" numCol="1" spcCol="1270" anchor="ctr" anchorCtr="0">
          <a:noAutofit/>
        </a:bodyPr>
        <a:lstStyle/>
        <a:p>
          <a:pPr marL="0" lvl="0" indent="0" algn="ctr" defTabSz="2578100">
            <a:lnSpc>
              <a:spcPct val="90000"/>
            </a:lnSpc>
            <a:spcBef>
              <a:spcPct val="0"/>
            </a:spcBef>
            <a:spcAft>
              <a:spcPct val="35000"/>
            </a:spcAft>
            <a:buNone/>
          </a:pPr>
          <a:endParaRPr lang="en-US" sz="5800" kern="1200" dirty="0"/>
        </a:p>
      </dsp:txBody>
      <dsp:txXfrm rot="-5400000">
        <a:off x="4147088" y="996074"/>
        <a:ext cx="1659072" cy="1659072"/>
      </dsp:txXfrm>
    </dsp:sp>
    <dsp:sp modelId="{1A462174-5F9F-4D1B-B8A5-B797E4D5D8CF}">
      <dsp:nvSpPr>
        <dsp:cNvPr id="0" name=""/>
        <dsp:cNvSpPr/>
      </dsp:nvSpPr>
      <dsp:spPr>
        <a:xfrm rot="10800000">
          <a:off x="4147088" y="2763520"/>
          <a:ext cx="2346282" cy="2346282"/>
        </a:xfrm>
        <a:prstGeom prst="pieWedge">
          <a:avLst/>
        </a:prstGeom>
        <a:solidFill>
          <a:srgbClr val="31559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496" tIns="412496" rIns="412496" bIns="412496" numCol="1" spcCol="1270" anchor="ctr" anchorCtr="0">
          <a:noAutofit/>
        </a:bodyPr>
        <a:lstStyle/>
        <a:p>
          <a:pPr marL="0" lvl="0" indent="0" algn="ctr" defTabSz="2578100">
            <a:lnSpc>
              <a:spcPct val="90000"/>
            </a:lnSpc>
            <a:spcBef>
              <a:spcPct val="0"/>
            </a:spcBef>
            <a:spcAft>
              <a:spcPct val="35000"/>
            </a:spcAft>
            <a:buNone/>
          </a:pPr>
          <a:endParaRPr lang="en-US" sz="5800" kern="1200" dirty="0"/>
        </a:p>
      </dsp:txBody>
      <dsp:txXfrm rot="10800000">
        <a:off x="4147088" y="2763520"/>
        <a:ext cx="1659072" cy="1659072"/>
      </dsp:txXfrm>
    </dsp:sp>
    <dsp:sp modelId="{9695F9D1-BA32-4746-B042-8008A9154233}">
      <dsp:nvSpPr>
        <dsp:cNvPr id="0" name=""/>
        <dsp:cNvSpPr/>
      </dsp:nvSpPr>
      <dsp:spPr>
        <a:xfrm rot="16200000">
          <a:off x="1692432" y="2763520"/>
          <a:ext cx="2346282" cy="2346282"/>
        </a:xfrm>
        <a:prstGeom prst="pieWedge">
          <a:avLst/>
        </a:prstGeom>
        <a:solidFill>
          <a:srgbClr val="B78B0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496" tIns="412496" rIns="412496" bIns="412496" numCol="1" spcCol="1270" anchor="ctr" anchorCtr="0">
          <a:noAutofit/>
        </a:bodyPr>
        <a:lstStyle/>
        <a:p>
          <a:pPr marL="0" lvl="0" indent="0" algn="ctr" defTabSz="2578100">
            <a:lnSpc>
              <a:spcPct val="90000"/>
            </a:lnSpc>
            <a:spcBef>
              <a:spcPct val="0"/>
            </a:spcBef>
            <a:spcAft>
              <a:spcPct val="35000"/>
            </a:spcAft>
            <a:buNone/>
          </a:pPr>
          <a:endParaRPr lang="en-US" sz="5800" kern="1200" dirty="0"/>
        </a:p>
      </dsp:txBody>
      <dsp:txXfrm rot="5400000">
        <a:off x="2379642" y="2763520"/>
        <a:ext cx="1659072" cy="1659072"/>
      </dsp:txXfrm>
    </dsp:sp>
    <dsp:sp modelId="{EAEA5641-958A-4C7A-8C96-85DE900E5D4C}">
      <dsp:nvSpPr>
        <dsp:cNvPr id="0" name=""/>
        <dsp:cNvSpPr/>
      </dsp:nvSpPr>
      <dsp:spPr>
        <a:xfrm>
          <a:off x="3687856" y="2221653"/>
          <a:ext cx="810090" cy="704426"/>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C190F9-B4D2-484B-9162-0594EFEF3F65}">
      <dsp:nvSpPr>
        <dsp:cNvPr id="0" name=""/>
        <dsp:cNvSpPr/>
      </dsp:nvSpPr>
      <dsp:spPr>
        <a:xfrm rot="10800000">
          <a:off x="3687856" y="2492586"/>
          <a:ext cx="810090" cy="704426"/>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F8C46F-AECD-4FEE-9C4F-44AF68D2CF20}" type="datetimeFigureOut">
              <a:rPr lang="en-IN" smtClean="0"/>
              <a:t>26/04/26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D9E5B-DD54-4D15-9B31-50679460C086}" type="slidenum">
              <a:rPr lang="en-IN" smtClean="0"/>
              <a:t>‹#›</a:t>
            </a:fld>
            <a:endParaRPr lang="en-IN"/>
          </a:p>
        </p:txBody>
      </p:sp>
    </p:spTree>
    <p:extLst>
      <p:ext uri="{BB962C8B-B14F-4D97-AF65-F5344CB8AC3E}">
        <p14:creationId xmlns:p14="http://schemas.microsoft.com/office/powerpoint/2010/main" val="346316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Lloyds</a:t>
            </a:r>
          </a:p>
        </p:txBody>
      </p:sp>
      <p:sp>
        <p:nvSpPr>
          <p:cNvPr id="4" name="Slide Number Placeholder 3"/>
          <p:cNvSpPr>
            <a:spLocks noGrp="1"/>
          </p:cNvSpPr>
          <p:nvPr>
            <p:ph type="sldNum" sz="quarter" idx="5"/>
          </p:nvPr>
        </p:nvSpPr>
        <p:spPr/>
        <p:txBody>
          <a:bodyPr/>
          <a:lstStyle/>
          <a:p>
            <a:fld id="{8F0D9E5B-DD54-4D15-9B31-50679460C086}" type="slidenum">
              <a:rPr lang="en-IN" smtClean="0"/>
              <a:t>1</a:t>
            </a:fld>
            <a:endParaRPr lang="en-IN"/>
          </a:p>
        </p:txBody>
      </p:sp>
    </p:spTree>
    <p:extLst>
      <p:ext uri="{BB962C8B-B14F-4D97-AF65-F5344CB8AC3E}">
        <p14:creationId xmlns:p14="http://schemas.microsoft.com/office/powerpoint/2010/main" val="2705445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TSB</a:t>
            </a:r>
          </a:p>
        </p:txBody>
      </p:sp>
      <p:sp>
        <p:nvSpPr>
          <p:cNvPr id="4" name="Slide Number Placeholder 3"/>
          <p:cNvSpPr>
            <a:spLocks noGrp="1"/>
          </p:cNvSpPr>
          <p:nvPr>
            <p:ph type="sldNum" sz="quarter" idx="5"/>
          </p:nvPr>
        </p:nvSpPr>
        <p:spPr/>
        <p:txBody>
          <a:bodyPr/>
          <a:lstStyle/>
          <a:p>
            <a:fld id="{8F0D9E5B-DD54-4D15-9B31-50679460C086}" type="slidenum">
              <a:rPr lang="en-IN" smtClean="0"/>
              <a:t>2</a:t>
            </a:fld>
            <a:endParaRPr lang="en-IN"/>
          </a:p>
        </p:txBody>
      </p:sp>
    </p:spTree>
    <p:extLst>
      <p:ext uri="{BB962C8B-B14F-4D97-AF65-F5344CB8AC3E}">
        <p14:creationId xmlns:p14="http://schemas.microsoft.com/office/powerpoint/2010/main" val="363578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TSB</a:t>
            </a:r>
          </a:p>
        </p:txBody>
      </p:sp>
      <p:sp>
        <p:nvSpPr>
          <p:cNvPr id="4" name="Slide Number Placeholder 3"/>
          <p:cNvSpPr>
            <a:spLocks noGrp="1"/>
          </p:cNvSpPr>
          <p:nvPr>
            <p:ph type="sldNum" sz="quarter" idx="5"/>
          </p:nvPr>
        </p:nvSpPr>
        <p:spPr/>
        <p:txBody>
          <a:bodyPr/>
          <a:lstStyle/>
          <a:p>
            <a:fld id="{8F0D9E5B-DD54-4D15-9B31-50679460C086}" type="slidenum">
              <a:rPr lang="en-IN" smtClean="0"/>
              <a:t>3</a:t>
            </a:fld>
            <a:endParaRPr lang="en-IN"/>
          </a:p>
        </p:txBody>
      </p:sp>
    </p:spTree>
    <p:extLst>
      <p:ext uri="{BB962C8B-B14F-4D97-AF65-F5344CB8AC3E}">
        <p14:creationId xmlns:p14="http://schemas.microsoft.com/office/powerpoint/2010/main" val="1384031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TSB</a:t>
            </a:r>
          </a:p>
        </p:txBody>
      </p:sp>
      <p:sp>
        <p:nvSpPr>
          <p:cNvPr id="4" name="Slide Number Placeholder 3"/>
          <p:cNvSpPr>
            <a:spLocks noGrp="1"/>
          </p:cNvSpPr>
          <p:nvPr>
            <p:ph type="sldNum" sz="quarter" idx="5"/>
          </p:nvPr>
        </p:nvSpPr>
        <p:spPr/>
        <p:txBody>
          <a:bodyPr/>
          <a:lstStyle/>
          <a:p>
            <a:fld id="{8F0D9E5B-DD54-4D15-9B31-50679460C086}" type="slidenum">
              <a:rPr lang="en-IN" smtClean="0"/>
              <a:t>4</a:t>
            </a:fld>
            <a:endParaRPr lang="en-IN"/>
          </a:p>
        </p:txBody>
      </p:sp>
    </p:spTree>
    <p:extLst>
      <p:ext uri="{BB962C8B-B14F-4D97-AF65-F5344CB8AC3E}">
        <p14:creationId xmlns:p14="http://schemas.microsoft.com/office/powerpoint/2010/main" val="3793166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TSB</a:t>
            </a:r>
          </a:p>
        </p:txBody>
      </p:sp>
      <p:sp>
        <p:nvSpPr>
          <p:cNvPr id="4" name="Slide Number Placeholder 3"/>
          <p:cNvSpPr>
            <a:spLocks noGrp="1"/>
          </p:cNvSpPr>
          <p:nvPr>
            <p:ph type="sldNum" sz="quarter" idx="5"/>
          </p:nvPr>
        </p:nvSpPr>
        <p:spPr/>
        <p:txBody>
          <a:bodyPr/>
          <a:lstStyle/>
          <a:p>
            <a:fld id="{8F0D9E5B-DD54-4D15-9B31-50679460C086}" type="slidenum">
              <a:rPr lang="en-IN" smtClean="0"/>
              <a:t>5</a:t>
            </a:fld>
            <a:endParaRPr lang="en-IN"/>
          </a:p>
        </p:txBody>
      </p:sp>
    </p:spTree>
    <p:extLst>
      <p:ext uri="{BB962C8B-B14F-4D97-AF65-F5344CB8AC3E}">
        <p14:creationId xmlns:p14="http://schemas.microsoft.com/office/powerpoint/2010/main" val="699722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TSB</a:t>
            </a:r>
          </a:p>
        </p:txBody>
      </p:sp>
      <p:sp>
        <p:nvSpPr>
          <p:cNvPr id="4" name="Slide Number Placeholder 3"/>
          <p:cNvSpPr>
            <a:spLocks noGrp="1"/>
          </p:cNvSpPr>
          <p:nvPr>
            <p:ph type="sldNum" sz="quarter" idx="5"/>
          </p:nvPr>
        </p:nvSpPr>
        <p:spPr/>
        <p:txBody>
          <a:bodyPr/>
          <a:lstStyle/>
          <a:p>
            <a:fld id="{8F0D9E5B-DD54-4D15-9B31-50679460C086}" type="slidenum">
              <a:rPr lang="en-IN" smtClean="0"/>
              <a:t>6</a:t>
            </a:fld>
            <a:endParaRPr lang="en-IN"/>
          </a:p>
        </p:txBody>
      </p:sp>
    </p:spTree>
    <p:extLst>
      <p:ext uri="{BB962C8B-B14F-4D97-AF65-F5344CB8AC3E}">
        <p14:creationId xmlns:p14="http://schemas.microsoft.com/office/powerpoint/2010/main" val="1349587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6.xml"/><Relationship Id="rId4" Type="http://schemas.openxmlformats.org/officeDocument/2006/relationships/image" Target="../media/image16.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0.png"/><Relationship Id="rId1" Type="http://schemas.openxmlformats.org/officeDocument/2006/relationships/slideMaster" Target="../slideMasters/slideMaster6.xml"/><Relationship Id="rId4" Type="http://schemas.openxmlformats.org/officeDocument/2006/relationships/image" Target="../media/image16.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jp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jpg"/><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3.png"/><Relationship Id="rId1" Type="http://schemas.openxmlformats.org/officeDocument/2006/relationships/slideMaster" Target="../slideMasters/slideMaster6.xml"/><Relationship Id="rId4" Type="http://schemas.openxmlformats.org/officeDocument/2006/relationships/image" Target="../media/image16.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4.jp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5.jp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6.jp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IBV divider_text">
    <p:bg>
      <p:bgPr>
        <a:solidFill>
          <a:srgbClr val="E5F6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0999" y="381000"/>
            <a:ext cx="8782793" cy="2857500"/>
          </a:xfrm>
        </p:spPr>
        <p:txBody>
          <a:bodyPr>
            <a:noAutofit/>
          </a:bodyPr>
          <a:lstStyle>
            <a:lvl1pPr>
              <a:defRPr sz="7333" b="0" i="0">
                <a:solidFill>
                  <a:schemeClr val="accent2"/>
                </a:solidFill>
                <a:latin typeface="IBM Plex Sans ExtraLight" panose="020B0303050203000203" pitchFamily="34" charset="0"/>
              </a:defRPr>
            </a:lvl1pPr>
          </a:lstStyle>
          <a:p>
            <a:r>
              <a:rPr lang="en-US" dirty="0"/>
              <a:t>Click to edit Master title style</a:t>
            </a:r>
            <a:br>
              <a:rPr lang="en-US" dirty="0"/>
            </a:br>
            <a:endParaRPr lang="en-US" dirty="0"/>
          </a:p>
        </p:txBody>
      </p:sp>
    </p:spTree>
    <p:extLst>
      <p:ext uri="{BB962C8B-B14F-4D97-AF65-F5344CB8AC3E}">
        <p14:creationId xmlns:p14="http://schemas.microsoft.com/office/powerpoint/2010/main" val="1435220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381000" y="381000"/>
            <a:ext cx="5522976" cy="1072896"/>
          </a:xfrm>
        </p:spPr>
        <p:txBody>
          <a:bodyPr/>
          <a:lstStyle>
            <a:lvl1pPr>
              <a:defRPr sz="2667">
                <a:solidFill>
                  <a:schemeClr val="accent2"/>
                </a:solidFill>
              </a:defRPr>
            </a:lvl1pPr>
          </a:lstStyle>
          <a:p>
            <a:r>
              <a:rPr lang="en-US" dirty="0"/>
              <a:t>Click to edit Master title style</a:t>
            </a:r>
          </a:p>
        </p:txBody>
      </p:sp>
      <p:sp>
        <p:nvSpPr>
          <p:cNvPr id="8" name="Text Placeholder 1"/>
          <p:cNvSpPr>
            <a:spLocks noGrp="1"/>
          </p:cNvSpPr>
          <p:nvPr>
            <p:ph type="body" sz="quarter" idx="13"/>
          </p:nvPr>
        </p:nvSpPr>
        <p:spPr>
          <a:xfrm>
            <a:off x="381000" y="1714500"/>
            <a:ext cx="5522976" cy="4572000"/>
          </a:xfrm>
        </p:spPr>
        <p:txBody>
          <a:bodyPr/>
          <a:lstStyle>
            <a:lvl1pPr>
              <a:defRPr b="0" i="0">
                <a:solidFill>
                  <a:schemeClr val="accent2"/>
                </a:solidFill>
                <a:latin typeface="IBM Plex Sans Medium" panose="020B050305020300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6477000" y="1714500"/>
            <a:ext cx="5334000" cy="4572000"/>
          </a:xfrm>
        </p:spPr>
        <p:txBody>
          <a:bodyPr/>
          <a:lstStyle>
            <a:lvl1pPr>
              <a:defRPr b="0" i="0">
                <a:solidFill>
                  <a:schemeClr val="accent2"/>
                </a:solidFill>
                <a:latin typeface="IBM Plex Sans Medium" panose="020B050305020300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48971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381000" y="381000"/>
            <a:ext cx="5522976" cy="1072896"/>
          </a:xfrm>
        </p:spPr>
        <p:txBody>
          <a:bodyPr/>
          <a:lstStyle>
            <a:lvl1pPr>
              <a:defRPr sz="2667">
                <a:solidFill>
                  <a:schemeClr val="tx1"/>
                </a:solidFill>
              </a:defRPr>
            </a:lvl1pPr>
          </a:lstStyle>
          <a:p>
            <a:r>
              <a:rPr lang="en-US" dirty="0"/>
              <a:t>Click to edit Master title style</a:t>
            </a:r>
          </a:p>
        </p:txBody>
      </p:sp>
      <p:sp>
        <p:nvSpPr>
          <p:cNvPr id="6" name="Text Placeholder 1"/>
          <p:cNvSpPr>
            <a:spLocks noGrp="1"/>
          </p:cNvSpPr>
          <p:nvPr>
            <p:ph type="body" sz="quarter" idx="12"/>
          </p:nvPr>
        </p:nvSpPr>
        <p:spPr>
          <a:xfrm>
            <a:off x="381000" y="1714500"/>
            <a:ext cx="247650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sz="quarter" idx="13"/>
          </p:nvPr>
        </p:nvSpPr>
        <p:spPr>
          <a:xfrm>
            <a:off x="3238500" y="1714500"/>
            <a:ext cx="2665476"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p:cNvSpPr>
            <a:spLocks noGrp="1"/>
          </p:cNvSpPr>
          <p:nvPr>
            <p:ph type="body" sz="quarter" idx="14"/>
          </p:nvPr>
        </p:nvSpPr>
        <p:spPr>
          <a:xfrm>
            <a:off x="6286499" y="1714500"/>
            <a:ext cx="2665476"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4"/>
          <p:cNvSpPr>
            <a:spLocks noGrp="1"/>
          </p:cNvSpPr>
          <p:nvPr>
            <p:ph type="body" sz="quarter" idx="15"/>
          </p:nvPr>
        </p:nvSpPr>
        <p:spPr>
          <a:xfrm>
            <a:off x="9334500" y="1714500"/>
            <a:ext cx="247650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046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381000" y="381000"/>
            <a:ext cx="5334000" cy="5715000"/>
          </a:xfrm>
        </p:spPr>
        <p:txBody>
          <a:bodyPr/>
          <a:lstStyle>
            <a:lvl1pPr>
              <a:defRPr sz="2667">
                <a:solidFill>
                  <a:schemeClr val="tx1"/>
                </a:solidFill>
              </a:defRPr>
            </a:lvl1pPr>
          </a:lstStyle>
          <a:p>
            <a:r>
              <a:rPr lang="en-US" dirty="0"/>
              <a:t>Click to edit Master title style</a:t>
            </a:r>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2"/>
          </a:solidFill>
        </p:spPr>
        <p:txBody>
          <a:bodyPr wrap="square" lIns="0" tIns="0" rIns="0" bIns="0" rtlCol="0" anchor="ctr">
            <a:noAutofit/>
          </a:bodyPr>
          <a:lstStyle/>
          <a:p>
            <a:pPr algn="ctr"/>
            <a:endParaRPr lang="en-US" sz="1600" b="0" i="0" dirty="0">
              <a:solidFill>
                <a:schemeClr val="tx1"/>
              </a:solidFill>
              <a:latin typeface="IBM Plex Sans Light" panose="020B0503050203000203" pitchFamily="34" charset="0"/>
              <a:cs typeface="IBM Plex Sans Light"/>
            </a:endParaRPr>
          </a:p>
        </p:txBody>
      </p:sp>
      <p:sp>
        <p:nvSpPr>
          <p:cNvPr id="6" name="Text Placeholder"/>
          <p:cNvSpPr>
            <a:spLocks noGrp="1"/>
          </p:cNvSpPr>
          <p:nvPr>
            <p:ph type="body" sz="quarter" idx="12"/>
          </p:nvPr>
        </p:nvSpPr>
        <p:spPr>
          <a:xfrm>
            <a:off x="6477000" y="381000"/>
            <a:ext cx="5334000" cy="5726176"/>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75ED6DDD-2BDE-8747-B419-0B4E6D41E04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spTree>
    <p:extLst>
      <p:ext uri="{BB962C8B-B14F-4D97-AF65-F5344CB8AC3E}">
        <p14:creationId xmlns:p14="http://schemas.microsoft.com/office/powerpoint/2010/main" val="3361481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text (split backgroun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381000" y="381000"/>
            <a:ext cx="5334000" cy="5715000"/>
          </a:xfrm>
        </p:spPr>
        <p:txBody>
          <a:bodyPr/>
          <a:lstStyle>
            <a:lvl1pPr>
              <a:defRPr sz="2667">
                <a:solidFill>
                  <a:schemeClr val="tx1"/>
                </a:solidFill>
              </a:defRPr>
            </a:lvl1pPr>
          </a:lstStyle>
          <a:p>
            <a:r>
              <a:rPr lang="en-US" dirty="0"/>
              <a:t>Click to edit Master title style</a:t>
            </a:r>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6"/>
          </a:solidFill>
        </p:spPr>
        <p:txBody>
          <a:bodyPr wrap="square" lIns="0" tIns="0" rIns="0" bIns="0" rtlCol="0" anchor="ctr">
            <a:noAutofit/>
          </a:bodyPr>
          <a:lstStyle/>
          <a:p>
            <a:pPr algn="ctr"/>
            <a:endParaRPr lang="en-US" sz="1600" b="0" i="0" dirty="0">
              <a:solidFill>
                <a:schemeClr val="tx1"/>
              </a:solidFill>
              <a:latin typeface="IBM Plex Sans Light" panose="020B0503050203000203" pitchFamily="34" charset="0"/>
              <a:cs typeface="IBM Plex Sans Light"/>
            </a:endParaRPr>
          </a:p>
        </p:txBody>
      </p:sp>
      <p:sp>
        <p:nvSpPr>
          <p:cNvPr id="6" name="Text Placeholder"/>
          <p:cNvSpPr>
            <a:spLocks noGrp="1"/>
          </p:cNvSpPr>
          <p:nvPr>
            <p:ph type="body" sz="quarter" idx="12"/>
          </p:nvPr>
        </p:nvSpPr>
        <p:spPr>
          <a:xfrm>
            <a:off x="6477000" y="381000"/>
            <a:ext cx="5334000" cy="5726176"/>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CF2805C5-8A37-D940-A85E-4E47EC5E6F9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spTree>
    <p:extLst>
      <p:ext uri="{BB962C8B-B14F-4D97-AF65-F5344CB8AC3E}">
        <p14:creationId xmlns:p14="http://schemas.microsoft.com/office/powerpoint/2010/main" val="254743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381000" y="380999"/>
            <a:ext cx="5522976" cy="1219200"/>
          </a:xfrm>
        </p:spPr>
        <p:txBody>
          <a:bodyPr/>
          <a:lstStyle>
            <a:lvl1pPr>
              <a:defRPr sz="2667">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05148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3-7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125" b="0" i="0" dirty="0">
              <a:latin typeface="Arial Regular" charset="0"/>
            </a:endParaRPr>
          </a:p>
        </p:txBody>
      </p:sp>
      <p:sp>
        <p:nvSpPr>
          <p:cNvPr id="2" name="Title 1"/>
          <p:cNvSpPr>
            <a:spLocks noGrp="1"/>
          </p:cNvSpPr>
          <p:nvPr>
            <p:ph type="title"/>
          </p:nvPr>
        </p:nvSpPr>
        <p:spPr>
          <a:xfrm>
            <a:off x="381001" y="1714500"/>
            <a:ext cx="2476500" cy="3048000"/>
          </a:xfrm>
        </p:spPr>
        <p:txBody>
          <a:bodyPr>
            <a:noAutofit/>
          </a:bodyPr>
          <a:lstStyle>
            <a:lvl1pPr>
              <a:lnSpc>
                <a:spcPct val="100000"/>
              </a:lnSpc>
              <a:spcBef>
                <a:spcPts val="1500"/>
              </a:spcBef>
              <a:defRPr sz="2000"/>
            </a:lvl1pPr>
          </a:lstStyle>
          <a:p>
            <a:r>
              <a:rPr lang="en-US" dirty="0"/>
              <a:t>Click to edit Master title style</a:t>
            </a:r>
          </a:p>
        </p:txBody>
      </p:sp>
      <p:sp>
        <p:nvSpPr>
          <p:cNvPr id="5" name="Text Placeholder 4"/>
          <p:cNvSpPr>
            <a:spLocks noGrp="1"/>
          </p:cNvSpPr>
          <p:nvPr>
            <p:ph type="body" sz="quarter" idx="11"/>
          </p:nvPr>
        </p:nvSpPr>
        <p:spPr>
          <a:xfrm>
            <a:off x="381001" y="152400"/>
            <a:ext cx="2476500" cy="685800"/>
          </a:xfrm>
        </p:spPr>
        <p:txBody>
          <a:bodyPr tIns="0" anchor="t">
            <a:noAutofit/>
          </a:bodyPr>
          <a:lstStyle>
            <a:lvl1pPr>
              <a:defRPr sz="1167">
                <a:solidFill>
                  <a:srgbClr val="0F62FE"/>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Content Placeholder 2"/>
          <p:cNvSpPr>
            <a:spLocks noGrp="1"/>
          </p:cNvSpPr>
          <p:nvPr>
            <p:ph idx="10"/>
          </p:nvPr>
        </p:nvSpPr>
        <p:spPr>
          <a:xfrm>
            <a:off x="6286500" y="1714501"/>
            <a:ext cx="2819400" cy="4381500"/>
          </a:xfrm>
        </p:spPr>
        <p:txBody>
          <a:bodyPr tIns="0">
            <a:noAutofit/>
          </a:bodyPr>
          <a:lstStyle>
            <a:lvl1pPr>
              <a:defRPr sz="1500">
                <a:solidFill>
                  <a:schemeClr val="tx1"/>
                </a:solidFill>
              </a:defRPr>
            </a:lvl1pPr>
            <a:lvl2pPr marL="152394" indent="-152394">
              <a:lnSpc>
                <a:spcPct val="110000"/>
              </a:lnSpc>
              <a:spcBef>
                <a:spcPts val="1500"/>
              </a:spcBef>
              <a:defRPr sz="1500">
                <a:solidFill>
                  <a:schemeClr val="tx1"/>
                </a:solidFill>
              </a:defRPr>
            </a:lvl2pPr>
            <a:lvl3pPr marL="304788" indent="-152394">
              <a:spcBef>
                <a:spcPts val="0"/>
              </a:spcBef>
              <a:defRPr sz="1500">
                <a:solidFill>
                  <a:schemeClr val="tx1"/>
                </a:solidFill>
              </a:defRPr>
            </a:lvl3pPr>
            <a:lvl4pPr marL="457182" indent="-152394">
              <a:lnSpc>
                <a:spcPct val="110000"/>
              </a:lnSpc>
              <a:spcBef>
                <a:spcPts val="0"/>
              </a:spcBef>
              <a:defRPr sz="1500">
                <a:solidFill>
                  <a:schemeClr val="tx1"/>
                </a:solidFill>
              </a:defRPr>
            </a:lvl4pPr>
            <a:lvl5pPr marL="609576" indent="-152394">
              <a:lnSpc>
                <a:spcPct val="110000"/>
              </a:lnSpc>
              <a:spcBef>
                <a:spcPts val="0"/>
              </a:spcBef>
              <a:defRPr sz="15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2"/>
          </p:nvPr>
        </p:nvSpPr>
        <p:spPr>
          <a:xfrm>
            <a:off x="3238500" y="1714501"/>
            <a:ext cx="2819400" cy="4381500"/>
          </a:xfrm>
        </p:spPr>
        <p:txBody>
          <a:bodyPr tIns="0">
            <a:noAutofit/>
          </a:bodyPr>
          <a:lstStyle>
            <a:lvl1pPr>
              <a:defRPr sz="1500">
                <a:solidFill>
                  <a:schemeClr val="tx1"/>
                </a:solidFill>
              </a:defRPr>
            </a:lvl1pPr>
            <a:lvl2pPr marL="152394" indent="-152394">
              <a:lnSpc>
                <a:spcPct val="110000"/>
              </a:lnSpc>
              <a:spcBef>
                <a:spcPts val="1000"/>
              </a:spcBef>
              <a:defRPr sz="1500">
                <a:solidFill>
                  <a:schemeClr val="tx1"/>
                </a:solidFill>
              </a:defRPr>
            </a:lvl2pPr>
            <a:lvl3pPr marL="304788" indent="-152394">
              <a:lnSpc>
                <a:spcPct val="110000"/>
              </a:lnSpc>
              <a:spcBef>
                <a:spcPts val="0"/>
              </a:spcBef>
              <a:defRPr sz="1500">
                <a:solidFill>
                  <a:schemeClr val="tx1"/>
                </a:solidFill>
              </a:defRPr>
            </a:lvl3pPr>
            <a:lvl4pPr marL="457182" indent="-152394">
              <a:lnSpc>
                <a:spcPct val="110000"/>
              </a:lnSpc>
              <a:spcBef>
                <a:spcPts val="0"/>
              </a:spcBef>
              <a:defRPr sz="1500">
                <a:solidFill>
                  <a:schemeClr val="tx1"/>
                </a:solidFill>
              </a:defRPr>
            </a:lvl4pPr>
            <a:lvl5pPr marL="609576" indent="-152394">
              <a:lnSpc>
                <a:spcPct val="110000"/>
              </a:lnSpc>
              <a:spcBef>
                <a:spcPts val="0"/>
              </a:spcBef>
              <a:defRPr sz="15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3"/>
          </p:nvPr>
        </p:nvSpPr>
        <p:spPr>
          <a:xfrm>
            <a:off x="9334500" y="1714501"/>
            <a:ext cx="2667000" cy="4381500"/>
          </a:xfrm>
        </p:spPr>
        <p:txBody>
          <a:bodyPr tIns="0">
            <a:noAutofit/>
          </a:bodyPr>
          <a:lstStyle>
            <a:lvl1pPr>
              <a:defRPr sz="1500">
                <a:solidFill>
                  <a:schemeClr val="tx1"/>
                </a:solidFill>
              </a:defRPr>
            </a:lvl1pPr>
            <a:lvl2pPr marL="152394" indent="-152394">
              <a:lnSpc>
                <a:spcPct val="110000"/>
              </a:lnSpc>
              <a:spcBef>
                <a:spcPts val="1500"/>
              </a:spcBef>
              <a:defRPr sz="1500">
                <a:solidFill>
                  <a:schemeClr val="tx1"/>
                </a:solidFill>
              </a:defRPr>
            </a:lvl2pPr>
            <a:lvl3pPr marL="304788" indent="-152394">
              <a:lnSpc>
                <a:spcPct val="110000"/>
              </a:lnSpc>
              <a:spcBef>
                <a:spcPts val="0"/>
              </a:spcBef>
              <a:defRPr sz="1500">
                <a:solidFill>
                  <a:schemeClr val="tx1"/>
                </a:solidFill>
              </a:defRPr>
            </a:lvl3pPr>
            <a:lvl4pPr marL="457182" indent="-152394">
              <a:lnSpc>
                <a:spcPct val="110000"/>
              </a:lnSpc>
              <a:spcBef>
                <a:spcPts val="0"/>
              </a:spcBef>
              <a:defRPr sz="1500">
                <a:solidFill>
                  <a:schemeClr val="tx1"/>
                </a:solidFill>
              </a:defRPr>
            </a:lvl4pPr>
            <a:lvl5pPr marL="609576" indent="-152394">
              <a:lnSpc>
                <a:spcPct val="110000"/>
              </a:lnSpc>
              <a:spcBef>
                <a:spcPts val="0"/>
              </a:spcBef>
              <a:defRPr sz="15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4422A631-FDC6-164A-A0C6-71DA01D885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spTree>
    <p:extLst>
      <p:ext uri="{BB962C8B-B14F-4D97-AF65-F5344CB8AC3E}">
        <p14:creationId xmlns:p14="http://schemas.microsoft.com/office/powerpoint/2010/main" val="1272183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381000" y="533400"/>
            <a:ext cx="5522976" cy="1066800"/>
          </a:xfrm>
          <a:prstGeom prst="rect">
            <a:avLst/>
          </a:prstGeom>
        </p:spPr>
        <p:txBody>
          <a:bodyPr lIns="0" tIns="0" rIns="0" bIns="0"/>
          <a:lstStyle>
            <a:lvl1pPr>
              <a:defRPr b="0" i="0">
                <a:solidFill>
                  <a:schemeClr val="bg1"/>
                </a:solidFill>
                <a:latin typeface="IBM Plex Sans Light" panose="020B0403050203000203" pitchFamily="34" charset="0"/>
              </a:defRPr>
            </a:lvl1pPr>
          </a:lstStyle>
          <a:p>
            <a:r>
              <a:rPr lang="en-US" dirty="0"/>
              <a:t>Click to edit Master title style</a:t>
            </a:r>
          </a:p>
        </p:txBody>
      </p:sp>
      <p:sp>
        <p:nvSpPr>
          <p:cNvPr id="8" name="Text Placeholder 1"/>
          <p:cNvSpPr>
            <a:spLocks noGrp="1"/>
          </p:cNvSpPr>
          <p:nvPr>
            <p:ph type="body" sz="quarter" idx="13"/>
          </p:nvPr>
        </p:nvSpPr>
        <p:spPr>
          <a:xfrm>
            <a:off x="381000" y="1714500"/>
            <a:ext cx="5498592" cy="4336288"/>
          </a:xfrm>
          <a:prstGeom prst="rect">
            <a:avLst/>
          </a:prstGeom>
        </p:spPr>
        <p:txBody>
          <a:bodyPr lIns="0" tIns="0" rIns="0" bIns="0"/>
          <a:lstStyle>
            <a:lvl1pPr>
              <a:spcBef>
                <a:spcPts val="0"/>
              </a:spcBef>
              <a:defRPr b="0" i="0">
                <a:solidFill>
                  <a:schemeClr val="bg1"/>
                </a:solidFill>
                <a:latin typeface="IBM Plex Sans Light" panose="020B0403050203000203" pitchFamily="34" charset="0"/>
              </a:defRPr>
            </a:lvl1pPr>
            <a:lvl2pPr marL="0" indent="0">
              <a:spcBef>
                <a:spcPts val="0"/>
              </a:spcBef>
              <a:buNone/>
              <a:defRPr b="0" i="0">
                <a:solidFill>
                  <a:schemeClr val="bg1"/>
                </a:solidFill>
                <a:latin typeface="IBM Plex Sans Light" panose="020B0403050203000203" pitchFamily="34" charset="0"/>
              </a:defRPr>
            </a:lvl2pPr>
            <a:lvl3pPr marL="268809" indent="0">
              <a:buNone/>
              <a:defRPr/>
            </a:lvl3pPr>
            <a:lvl4pPr marL="579952" indent="0">
              <a:buNone/>
              <a:defRPr/>
            </a:lvl4pPr>
            <a:lvl5pPr marL="842410" indent="0">
              <a:buNone/>
              <a:defRPr/>
            </a:lvl5pPr>
          </a:lstStyle>
          <a:p>
            <a:pPr lvl="0"/>
            <a:r>
              <a:rPr lang="en-US" dirty="0"/>
              <a:t>Click to edit Master text styles</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2"/>
          <p:cNvSpPr>
            <a:spLocks noGrp="1"/>
          </p:cNvSpPr>
          <p:nvPr>
            <p:ph type="body" sz="quarter" idx="12"/>
          </p:nvPr>
        </p:nvSpPr>
        <p:spPr>
          <a:xfrm>
            <a:off x="6388608" y="1658112"/>
            <a:ext cx="5498592" cy="4336288"/>
          </a:xfrm>
          <a:prstGeom prst="rect">
            <a:avLst/>
          </a:prstGeom>
        </p:spPr>
        <p:txBody>
          <a:bodyPr/>
          <a:lstStyle>
            <a:lvl1pPr>
              <a:spcBef>
                <a:spcPts val="0"/>
              </a:spcBef>
              <a:defRPr/>
            </a:lvl1pPr>
            <a:lvl2pPr marL="0" indent="0">
              <a:spcBef>
                <a:spcPts val="0"/>
              </a:spcBef>
              <a:buNone/>
              <a:defRPr/>
            </a:lvl2pPr>
            <a:lvl3pPr marL="268809" indent="0">
              <a:buNone/>
              <a:defRPr/>
            </a:lvl3pPr>
            <a:lvl4pPr marL="579952" indent="0">
              <a:buNone/>
              <a:defRPr/>
            </a:lvl4pPr>
            <a:lvl5pPr marL="842410" indent="0">
              <a:buNone/>
              <a:defRPr/>
            </a:lvl5pPr>
          </a:lstStyle>
          <a:p>
            <a:pPr lvl="0"/>
            <a:r>
              <a:rPr lang="en-US" dirty="0"/>
              <a:t>Click to edit Master text styles</a:t>
            </a:r>
          </a:p>
          <a:p>
            <a:pPr lvl="0"/>
            <a:r>
              <a:rPr lang="en-US" dirty="0"/>
              <a:t>Second level</a:t>
            </a:r>
          </a:p>
          <a:p>
            <a:pPr lvl="1"/>
            <a:r>
              <a:rPr lang="en-US" dirty="0"/>
              <a:t>Third level</a:t>
            </a:r>
          </a:p>
          <a:p>
            <a:pPr lvl="1"/>
            <a:r>
              <a:rPr lang="en-US" dirty="0"/>
              <a:t>Fourth level</a:t>
            </a:r>
          </a:p>
          <a:p>
            <a:pPr lvl="1"/>
            <a:r>
              <a:rPr lang="en-US" dirty="0"/>
              <a:t>Fifth level</a:t>
            </a:r>
          </a:p>
        </p:txBody>
      </p:sp>
    </p:spTree>
    <p:extLst>
      <p:ext uri="{BB962C8B-B14F-4D97-AF65-F5344CB8AC3E}">
        <p14:creationId xmlns:p14="http://schemas.microsoft.com/office/powerpoint/2010/main" val="3581750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 White Background-Title_Graphic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3CDDBEA-8282-A349-A313-A9A985A93DE9}"/>
              </a:ext>
            </a:extLst>
          </p:cNvPr>
          <p:cNvSpPr>
            <a:spLocks noGrp="1"/>
          </p:cNvSpPr>
          <p:nvPr>
            <p:ph type="ctrTitle"/>
          </p:nvPr>
        </p:nvSpPr>
        <p:spPr>
          <a:xfrm>
            <a:off x="381000" y="903824"/>
            <a:ext cx="4038865" cy="877094"/>
          </a:xfrm>
        </p:spPr>
        <p:txBody>
          <a:bodyPr lIns="0" tIns="0" rIns="0" bIns="0" anchor="t" anchorCtr="0">
            <a:noAutofit/>
          </a:bodyPr>
          <a:lstStyle>
            <a:lvl1pPr algn="l">
              <a:lnSpc>
                <a:spcPct val="100000"/>
              </a:lnSpc>
              <a:spcAft>
                <a:spcPts val="2833"/>
              </a:spcAft>
              <a:defRPr sz="2667" b="0" i="0">
                <a:solidFill>
                  <a:schemeClr val="tx1"/>
                </a:solidFill>
                <a:latin typeface="IBM Plex Sans Light" panose="020B0403050203000203" pitchFamily="34" charset="0"/>
              </a:defRPr>
            </a:lvl1pPr>
          </a:lstStyle>
          <a:p>
            <a:r>
              <a:rPr lang="en-US" dirty="0"/>
              <a:t>Click to edit Master title style</a:t>
            </a:r>
          </a:p>
        </p:txBody>
      </p:sp>
      <p:sp>
        <p:nvSpPr>
          <p:cNvPr id="8" name="Subtitle 2">
            <a:extLst>
              <a:ext uri="{FF2B5EF4-FFF2-40B4-BE49-F238E27FC236}">
                <a16:creationId xmlns:a16="http://schemas.microsoft.com/office/drawing/2014/main" id="{18920C27-14DB-5043-9FA6-FAD8D4F22CC3}"/>
              </a:ext>
            </a:extLst>
          </p:cNvPr>
          <p:cNvSpPr>
            <a:spLocks noGrp="1"/>
          </p:cNvSpPr>
          <p:nvPr>
            <p:ph type="subTitle" idx="1"/>
          </p:nvPr>
        </p:nvSpPr>
        <p:spPr>
          <a:xfrm>
            <a:off x="381000" y="2199408"/>
            <a:ext cx="4038865" cy="3325093"/>
          </a:xfrm>
        </p:spPr>
        <p:txBody>
          <a:bodyPr lIns="0" tIns="0" rIns="0" bIns="0">
            <a:noAutofit/>
          </a:bodyPr>
          <a:lstStyle>
            <a:lvl1pPr marL="0" indent="0" algn="l">
              <a:lnSpc>
                <a:spcPct val="100000"/>
              </a:lnSpc>
              <a:spcBef>
                <a:spcPts val="0"/>
              </a:spcBef>
              <a:spcAft>
                <a:spcPts val="1667"/>
              </a:spcAft>
              <a:buNone/>
              <a:defRPr sz="1333" b="0" i="0">
                <a:latin typeface="IBM Plex Sans Light" panose="020B0403050203000203" pitchFamily="34" charset="0"/>
              </a:defRPr>
            </a:lvl1pPr>
            <a:lvl2pPr marL="380985" indent="0" algn="ctr">
              <a:buNone/>
              <a:defRPr sz="1667"/>
            </a:lvl2pPr>
            <a:lvl3pPr marL="761970" indent="0" algn="ctr">
              <a:buNone/>
              <a:defRPr sz="1500"/>
            </a:lvl3pPr>
            <a:lvl4pPr marL="1142954" indent="0" algn="ctr">
              <a:buNone/>
              <a:defRPr sz="1333"/>
            </a:lvl4pPr>
            <a:lvl5pPr marL="1523939" indent="0" algn="ctr">
              <a:buNone/>
              <a:defRPr sz="1333"/>
            </a:lvl5pPr>
            <a:lvl6pPr marL="1904924" indent="0" algn="ctr">
              <a:buNone/>
              <a:defRPr sz="1333"/>
            </a:lvl6pPr>
            <a:lvl7pPr marL="2285909" indent="0" algn="ctr">
              <a:buNone/>
              <a:defRPr sz="1333"/>
            </a:lvl7pPr>
            <a:lvl8pPr marL="2666893" indent="0" algn="ctr">
              <a:buNone/>
              <a:defRPr sz="1333"/>
            </a:lvl8pPr>
            <a:lvl9pPr marL="3047878" indent="0" algn="ctr">
              <a:buNone/>
              <a:defRPr sz="1333"/>
            </a:lvl9pPr>
          </a:lstStyle>
          <a:p>
            <a:r>
              <a:rPr lang="en-US" dirty="0"/>
              <a:t>Click to edit Master subtitle style</a:t>
            </a:r>
          </a:p>
        </p:txBody>
      </p:sp>
      <p:sp>
        <p:nvSpPr>
          <p:cNvPr id="14" name="Text Placeholder 7">
            <a:extLst>
              <a:ext uri="{FF2B5EF4-FFF2-40B4-BE49-F238E27FC236}">
                <a16:creationId xmlns:a16="http://schemas.microsoft.com/office/drawing/2014/main" id="{469D03E8-341A-684F-A2FA-202EB65194D1}"/>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grpSp>
        <p:nvGrpSpPr>
          <p:cNvPr id="15" name="Group 14">
            <a:extLst>
              <a:ext uri="{FF2B5EF4-FFF2-40B4-BE49-F238E27FC236}">
                <a16:creationId xmlns:a16="http://schemas.microsoft.com/office/drawing/2014/main" id="{CD3808D1-5B0C-FB4B-B4B0-C3FEB3758511}"/>
              </a:ext>
            </a:extLst>
          </p:cNvPr>
          <p:cNvGrpSpPr/>
          <p:nvPr userDrawn="1"/>
        </p:nvGrpSpPr>
        <p:grpSpPr>
          <a:xfrm>
            <a:off x="-205742" y="-190499"/>
            <a:ext cx="12588243" cy="7209772"/>
            <a:chOff x="-109730" y="-110489"/>
            <a:chExt cx="9352896" cy="5351811"/>
          </a:xfrm>
        </p:grpSpPr>
        <p:grpSp>
          <p:nvGrpSpPr>
            <p:cNvPr id="16" name="Group 15">
              <a:extLst>
                <a:ext uri="{FF2B5EF4-FFF2-40B4-BE49-F238E27FC236}">
                  <a16:creationId xmlns:a16="http://schemas.microsoft.com/office/drawing/2014/main" id="{F60E1ADA-2BDA-9D40-9A6C-DC88F8F1C790}"/>
                </a:ext>
              </a:extLst>
            </p:cNvPr>
            <p:cNvGrpSpPr/>
            <p:nvPr userDrawn="1"/>
          </p:nvGrpSpPr>
          <p:grpSpPr>
            <a:xfrm>
              <a:off x="326211" y="-110489"/>
              <a:ext cx="8492338" cy="119718"/>
              <a:chOff x="326211" y="-152399"/>
              <a:chExt cx="8492338" cy="199534"/>
            </a:xfrm>
          </p:grpSpPr>
          <p:cxnSp>
            <p:nvCxnSpPr>
              <p:cNvPr id="41" name="Straight Connector 40">
                <a:extLst>
                  <a:ext uri="{FF2B5EF4-FFF2-40B4-BE49-F238E27FC236}">
                    <a16:creationId xmlns:a16="http://schemas.microsoft.com/office/drawing/2014/main" id="{E0E49D21-1A52-6141-A9DD-60A91A462D9C}"/>
                  </a:ext>
                </a:extLst>
              </p:cNvPr>
              <p:cNvCxnSpPr/>
              <p:nvPr userDrawn="1"/>
            </p:nvCxnSpPr>
            <p:spPr bwMode="auto">
              <a:xfrm rot="5400000" flipH="1">
                <a:off x="250011" y="-2906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A3C2B2C-D760-DF4C-9987-7634BD965B16}"/>
                  </a:ext>
                </a:extLst>
              </p:cNvPr>
              <p:cNvCxnSpPr/>
              <p:nvPr userDrawn="1"/>
            </p:nvCxnSpPr>
            <p:spPr bwMode="auto">
              <a:xfrm rot="5400000" flipH="1">
                <a:off x="2090018" y="-76199"/>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101BB4B0-65F1-EA43-8B7E-81ADC01D6F5C}"/>
                  </a:ext>
                </a:extLst>
              </p:cNvPr>
              <p:cNvCxnSpPr/>
              <p:nvPr userDrawn="1"/>
            </p:nvCxnSpPr>
            <p:spPr bwMode="auto">
              <a:xfrm rot="5400000" flipH="1">
                <a:off x="2231557" y="-76199"/>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D43A7F40-8B71-C84E-B1FA-1DE0333EE8F2}"/>
                  </a:ext>
                </a:extLst>
              </p:cNvPr>
              <p:cNvCxnSpPr/>
              <p:nvPr userDrawn="1"/>
            </p:nvCxnSpPr>
            <p:spPr bwMode="auto">
              <a:xfrm rot="5400000" flipH="1">
                <a:off x="2373096" y="-76199"/>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6B31A49-931E-754D-BC5F-CA05F7149D32}"/>
                  </a:ext>
                </a:extLst>
              </p:cNvPr>
              <p:cNvCxnSpPr/>
              <p:nvPr userDrawn="1"/>
            </p:nvCxnSpPr>
            <p:spPr bwMode="auto">
              <a:xfrm rot="5400000" flipH="1">
                <a:off x="4354641"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72580F9B-DC53-6449-B303-C9D49E0EF06E}"/>
                  </a:ext>
                </a:extLst>
              </p:cNvPr>
              <p:cNvCxnSpPr/>
              <p:nvPr userDrawn="1"/>
            </p:nvCxnSpPr>
            <p:spPr bwMode="auto">
              <a:xfrm rot="5400000" flipH="1">
                <a:off x="4496180"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BF141D2D-4EA9-204E-9CAD-136115D5DB69}"/>
                  </a:ext>
                </a:extLst>
              </p:cNvPr>
              <p:cNvCxnSpPr/>
              <p:nvPr userDrawn="1"/>
            </p:nvCxnSpPr>
            <p:spPr bwMode="auto">
              <a:xfrm rot="5400000" flipH="1">
                <a:off x="4637719"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47934C0F-B55B-D248-A00F-CD38E23E47BE}"/>
                  </a:ext>
                </a:extLst>
              </p:cNvPr>
              <p:cNvCxnSpPr/>
              <p:nvPr userDrawn="1"/>
            </p:nvCxnSpPr>
            <p:spPr bwMode="auto">
              <a:xfrm rot="5400000" flipH="1">
                <a:off x="6619265"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77B6B5DE-60F2-4947-968B-5D57C18B9113}"/>
                  </a:ext>
                </a:extLst>
              </p:cNvPr>
              <p:cNvCxnSpPr/>
              <p:nvPr userDrawn="1"/>
            </p:nvCxnSpPr>
            <p:spPr bwMode="auto">
              <a:xfrm rot="5400000" flipH="1">
                <a:off x="6760804"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CCADF15F-081E-804E-B998-ECA2207B0D0F}"/>
                  </a:ext>
                </a:extLst>
              </p:cNvPr>
              <p:cNvCxnSpPr/>
              <p:nvPr userDrawn="1"/>
            </p:nvCxnSpPr>
            <p:spPr bwMode="auto">
              <a:xfrm rot="5400000" flipH="1">
                <a:off x="6902342" y="-40055"/>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66A1A5D6-DC92-3D40-BACC-214350970932}"/>
                  </a:ext>
                </a:extLst>
              </p:cNvPr>
              <p:cNvCxnSpPr/>
              <p:nvPr userDrawn="1"/>
            </p:nvCxnSpPr>
            <p:spPr bwMode="auto">
              <a:xfrm rot="5400000" flipH="1">
                <a:off x="8742349" y="-29065"/>
                <a:ext cx="152399"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7" name="Group 16">
              <a:extLst>
                <a:ext uri="{FF2B5EF4-FFF2-40B4-BE49-F238E27FC236}">
                  <a16:creationId xmlns:a16="http://schemas.microsoft.com/office/drawing/2014/main" id="{04D9DC5D-77FB-F440-B5DB-A2DA329BB657}"/>
                </a:ext>
              </a:extLst>
            </p:cNvPr>
            <p:cNvGrpSpPr/>
            <p:nvPr userDrawn="1"/>
          </p:nvGrpSpPr>
          <p:grpSpPr>
            <a:xfrm>
              <a:off x="326211" y="5143289"/>
              <a:ext cx="8492338" cy="98033"/>
              <a:chOff x="326211" y="5111418"/>
              <a:chExt cx="8492338" cy="163389"/>
            </a:xfrm>
          </p:grpSpPr>
          <p:cxnSp>
            <p:nvCxnSpPr>
              <p:cNvPr id="30" name="Straight Connector 29">
                <a:extLst>
                  <a:ext uri="{FF2B5EF4-FFF2-40B4-BE49-F238E27FC236}">
                    <a16:creationId xmlns:a16="http://schemas.microsoft.com/office/drawing/2014/main" id="{43923083-04B5-664A-91EC-BDE595145E1F}"/>
                  </a:ext>
                </a:extLst>
              </p:cNvPr>
              <p:cNvCxnSpPr/>
              <p:nvPr userDrawn="1"/>
            </p:nvCxnSpPr>
            <p:spPr bwMode="auto">
              <a:xfrm rot="5400000" flipH="1">
                <a:off x="250011" y="5187632"/>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AB56F0E2-D159-1344-AED0-C205E8612862}"/>
                  </a:ext>
                </a:extLst>
              </p:cNvPr>
              <p:cNvCxnSpPr/>
              <p:nvPr userDrawn="1"/>
            </p:nvCxnSpPr>
            <p:spPr bwMode="auto">
              <a:xfrm rot="5400000" flipH="1">
                <a:off x="2090017"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55BBF07F-6759-454F-A91D-B102B8AC1919}"/>
                  </a:ext>
                </a:extLst>
              </p:cNvPr>
              <p:cNvCxnSpPr/>
              <p:nvPr userDrawn="1"/>
            </p:nvCxnSpPr>
            <p:spPr bwMode="auto">
              <a:xfrm rot="5400000" flipH="1">
                <a:off x="2231556"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E06CDBD1-5104-2345-A227-AD9F587B64BF}"/>
                  </a:ext>
                </a:extLst>
              </p:cNvPr>
              <p:cNvCxnSpPr/>
              <p:nvPr userDrawn="1"/>
            </p:nvCxnSpPr>
            <p:spPr bwMode="auto">
              <a:xfrm rot="5400000" flipH="1">
                <a:off x="2373095"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98EE3F69-0BBE-BD4F-9AD0-1CB352E1AD4A}"/>
                  </a:ext>
                </a:extLst>
              </p:cNvPr>
              <p:cNvCxnSpPr/>
              <p:nvPr userDrawn="1"/>
            </p:nvCxnSpPr>
            <p:spPr bwMode="auto">
              <a:xfrm rot="5400000" flipH="1">
                <a:off x="4354641"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7C98A40D-08C2-CE4C-84EC-F44645F73233}"/>
                  </a:ext>
                </a:extLst>
              </p:cNvPr>
              <p:cNvCxnSpPr/>
              <p:nvPr userDrawn="1"/>
            </p:nvCxnSpPr>
            <p:spPr bwMode="auto">
              <a:xfrm rot="5400000" flipH="1">
                <a:off x="4496180"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5F2C4334-325C-F648-85C6-42EA35A5D422}"/>
                  </a:ext>
                </a:extLst>
              </p:cNvPr>
              <p:cNvCxnSpPr/>
              <p:nvPr userDrawn="1"/>
            </p:nvCxnSpPr>
            <p:spPr bwMode="auto">
              <a:xfrm rot="5400000" flipH="1">
                <a:off x="4637719"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9DCB3919-C6D8-7841-8668-4FC65B2B152F}"/>
                  </a:ext>
                </a:extLst>
              </p:cNvPr>
              <p:cNvCxnSpPr/>
              <p:nvPr userDrawn="1"/>
            </p:nvCxnSpPr>
            <p:spPr bwMode="auto">
              <a:xfrm rot="5400000" flipH="1">
                <a:off x="6619264"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4A95870D-535C-3845-B53B-3A776CA153C0}"/>
                  </a:ext>
                </a:extLst>
              </p:cNvPr>
              <p:cNvCxnSpPr/>
              <p:nvPr userDrawn="1"/>
            </p:nvCxnSpPr>
            <p:spPr bwMode="auto">
              <a:xfrm rot="5400000" flipH="1">
                <a:off x="6760803"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E89ED024-07E4-8043-81FE-ED2CF733D6FE}"/>
                  </a:ext>
                </a:extLst>
              </p:cNvPr>
              <p:cNvCxnSpPr/>
              <p:nvPr userDrawn="1"/>
            </p:nvCxnSpPr>
            <p:spPr bwMode="auto">
              <a:xfrm rot="5400000" flipH="1">
                <a:off x="6902342" y="5198607"/>
                <a:ext cx="15240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6C26E068-11CF-5A4C-9076-192CCF5D7635}"/>
                  </a:ext>
                </a:extLst>
              </p:cNvPr>
              <p:cNvCxnSpPr/>
              <p:nvPr userDrawn="1"/>
            </p:nvCxnSpPr>
            <p:spPr bwMode="auto">
              <a:xfrm rot="5400000" flipH="1">
                <a:off x="8742348" y="5187619"/>
                <a:ext cx="152402"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BBB5C23F-A661-304E-8011-DD021448031E}"/>
                </a:ext>
              </a:extLst>
            </p:cNvPr>
            <p:cNvGrpSpPr/>
            <p:nvPr userDrawn="1"/>
          </p:nvGrpSpPr>
          <p:grpSpPr>
            <a:xfrm>
              <a:off x="-109730" y="313734"/>
              <a:ext cx="124556" cy="4525058"/>
              <a:chOff x="-109730" y="313734"/>
              <a:chExt cx="124556" cy="4525058"/>
            </a:xfrm>
          </p:grpSpPr>
          <p:cxnSp>
            <p:nvCxnSpPr>
              <p:cNvPr id="25" name="Straight Connector 24">
                <a:extLst>
                  <a:ext uri="{FF2B5EF4-FFF2-40B4-BE49-F238E27FC236}">
                    <a16:creationId xmlns:a16="http://schemas.microsoft.com/office/drawing/2014/main" id="{0C7ABC2B-4A6F-B94C-8519-4112F75E043D}"/>
                  </a:ext>
                </a:extLst>
              </p:cNvPr>
              <p:cNvCxnSpPr/>
              <p:nvPr userDrawn="1"/>
            </p:nvCxnSpPr>
            <p:spPr bwMode="auto">
              <a:xfrm flipH="1">
                <a:off x="-109730" y="1303590"/>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C7B0C4DF-FB88-3E41-A423-6B9060FFFC04}"/>
                  </a:ext>
                </a:extLst>
              </p:cNvPr>
              <p:cNvCxnSpPr/>
              <p:nvPr userDrawn="1"/>
            </p:nvCxnSpPr>
            <p:spPr bwMode="auto">
              <a:xfrm flipH="1">
                <a:off x="-109730" y="2576262"/>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F21C9AE-BA75-4B42-8ABF-6D9511D56DA5}"/>
                  </a:ext>
                </a:extLst>
              </p:cNvPr>
              <p:cNvCxnSpPr/>
              <p:nvPr userDrawn="1"/>
            </p:nvCxnSpPr>
            <p:spPr bwMode="auto">
              <a:xfrm flipH="1">
                <a:off x="-109730" y="384962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93FD6DA-8879-FB44-9DA8-FB462D50A869}"/>
                  </a:ext>
                </a:extLst>
              </p:cNvPr>
              <p:cNvCxnSpPr/>
              <p:nvPr userDrawn="1"/>
            </p:nvCxnSpPr>
            <p:spPr bwMode="auto">
              <a:xfrm flipH="1">
                <a:off x="-98406" y="31373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98549E76-8743-074C-8EC8-6E60CA66AF1C}"/>
                  </a:ext>
                </a:extLst>
              </p:cNvPr>
              <p:cNvCxnSpPr/>
              <p:nvPr userDrawn="1"/>
            </p:nvCxnSpPr>
            <p:spPr bwMode="auto">
              <a:xfrm flipH="1">
                <a:off x="-76614" y="4838792"/>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44498DC8-B4AA-1145-94DF-30D6EA792B67}"/>
                </a:ext>
              </a:extLst>
            </p:cNvPr>
            <p:cNvGrpSpPr/>
            <p:nvPr userDrawn="1"/>
          </p:nvGrpSpPr>
          <p:grpSpPr>
            <a:xfrm>
              <a:off x="9123418" y="313734"/>
              <a:ext cx="119748" cy="4525057"/>
              <a:chOff x="-149362" y="307384"/>
              <a:chExt cx="119748" cy="4525057"/>
            </a:xfrm>
          </p:grpSpPr>
          <p:cxnSp>
            <p:nvCxnSpPr>
              <p:cNvPr id="20" name="Straight Connector 19">
                <a:extLst>
                  <a:ext uri="{FF2B5EF4-FFF2-40B4-BE49-F238E27FC236}">
                    <a16:creationId xmlns:a16="http://schemas.microsoft.com/office/drawing/2014/main" id="{CAD88016-E1AB-3E4A-A193-B0EE59ABA177}"/>
                  </a:ext>
                </a:extLst>
              </p:cNvPr>
              <p:cNvCxnSpPr/>
              <p:nvPr userDrawn="1"/>
            </p:nvCxnSpPr>
            <p:spPr bwMode="auto">
              <a:xfrm flipH="1">
                <a:off x="-142845" y="1297240"/>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A34A47F0-153C-F044-8B57-897D51D0F3AF}"/>
                  </a:ext>
                </a:extLst>
              </p:cNvPr>
              <p:cNvCxnSpPr/>
              <p:nvPr userDrawn="1"/>
            </p:nvCxnSpPr>
            <p:spPr bwMode="auto">
              <a:xfrm flipH="1">
                <a:off x="-142845" y="2569913"/>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5BEF783C-A4C5-464B-B070-CB463F346A63}"/>
                  </a:ext>
                </a:extLst>
              </p:cNvPr>
              <p:cNvCxnSpPr/>
              <p:nvPr userDrawn="1"/>
            </p:nvCxnSpPr>
            <p:spPr bwMode="auto">
              <a:xfrm flipH="1">
                <a:off x="-142845" y="384327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16682FB-1EAE-BF4A-90A7-F03FCDEB53CD}"/>
                  </a:ext>
                </a:extLst>
              </p:cNvPr>
              <p:cNvCxnSpPr/>
              <p:nvPr userDrawn="1"/>
            </p:nvCxnSpPr>
            <p:spPr bwMode="auto">
              <a:xfrm flipH="1">
                <a:off x="-149362" y="307384"/>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CED665C-B02F-8448-B30E-668DB8D2C953}"/>
                  </a:ext>
                </a:extLst>
              </p:cNvPr>
              <p:cNvCxnSpPr/>
              <p:nvPr userDrawn="1"/>
            </p:nvCxnSpPr>
            <p:spPr bwMode="auto">
              <a:xfrm flipH="1">
                <a:off x="-121054" y="4832441"/>
                <a:ext cx="91440" cy="0"/>
              </a:xfrm>
              <a:prstGeom prst="line">
                <a:avLst/>
              </a:prstGeom>
              <a:ln>
                <a:solidFill>
                  <a:schemeClr val="accent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86315698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67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 Divider with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A7118BE-EDEE-1C4C-95E1-9F042430A7BB}"/>
              </a:ext>
            </a:extLst>
          </p:cNvPr>
          <p:cNvSpPr/>
          <p:nvPr userDrawn="1"/>
        </p:nvSpPr>
        <p:spPr>
          <a:xfrm>
            <a:off x="0" y="0"/>
            <a:ext cx="6096000" cy="6858000"/>
          </a:xfrm>
          <a:prstGeom prst="rect">
            <a:avLst/>
          </a:prstGeom>
          <a:solidFill>
            <a:srgbClr val="E5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9" name="Title 1">
            <a:extLst>
              <a:ext uri="{FF2B5EF4-FFF2-40B4-BE49-F238E27FC236}">
                <a16:creationId xmlns:a16="http://schemas.microsoft.com/office/drawing/2014/main" id="{BC52A26D-7A26-E44D-ACFF-BBB6A99749C4}"/>
              </a:ext>
            </a:extLst>
          </p:cNvPr>
          <p:cNvSpPr>
            <a:spLocks noGrp="1"/>
          </p:cNvSpPr>
          <p:nvPr>
            <p:ph type="title"/>
          </p:nvPr>
        </p:nvSpPr>
        <p:spPr>
          <a:xfrm>
            <a:off x="381001" y="875771"/>
            <a:ext cx="4038865" cy="4877594"/>
          </a:xfrm>
        </p:spPr>
        <p:txBody>
          <a:bodyPr lIns="0" tIns="0" rIns="0" bIns="0" anchor="t" anchorCtr="0">
            <a:noAutofit/>
          </a:bodyPr>
          <a:lstStyle>
            <a:lvl1pPr>
              <a:lnSpc>
                <a:spcPct val="100000"/>
              </a:lnSpc>
              <a:spcAft>
                <a:spcPts val="6000"/>
              </a:spcAft>
              <a:defRPr sz="5333" b="0" i="0">
                <a:solidFill>
                  <a:srgbClr val="0F62FE"/>
                </a:solidFill>
                <a:latin typeface="IBM Plex Sans ExtraLight" panose="020B0303050203000203" pitchFamily="34" charset="0"/>
              </a:defRPr>
            </a:lvl1pPr>
          </a:lstStyle>
          <a:p>
            <a:r>
              <a:rPr lang="en-US"/>
              <a:t>Click to edit Master title style</a:t>
            </a:r>
          </a:p>
        </p:txBody>
      </p:sp>
      <p:sp>
        <p:nvSpPr>
          <p:cNvPr id="10" name="Text Placeholder 7">
            <a:extLst>
              <a:ext uri="{FF2B5EF4-FFF2-40B4-BE49-F238E27FC236}">
                <a16:creationId xmlns:a16="http://schemas.microsoft.com/office/drawing/2014/main" id="{C7E62F4B-AD46-B54A-969A-335720FBDE8A}"/>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833"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grpSp>
        <p:nvGrpSpPr>
          <p:cNvPr id="11" name="Group 10">
            <a:extLst>
              <a:ext uri="{FF2B5EF4-FFF2-40B4-BE49-F238E27FC236}">
                <a16:creationId xmlns:a16="http://schemas.microsoft.com/office/drawing/2014/main" id="{B59F9782-4CB3-5E49-A169-EADD93729521}"/>
              </a:ext>
            </a:extLst>
          </p:cNvPr>
          <p:cNvGrpSpPr/>
          <p:nvPr userDrawn="1"/>
        </p:nvGrpSpPr>
        <p:grpSpPr>
          <a:xfrm>
            <a:off x="661512" y="6609394"/>
            <a:ext cx="2489725" cy="183809"/>
            <a:chOff x="914400" y="7899655"/>
            <a:chExt cx="2987670" cy="220571"/>
          </a:xfrm>
        </p:grpSpPr>
        <p:sp>
          <p:nvSpPr>
            <p:cNvPr id="12" name="Footer Placeholder 3">
              <a:extLst>
                <a:ext uri="{FF2B5EF4-FFF2-40B4-BE49-F238E27FC236}">
                  <a16:creationId xmlns:a16="http://schemas.microsoft.com/office/drawing/2014/main" id="{15717F7F-FFC1-FC44-8F5B-F68061A90481}"/>
                </a:ext>
              </a:extLst>
            </p:cNvPr>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1000"/>
                </a:spcAft>
              </a:pPr>
              <a:r>
                <a:rPr lang="en-US" sz="666" b="0" i="0" dirty="0">
                  <a:solidFill>
                    <a:srgbClr val="001141"/>
                  </a:solidFill>
                  <a:latin typeface="IBM Plex Sans" charset="0"/>
                  <a:ea typeface="IBM Plex Sans" charset="0"/>
                  <a:cs typeface="IBM Plex Sans" charset="0"/>
                </a:rPr>
                <a:t>©</a:t>
              </a:r>
              <a:r>
                <a:rPr lang="en-US" sz="333" b="0" i="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2022 IBM Corporation</a:t>
              </a:r>
              <a:r>
                <a:rPr lang="en-US" sz="666" b="0" i="0" baseline="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 </a:t>
              </a:r>
            </a:p>
          </p:txBody>
        </p:sp>
        <p:sp>
          <p:nvSpPr>
            <p:cNvPr id="13" name="Date Placeholder 2">
              <a:extLst>
                <a:ext uri="{FF2B5EF4-FFF2-40B4-BE49-F238E27FC236}">
                  <a16:creationId xmlns:a16="http://schemas.microsoft.com/office/drawing/2014/main" id="{FD128882-6AFB-DC49-802D-DB4BCB50D96A}"/>
                </a:ext>
              </a:extLst>
            </p:cNvPr>
            <p:cNvSpPr txBox="1">
              <a:spLocks/>
            </p:cNvSpPr>
            <p:nvPr userDrawn="1"/>
          </p:nvSpPr>
          <p:spPr>
            <a:xfrm>
              <a:off x="2256150" y="7899655"/>
              <a:ext cx="164592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1000"/>
                </a:spcAft>
                <a:tabLst/>
                <a:defRPr/>
              </a:pPr>
              <a:r>
                <a:rPr lang="en-US" sz="666" b="0" i="0" dirty="0">
                  <a:solidFill>
                    <a:srgbClr val="001141"/>
                  </a:solidFill>
                  <a:latin typeface="IBM Plex Sans" charset="0"/>
                  <a:ea typeface="IBM Plex Sans" charset="0"/>
                  <a:cs typeface="IBM Plex Sans" charset="0"/>
                </a:rPr>
                <a:t> IBM Consulting</a:t>
              </a:r>
            </a:p>
          </p:txBody>
        </p:sp>
      </p:grpSp>
      <p:sp>
        <p:nvSpPr>
          <p:cNvPr id="16" name="Text Placeholder 15">
            <a:extLst>
              <a:ext uri="{FF2B5EF4-FFF2-40B4-BE49-F238E27FC236}">
                <a16:creationId xmlns:a16="http://schemas.microsoft.com/office/drawing/2014/main" id="{52FA02FE-691C-904C-B089-B5EE30906095}"/>
              </a:ext>
            </a:extLst>
          </p:cNvPr>
          <p:cNvSpPr>
            <a:spLocks noGrp="1"/>
          </p:cNvSpPr>
          <p:nvPr>
            <p:ph type="body" sz="quarter" idx="14"/>
          </p:nvPr>
        </p:nvSpPr>
        <p:spPr>
          <a:xfrm>
            <a:off x="6286501" y="381000"/>
            <a:ext cx="2553229" cy="1371600"/>
          </a:xfrm>
        </p:spPr>
        <p:txBody>
          <a:bodyPr lIns="0" tIns="0" rIns="0" bIns="0">
            <a:noAutofit/>
          </a:bodyPr>
          <a:lstStyle>
            <a:lvl1pPr marL="0" indent="0">
              <a:lnSpc>
                <a:spcPct val="100000"/>
              </a:lnSpc>
              <a:spcBef>
                <a:spcPts val="0"/>
              </a:spcBef>
              <a:spcAft>
                <a:spcPts val="1667"/>
              </a:spcAft>
              <a:buNone/>
              <a:defRPr sz="1333" b="0" i="0">
                <a:latin typeface="IBM Plex Sans Light" panose="020B0403050203000203" pitchFamily="34" charset="0"/>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A8123DCF-ACE9-AA42-A3EA-FF4951084866}"/>
              </a:ext>
            </a:extLst>
          </p:cNvPr>
          <p:cNvSpPr>
            <a:spLocks noGrp="1"/>
          </p:cNvSpPr>
          <p:nvPr>
            <p:ph type="body" sz="quarter" idx="15"/>
          </p:nvPr>
        </p:nvSpPr>
        <p:spPr>
          <a:xfrm>
            <a:off x="9218753" y="381000"/>
            <a:ext cx="2592247" cy="1371600"/>
          </a:xfrm>
        </p:spPr>
        <p:txBody>
          <a:bodyPr lIns="0" tIns="0" rIns="0" bIns="0">
            <a:noAutofit/>
          </a:bodyPr>
          <a:lstStyle>
            <a:lvl1pPr marL="0" indent="0">
              <a:lnSpc>
                <a:spcPct val="100000"/>
              </a:lnSpc>
              <a:spcBef>
                <a:spcPts val="0"/>
              </a:spcBef>
              <a:spcAft>
                <a:spcPts val="1667"/>
              </a:spcAft>
              <a:buNone/>
              <a:defRPr sz="1333" b="0" i="0">
                <a:latin typeface="IBM Plex Sans Light" panose="020B0403050203000203" pitchFamily="34" charset="0"/>
              </a:defRPr>
            </a:lvl1pPr>
          </a:lstStyle>
          <a:p>
            <a:pPr lvl="0"/>
            <a:r>
              <a:rPr lang="en-US" dirty="0"/>
              <a:t>Click to edit Master text styles</a:t>
            </a:r>
          </a:p>
        </p:txBody>
      </p:sp>
      <p:sp>
        <p:nvSpPr>
          <p:cNvPr id="18" name="Text Placeholder 15">
            <a:extLst>
              <a:ext uri="{FF2B5EF4-FFF2-40B4-BE49-F238E27FC236}">
                <a16:creationId xmlns:a16="http://schemas.microsoft.com/office/drawing/2014/main" id="{2542DBC9-C492-114A-B222-E094FD427560}"/>
              </a:ext>
            </a:extLst>
          </p:cNvPr>
          <p:cNvSpPr>
            <a:spLocks noGrp="1"/>
          </p:cNvSpPr>
          <p:nvPr>
            <p:ph type="body" sz="quarter" idx="16"/>
          </p:nvPr>
        </p:nvSpPr>
        <p:spPr>
          <a:xfrm>
            <a:off x="6286501" y="1943582"/>
            <a:ext cx="2553229" cy="4381283"/>
          </a:xfrm>
        </p:spPr>
        <p:txBody>
          <a:bodyPr lIns="0" tIns="0" rIns="0" bIns="0">
            <a:noAutofit/>
          </a:bodyPr>
          <a:lstStyle>
            <a:lvl1pPr marL="0" indent="0">
              <a:lnSpc>
                <a:spcPct val="100000"/>
              </a:lnSpc>
              <a:spcBef>
                <a:spcPts val="0"/>
              </a:spcBef>
              <a:spcAft>
                <a:spcPts val="1667"/>
              </a:spcAft>
              <a:buNone/>
              <a:defRPr sz="1333" b="0" i="0">
                <a:latin typeface="IBM Plex Sans Medium" panose="020B0503050203000203" pitchFamily="34" charset="0"/>
              </a:defRPr>
            </a:lvl1pPr>
          </a:lstStyle>
          <a:p>
            <a:pPr lvl="0"/>
            <a:r>
              <a:rPr lang="en-US" dirty="0"/>
              <a:t>Click to edit Master text styles</a:t>
            </a:r>
          </a:p>
        </p:txBody>
      </p:sp>
      <p:sp>
        <p:nvSpPr>
          <p:cNvPr id="19" name="Text Placeholder 15">
            <a:extLst>
              <a:ext uri="{FF2B5EF4-FFF2-40B4-BE49-F238E27FC236}">
                <a16:creationId xmlns:a16="http://schemas.microsoft.com/office/drawing/2014/main" id="{AA0AAFEE-9EDA-2049-97B8-9766D2089305}"/>
              </a:ext>
            </a:extLst>
          </p:cNvPr>
          <p:cNvSpPr>
            <a:spLocks noGrp="1"/>
          </p:cNvSpPr>
          <p:nvPr>
            <p:ph type="body" sz="quarter" idx="17"/>
          </p:nvPr>
        </p:nvSpPr>
        <p:spPr>
          <a:xfrm>
            <a:off x="9218753" y="1943582"/>
            <a:ext cx="2592247" cy="4381283"/>
          </a:xfrm>
        </p:spPr>
        <p:txBody>
          <a:bodyPr lIns="0" tIns="0" rIns="0" bIns="0">
            <a:noAutofit/>
          </a:bodyPr>
          <a:lstStyle>
            <a:lvl1pPr marL="0" indent="0">
              <a:lnSpc>
                <a:spcPct val="100000"/>
              </a:lnSpc>
              <a:spcBef>
                <a:spcPts val="0"/>
              </a:spcBef>
              <a:spcAft>
                <a:spcPts val="1667"/>
              </a:spcAft>
              <a:buNone/>
              <a:defRPr sz="1333" b="0" i="0">
                <a:latin typeface="IBM Plex Sans Medium" panose="020B0503050203000203" pitchFamily="34" charset="0"/>
              </a:defRPr>
            </a:lvl1pPr>
          </a:lstStyle>
          <a:p>
            <a:pPr lvl="0"/>
            <a:r>
              <a:rPr lang="en-US" dirty="0"/>
              <a:t>Click to edit Master text styles</a:t>
            </a:r>
          </a:p>
        </p:txBody>
      </p:sp>
      <p:sp>
        <p:nvSpPr>
          <p:cNvPr id="20" name="Slide Number Placeholder 2">
            <a:extLst>
              <a:ext uri="{FF2B5EF4-FFF2-40B4-BE49-F238E27FC236}">
                <a16:creationId xmlns:a16="http://schemas.microsoft.com/office/drawing/2014/main" id="{698ECAB5-A913-B54A-9779-71F61AF417EB}"/>
              </a:ext>
            </a:extLst>
          </p:cNvPr>
          <p:cNvSpPr txBox="1">
            <a:spLocks/>
          </p:cNvSpPr>
          <p:nvPr userDrawn="1"/>
        </p:nvSpPr>
        <p:spPr>
          <a:xfrm>
            <a:off x="379048" y="6611958"/>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rgbClr val="001141"/>
                </a:solidFill>
                <a:latin typeface="IBM Plex Sans" charset="0"/>
                <a:ea typeface="IBM Plex Sans" charset="0"/>
                <a:cs typeface="IBM Plex Sans" charset="0"/>
              </a:rPr>
              <a:pPr algn="l"/>
              <a:t>‹#›</a:t>
            </a:fld>
            <a:endParaRPr lang="en-US" sz="667" b="0" i="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853245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7. Boxes_Custom Graphics">
    <p:spTree>
      <p:nvGrpSpPr>
        <p:cNvPr id="1" name=""/>
        <p:cNvGrpSpPr/>
        <p:nvPr/>
      </p:nvGrpSpPr>
      <p:grpSpPr>
        <a:xfrm>
          <a:off x="0" y="0"/>
          <a:ext cx="0" cy="0"/>
          <a:chOff x="0" y="0"/>
          <a:chExt cx="0" cy="0"/>
        </a:xfrm>
      </p:grpSpPr>
      <p:sp>
        <p:nvSpPr>
          <p:cNvPr id="14" name="Text Placeholder 17">
            <a:extLst>
              <a:ext uri="{FF2B5EF4-FFF2-40B4-BE49-F238E27FC236}">
                <a16:creationId xmlns:a16="http://schemas.microsoft.com/office/drawing/2014/main" id="{94CB5A1E-3152-2744-BC09-F649CBF270B2}"/>
              </a:ext>
            </a:extLst>
          </p:cNvPr>
          <p:cNvSpPr>
            <a:spLocks noGrp="1"/>
          </p:cNvSpPr>
          <p:nvPr>
            <p:ph type="body" sz="quarter" idx="14"/>
          </p:nvPr>
        </p:nvSpPr>
        <p:spPr>
          <a:xfrm>
            <a:off x="3252638" y="1943100"/>
            <a:ext cx="2762665" cy="4381500"/>
          </a:xfrm>
          <a:solidFill>
            <a:srgbClr val="E5F6FF"/>
          </a:solidFill>
        </p:spPr>
        <p:txBody>
          <a:bodyPr lIns="228600" tIns="228600" rIns="228600" bIns="457200">
            <a:normAutofit/>
          </a:bodyPr>
          <a:lstStyle>
            <a:lvl1pPr marL="0" indent="0">
              <a:lnSpc>
                <a:spcPct val="100000"/>
              </a:lnSpc>
              <a:spcBef>
                <a:spcPts val="0"/>
              </a:spcBef>
              <a:spcAft>
                <a:spcPts val="1667"/>
              </a:spcAft>
              <a:buNone/>
              <a:defRPr sz="1333" b="0" i="0">
                <a:latin typeface="IBM Plex Sans Light" panose="020B0403050203000203" pitchFamily="34" charset="0"/>
              </a:defRPr>
            </a:lvl1pPr>
          </a:lstStyle>
          <a:p>
            <a:pPr lvl="0"/>
            <a:r>
              <a:rPr lang="en-US" dirty="0"/>
              <a:t>Click to edit Master text styles</a:t>
            </a:r>
          </a:p>
        </p:txBody>
      </p:sp>
      <p:sp>
        <p:nvSpPr>
          <p:cNvPr id="15" name="Text Placeholder 17">
            <a:extLst>
              <a:ext uri="{FF2B5EF4-FFF2-40B4-BE49-F238E27FC236}">
                <a16:creationId xmlns:a16="http://schemas.microsoft.com/office/drawing/2014/main" id="{493503BC-B175-AD47-B1B2-594008FE134F}"/>
              </a:ext>
            </a:extLst>
          </p:cNvPr>
          <p:cNvSpPr>
            <a:spLocks noGrp="1"/>
          </p:cNvSpPr>
          <p:nvPr>
            <p:ph type="body" sz="quarter" idx="15"/>
          </p:nvPr>
        </p:nvSpPr>
        <p:spPr>
          <a:xfrm>
            <a:off x="6187153" y="1943100"/>
            <a:ext cx="2762665" cy="4381500"/>
          </a:xfrm>
          <a:solidFill>
            <a:srgbClr val="E5F6FF"/>
          </a:solidFill>
        </p:spPr>
        <p:txBody>
          <a:bodyPr lIns="228600" tIns="228600" rIns="228600" bIns="457200">
            <a:normAutofit/>
          </a:bodyPr>
          <a:lstStyle>
            <a:lvl1pPr marL="0" indent="0">
              <a:lnSpc>
                <a:spcPct val="100000"/>
              </a:lnSpc>
              <a:spcBef>
                <a:spcPts val="0"/>
              </a:spcBef>
              <a:spcAft>
                <a:spcPts val="1667"/>
              </a:spcAft>
              <a:buNone/>
              <a:defRPr sz="1333" b="0" i="0">
                <a:latin typeface="IBM Plex Sans Light" panose="020B0403050203000203" pitchFamily="34" charset="0"/>
              </a:defRPr>
            </a:lvl1pPr>
          </a:lstStyle>
          <a:p>
            <a:pPr lvl="0"/>
            <a:r>
              <a:rPr lang="en-US" dirty="0"/>
              <a:t>Click to edit Master text styles</a:t>
            </a:r>
          </a:p>
        </p:txBody>
      </p:sp>
      <p:sp>
        <p:nvSpPr>
          <p:cNvPr id="16" name="Text Placeholder 17">
            <a:extLst>
              <a:ext uri="{FF2B5EF4-FFF2-40B4-BE49-F238E27FC236}">
                <a16:creationId xmlns:a16="http://schemas.microsoft.com/office/drawing/2014/main" id="{B30451BF-11F1-F44A-8C53-766013B812BC}"/>
              </a:ext>
            </a:extLst>
          </p:cNvPr>
          <p:cNvSpPr>
            <a:spLocks noGrp="1"/>
          </p:cNvSpPr>
          <p:nvPr>
            <p:ph type="body" sz="quarter" idx="16"/>
          </p:nvPr>
        </p:nvSpPr>
        <p:spPr>
          <a:xfrm>
            <a:off x="9121668" y="1943100"/>
            <a:ext cx="2803103" cy="4381500"/>
          </a:xfrm>
          <a:solidFill>
            <a:srgbClr val="E5F6FF"/>
          </a:solidFill>
        </p:spPr>
        <p:txBody>
          <a:bodyPr lIns="228600" tIns="228600" rIns="228600" bIns="457200">
            <a:normAutofit/>
          </a:bodyPr>
          <a:lstStyle>
            <a:lvl1pPr marL="0" indent="0">
              <a:lnSpc>
                <a:spcPct val="100000"/>
              </a:lnSpc>
              <a:spcBef>
                <a:spcPts val="0"/>
              </a:spcBef>
              <a:spcAft>
                <a:spcPts val="1667"/>
              </a:spcAft>
              <a:buNone/>
              <a:defRPr sz="1333" b="0" i="0">
                <a:latin typeface="IBM Plex Sans Light" panose="020B0403050203000203" pitchFamily="34" charset="0"/>
              </a:defRPr>
            </a:lvl1pPr>
          </a:lstStyle>
          <a:p>
            <a:pPr lvl="0"/>
            <a:r>
              <a:rPr lang="en-US" dirty="0"/>
              <a:t>Click to edit Master text styles</a:t>
            </a:r>
          </a:p>
        </p:txBody>
      </p:sp>
      <p:sp>
        <p:nvSpPr>
          <p:cNvPr id="7" name="Title 1">
            <a:extLst>
              <a:ext uri="{FF2B5EF4-FFF2-40B4-BE49-F238E27FC236}">
                <a16:creationId xmlns:a16="http://schemas.microsoft.com/office/drawing/2014/main" id="{2302E39B-F170-124F-A7C8-8D99BC786F9E}"/>
              </a:ext>
            </a:extLst>
          </p:cNvPr>
          <p:cNvSpPr>
            <a:spLocks noGrp="1"/>
          </p:cNvSpPr>
          <p:nvPr>
            <p:ph type="title"/>
          </p:nvPr>
        </p:nvSpPr>
        <p:spPr>
          <a:xfrm>
            <a:off x="381000" y="1714500"/>
            <a:ext cx="2590271" cy="876300"/>
          </a:xfrm>
        </p:spPr>
        <p:txBody>
          <a:bodyPr lIns="0" tIns="0" rIns="0" bIns="0" anchor="t" anchorCtr="0"/>
          <a:lstStyle>
            <a:lvl1pPr>
              <a:defRPr sz="2667">
                <a:solidFill>
                  <a:srgbClr val="001141"/>
                </a:solidFill>
              </a:defRPr>
            </a:lvl1pPr>
          </a:lstStyle>
          <a:p>
            <a:r>
              <a:rPr lang="en-US" dirty="0"/>
              <a:t>Click to edit Master title style</a:t>
            </a:r>
          </a:p>
        </p:txBody>
      </p:sp>
      <p:sp>
        <p:nvSpPr>
          <p:cNvPr id="8" name="Text Placeholder 3">
            <a:extLst>
              <a:ext uri="{FF2B5EF4-FFF2-40B4-BE49-F238E27FC236}">
                <a16:creationId xmlns:a16="http://schemas.microsoft.com/office/drawing/2014/main" id="{68D7A0D1-D29A-F243-B3F6-FE400764F2F5}"/>
              </a:ext>
            </a:extLst>
          </p:cNvPr>
          <p:cNvSpPr>
            <a:spLocks noGrp="1"/>
          </p:cNvSpPr>
          <p:nvPr>
            <p:ph type="body" sz="half" idx="2"/>
          </p:nvPr>
        </p:nvSpPr>
        <p:spPr>
          <a:xfrm>
            <a:off x="381000" y="2782095"/>
            <a:ext cx="2590271" cy="3542506"/>
          </a:xfrm>
        </p:spPr>
        <p:txBody>
          <a:bodyPr lIns="0" tIns="0" rIns="0" bIns="0"/>
          <a:lstStyle>
            <a:lvl1pPr marL="0" indent="0">
              <a:buNone/>
              <a:defRPr sz="1333">
                <a:solidFill>
                  <a:srgbClr val="001141"/>
                </a:solidFill>
              </a:defRPr>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en-US" dirty="0"/>
              <a:t>Click to edit Master text styles</a:t>
            </a:r>
          </a:p>
        </p:txBody>
      </p:sp>
      <p:sp>
        <p:nvSpPr>
          <p:cNvPr id="9" name="Text Placeholder 7">
            <a:extLst>
              <a:ext uri="{FF2B5EF4-FFF2-40B4-BE49-F238E27FC236}">
                <a16:creationId xmlns:a16="http://schemas.microsoft.com/office/drawing/2014/main" id="{E29D6101-F256-134C-8B8D-244D26E698E6}"/>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spTree>
    <p:extLst>
      <p:ext uri="{BB962C8B-B14F-4D97-AF65-F5344CB8AC3E}">
        <p14:creationId xmlns:p14="http://schemas.microsoft.com/office/powerpoint/2010/main" val="279627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 Cyan10 White-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162276-12DB-6A41-84AA-0E88DCCF1A59}"/>
              </a:ext>
            </a:extLst>
          </p:cNvPr>
          <p:cNvSpPr/>
          <p:nvPr userDrawn="1"/>
        </p:nvSpPr>
        <p:spPr>
          <a:xfrm>
            <a:off x="0" y="0"/>
            <a:ext cx="6096000" cy="6858000"/>
          </a:xfrm>
          <a:prstGeom prst="rect">
            <a:avLst/>
          </a:prstGeom>
          <a:solidFill>
            <a:srgbClr val="E5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11" name="Title 1">
            <a:extLst>
              <a:ext uri="{FF2B5EF4-FFF2-40B4-BE49-F238E27FC236}">
                <a16:creationId xmlns:a16="http://schemas.microsoft.com/office/drawing/2014/main" id="{B5604B5E-7962-8949-B03E-AE56A040F8B8}"/>
              </a:ext>
            </a:extLst>
          </p:cNvPr>
          <p:cNvSpPr>
            <a:spLocks noGrp="1"/>
          </p:cNvSpPr>
          <p:nvPr>
            <p:ph type="title"/>
          </p:nvPr>
        </p:nvSpPr>
        <p:spPr>
          <a:xfrm>
            <a:off x="381001" y="875770"/>
            <a:ext cx="4038865" cy="876300"/>
          </a:xfrm>
        </p:spPr>
        <p:txBody>
          <a:bodyPr lIns="0" tIns="0" rIns="0" bIns="0" anchor="t" anchorCtr="0">
            <a:noAutofit/>
          </a:bodyPr>
          <a:lstStyle>
            <a:lvl1pPr>
              <a:lnSpc>
                <a:spcPct val="100000"/>
              </a:lnSpc>
              <a:spcAft>
                <a:spcPts val="2833"/>
              </a:spcAft>
              <a:defRPr sz="2333" b="0" i="0">
                <a:solidFill>
                  <a:srgbClr val="0F62FE"/>
                </a:solidFill>
                <a:latin typeface="IBM Plex Sans Light" panose="020B0403050203000203" pitchFamily="34" charset="0"/>
              </a:defRPr>
            </a:lvl1pPr>
          </a:lstStyle>
          <a:p>
            <a:r>
              <a:rPr lang="en-US"/>
              <a:t>Click to edit Master title style</a:t>
            </a:r>
          </a:p>
        </p:txBody>
      </p:sp>
      <p:sp>
        <p:nvSpPr>
          <p:cNvPr id="12" name="Content Placeholder 2">
            <a:extLst>
              <a:ext uri="{FF2B5EF4-FFF2-40B4-BE49-F238E27FC236}">
                <a16:creationId xmlns:a16="http://schemas.microsoft.com/office/drawing/2014/main" id="{92C71E96-A6C1-694E-900F-969C83B7A469}"/>
              </a:ext>
            </a:extLst>
          </p:cNvPr>
          <p:cNvSpPr>
            <a:spLocks noGrp="1"/>
          </p:cNvSpPr>
          <p:nvPr>
            <p:ph sz="half" idx="1"/>
          </p:nvPr>
        </p:nvSpPr>
        <p:spPr>
          <a:xfrm>
            <a:off x="381001" y="1943365"/>
            <a:ext cx="4038864" cy="4233333"/>
          </a:xfrm>
        </p:spPr>
        <p:txBody>
          <a:bodyPr>
            <a:normAutofit/>
          </a:bodyPr>
          <a:lstStyle>
            <a:lvl1pPr>
              <a:lnSpc>
                <a:spcPct val="100000"/>
              </a:lnSpc>
              <a:spcAft>
                <a:spcPts val="1667"/>
              </a:spcAft>
              <a:defRPr sz="1333" b="0" i="0">
                <a:solidFill>
                  <a:srgbClr val="001141"/>
                </a:solidFill>
                <a:latin typeface="IBM Plex Sans Light" panose="020B0403050203000203" pitchFamily="34" charset="0"/>
              </a:defRPr>
            </a:lvl1pPr>
            <a:lvl2pPr>
              <a:lnSpc>
                <a:spcPct val="100000"/>
              </a:lnSpc>
              <a:spcAft>
                <a:spcPts val="1667"/>
              </a:spcAft>
              <a:defRPr sz="1333" b="0" i="0">
                <a:solidFill>
                  <a:srgbClr val="001141"/>
                </a:solidFill>
                <a:latin typeface="IBM Plex Sans Light" panose="020B0403050203000203" pitchFamily="34" charset="0"/>
              </a:defRPr>
            </a:lvl2pPr>
            <a:lvl3pPr>
              <a:lnSpc>
                <a:spcPct val="100000"/>
              </a:lnSpc>
              <a:spcAft>
                <a:spcPts val="1667"/>
              </a:spcAft>
              <a:defRPr sz="1333" b="0" i="0">
                <a:solidFill>
                  <a:srgbClr val="001141"/>
                </a:solidFill>
                <a:latin typeface="IBM Plex Sans Light" panose="020B0403050203000203" pitchFamily="34" charset="0"/>
              </a:defRPr>
            </a:lvl3pPr>
            <a:lvl4pPr>
              <a:lnSpc>
                <a:spcPct val="100000"/>
              </a:lnSpc>
              <a:spcAft>
                <a:spcPts val="1667"/>
              </a:spcAft>
              <a:defRPr sz="1333" b="0" i="0">
                <a:solidFill>
                  <a:srgbClr val="001141"/>
                </a:solidFill>
                <a:latin typeface="IBM Plex Sans Light" panose="020B0403050203000203" pitchFamily="34" charset="0"/>
              </a:defRPr>
            </a:lvl4pPr>
            <a:lvl5pPr>
              <a:lnSpc>
                <a:spcPct val="100000"/>
              </a:lnSpc>
              <a:spcAft>
                <a:spcPts val="1667"/>
              </a:spcAft>
              <a:defRPr sz="1333" b="0" i="0">
                <a:solidFill>
                  <a:srgbClr val="00114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0F02BA3-76A6-E948-AA95-7E40D4A31875}"/>
              </a:ext>
            </a:extLst>
          </p:cNvPr>
          <p:cNvSpPr>
            <a:spLocks noGrp="1"/>
          </p:cNvSpPr>
          <p:nvPr>
            <p:ph sz="half" idx="2"/>
          </p:nvPr>
        </p:nvSpPr>
        <p:spPr>
          <a:xfrm>
            <a:off x="6286501" y="875771"/>
            <a:ext cx="2553229" cy="5300928"/>
          </a:xfrm>
        </p:spPr>
        <p:txBody>
          <a:bodyPr lIns="0" tIns="0" rIns="0" bIns="0">
            <a:normAutofit/>
          </a:bodyPr>
          <a:lstStyle>
            <a:lvl1pPr>
              <a:lnSpc>
                <a:spcPct val="100000"/>
              </a:lnSpc>
              <a:spcAft>
                <a:spcPts val="1667"/>
              </a:spcAft>
              <a:defRPr sz="1333" b="0" i="0">
                <a:latin typeface="IBM Plex Sans Light" panose="020B0403050203000203" pitchFamily="34" charset="0"/>
              </a:defRPr>
            </a:lvl1pPr>
            <a:lvl2pPr>
              <a:lnSpc>
                <a:spcPct val="100000"/>
              </a:lnSpc>
              <a:spcAft>
                <a:spcPts val="1667"/>
              </a:spcAft>
              <a:defRPr sz="1333" b="0" i="0">
                <a:latin typeface="IBM Plex Sans Light" panose="020B0403050203000203" pitchFamily="34" charset="0"/>
              </a:defRPr>
            </a:lvl2pPr>
            <a:lvl3pPr>
              <a:lnSpc>
                <a:spcPct val="100000"/>
              </a:lnSpc>
              <a:spcAft>
                <a:spcPts val="1667"/>
              </a:spcAft>
              <a:defRPr sz="1333" b="0" i="0">
                <a:latin typeface="IBM Plex Sans Light" panose="020B0403050203000203" pitchFamily="34" charset="0"/>
              </a:defRPr>
            </a:lvl3pPr>
            <a:lvl4pPr>
              <a:lnSpc>
                <a:spcPct val="100000"/>
              </a:lnSpc>
              <a:spcAft>
                <a:spcPts val="1667"/>
              </a:spcAft>
              <a:defRPr sz="1333" b="0" i="0">
                <a:latin typeface="IBM Plex Sans Light" panose="020B0403050203000203" pitchFamily="34" charset="0"/>
              </a:defRPr>
            </a:lvl4pPr>
            <a:lvl5pPr>
              <a:lnSpc>
                <a:spcPct val="100000"/>
              </a:lnSpc>
              <a:spcAft>
                <a:spcPts val="1667"/>
              </a:spcAft>
              <a:defRPr sz="1333" b="0" i="0">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C485265-FFB1-0845-A9C3-1B1E0B3CB161}"/>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833"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sp>
        <p:nvSpPr>
          <p:cNvPr id="15" name="Content Placeholder 3">
            <a:extLst>
              <a:ext uri="{FF2B5EF4-FFF2-40B4-BE49-F238E27FC236}">
                <a16:creationId xmlns:a16="http://schemas.microsoft.com/office/drawing/2014/main" id="{29FF58B0-13AE-1840-99FF-491D958BC2C4}"/>
              </a:ext>
            </a:extLst>
          </p:cNvPr>
          <p:cNvSpPr>
            <a:spLocks noGrp="1"/>
          </p:cNvSpPr>
          <p:nvPr>
            <p:ph sz="half" idx="14"/>
          </p:nvPr>
        </p:nvSpPr>
        <p:spPr>
          <a:xfrm>
            <a:off x="9233648" y="875771"/>
            <a:ext cx="2577353" cy="5300928"/>
          </a:xfrm>
        </p:spPr>
        <p:txBody>
          <a:bodyPr lIns="0" tIns="0" rIns="0" bIns="0">
            <a:normAutofit/>
          </a:bodyPr>
          <a:lstStyle>
            <a:lvl1pPr>
              <a:lnSpc>
                <a:spcPct val="100000"/>
              </a:lnSpc>
              <a:spcAft>
                <a:spcPts val="1667"/>
              </a:spcAft>
              <a:defRPr sz="1333" b="0" i="0">
                <a:latin typeface="IBM Plex Sans Light" panose="020B0403050203000203" pitchFamily="34" charset="0"/>
              </a:defRPr>
            </a:lvl1pPr>
            <a:lvl2pPr>
              <a:lnSpc>
                <a:spcPct val="100000"/>
              </a:lnSpc>
              <a:spcAft>
                <a:spcPts val="1667"/>
              </a:spcAft>
              <a:defRPr sz="1333" b="0" i="0">
                <a:latin typeface="IBM Plex Sans Light" panose="020B0403050203000203" pitchFamily="34" charset="0"/>
              </a:defRPr>
            </a:lvl2pPr>
            <a:lvl3pPr>
              <a:lnSpc>
                <a:spcPct val="100000"/>
              </a:lnSpc>
              <a:spcAft>
                <a:spcPts val="1667"/>
              </a:spcAft>
              <a:defRPr sz="1333" b="0" i="0">
                <a:latin typeface="IBM Plex Sans Light" panose="020B0403050203000203" pitchFamily="34" charset="0"/>
              </a:defRPr>
            </a:lvl3pPr>
            <a:lvl4pPr>
              <a:lnSpc>
                <a:spcPct val="100000"/>
              </a:lnSpc>
              <a:spcAft>
                <a:spcPts val="1667"/>
              </a:spcAft>
              <a:defRPr sz="1333" b="0" i="0">
                <a:latin typeface="IBM Plex Sans Light" panose="020B0403050203000203" pitchFamily="34" charset="0"/>
              </a:defRPr>
            </a:lvl4pPr>
            <a:lvl5pPr>
              <a:lnSpc>
                <a:spcPct val="100000"/>
              </a:lnSpc>
              <a:spcAft>
                <a:spcPts val="1667"/>
              </a:spcAft>
              <a:defRPr sz="1333" b="0" i="0">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 15">
            <a:extLst>
              <a:ext uri="{FF2B5EF4-FFF2-40B4-BE49-F238E27FC236}">
                <a16:creationId xmlns:a16="http://schemas.microsoft.com/office/drawing/2014/main" id="{3A6B7A0A-EE67-1F42-9C1E-44E43892FDAF}"/>
              </a:ext>
            </a:extLst>
          </p:cNvPr>
          <p:cNvGrpSpPr/>
          <p:nvPr userDrawn="1"/>
        </p:nvGrpSpPr>
        <p:grpSpPr>
          <a:xfrm>
            <a:off x="661512" y="6609394"/>
            <a:ext cx="2489725" cy="183809"/>
            <a:chOff x="914400" y="7899655"/>
            <a:chExt cx="2987670" cy="220571"/>
          </a:xfrm>
        </p:grpSpPr>
        <p:sp>
          <p:nvSpPr>
            <p:cNvPr id="17" name="Footer Placeholder 3">
              <a:extLst>
                <a:ext uri="{FF2B5EF4-FFF2-40B4-BE49-F238E27FC236}">
                  <a16:creationId xmlns:a16="http://schemas.microsoft.com/office/drawing/2014/main" id="{A894A19A-3BF6-F14B-9305-8A31E427279B}"/>
                </a:ext>
              </a:extLst>
            </p:cNvPr>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1000"/>
                </a:spcAft>
              </a:pPr>
              <a:r>
                <a:rPr lang="en-US" sz="666" b="0" i="0" dirty="0">
                  <a:solidFill>
                    <a:srgbClr val="001141"/>
                  </a:solidFill>
                  <a:latin typeface="IBM Plex Sans" charset="0"/>
                  <a:ea typeface="IBM Plex Sans" charset="0"/>
                  <a:cs typeface="IBM Plex Sans" charset="0"/>
                </a:rPr>
                <a:t>©</a:t>
              </a:r>
              <a:r>
                <a:rPr lang="en-US" sz="333" b="0" i="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2022 IBM Corporation</a:t>
              </a:r>
              <a:r>
                <a:rPr lang="en-US" sz="666" b="0" i="0" baseline="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 </a:t>
              </a:r>
            </a:p>
          </p:txBody>
        </p:sp>
        <p:sp>
          <p:nvSpPr>
            <p:cNvPr id="18" name="Date Placeholder 2">
              <a:extLst>
                <a:ext uri="{FF2B5EF4-FFF2-40B4-BE49-F238E27FC236}">
                  <a16:creationId xmlns:a16="http://schemas.microsoft.com/office/drawing/2014/main" id="{1B1675EF-4FDA-C64A-9DB3-3784E49FB0B3}"/>
                </a:ext>
              </a:extLst>
            </p:cNvPr>
            <p:cNvSpPr txBox="1">
              <a:spLocks/>
            </p:cNvSpPr>
            <p:nvPr userDrawn="1"/>
          </p:nvSpPr>
          <p:spPr>
            <a:xfrm>
              <a:off x="2256150" y="7899655"/>
              <a:ext cx="164592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1000"/>
                </a:spcAft>
                <a:tabLst/>
                <a:defRPr/>
              </a:pPr>
              <a:r>
                <a:rPr lang="en-US" sz="666" b="0" i="0" dirty="0">
                  <a:solidFill>
                    <a:srgbClr val="001141"/>
                  </a:solidFill>
                  <a:latin typeface="IBM Plex Sans" charset="0"/>
                  <a:ea typeface="IBM Plex Sans" charset="0"/>
                  <a:cs typeface="IBM Plex Sans" charset="0"/>
                </a:rPr>
                <a:t> IBM Consulting</a:t>
              </a:r>
            </a:p>
          </p:txBody>
        </p:sp>
      </p:grpSp>
      <p:sp>
        <p:nvSpPr>
          <p:cNvPr id="20" name="Slide Number Placeholder 2">
            <a:extLst>
              <a:ext uri="{FF2B5EF4-FFF2-40B4-BE49-F238E27FC236}">
                <a16:creationId xmlns:a16="http://schemas.microsoft.com/office/drawing/2014/main" id="{D99BA225-34C3-E745-9AF5-347D2A5C7942}"/>
              </a:ext>
            </a:extLst>
          </p:cNvPr>
          <p:cNvSpPr txBox="1">
            <a:spLocks/>
          </p:cNvSpPr>
          <p:nvPr userDrawn="1"/>
        </p:nvSpPr>
        <p:spPr>
          <a:xfrm>
            <a:off x="379048" y="6611958"/>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rgbClr val="001141"/>
                </a:solidFill>
                <a:latin typeface="IBM Plex Sans" charset="0"/>
                <a:ea typeface="IBM Plex Sans" charset="0"/>
                <a:cs typeface="IBM Plex Sans" charset="0"/>
              </a:rPr>
              <a:pPr algn="l"/>
              <a:t>‹#›</a:t>
            </a:fld>
            <a:endParaRPr lang="en-US" sz="667" b="0" i="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371613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 1/4 Cyan10 White-3 Colum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E7A91E8-27A9-964C-8402-CAA5D6AE9A76}"/>
              </a:ext>
            </a:extLst>
          </p:cNvPr>
          <p:cNvSpPr/>
          <p:nvPr userDrawn="1"/>
        </p:nvSpPr>
        <p:spPr>
          <a:xfrm>
            <a:off x="-2" y="0"/>
            <a:ext cx="3048002" cy="6858000"/>
          </a:xfrm>
          <a:prstGeom prst="rect">
            <a:avLst/>
          </a:prstGeom>
          <a:solidFill>
            <a:srgbClr val="E5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8" name="Title 1">
            <a:extLst>
              <a:ext uri="{FF2B5EF4-FFF2-40B4-BE49-F238E27FC236}">
                <a16:creationId xmlns:a16="http://schemas.microsoft.com/office/drawing/2014/main" id="{77A7C1D1-E1CB-1742-A3BF-94023278D39A}"/>
              </a:ext>
            </a:extLst>
          </p:cNvPr>
          <p:cNvSpPr>
            <a:spLocks noGrp="1"/>
          </p:cNvSpPr>
          <p:nvPr>
            <p:ph type="title"/>
          </p:nvPr>
        </p:nvSpPr>
        <p:spPr>
          <a:xfrm>
            <a:off x="381001" y="889000"/>
            <a:ext cx="2476500" cy="876300"/>
          </a:xfrm>
        </p:spPr>
        <p:txBody>
          <a:bodyPr lIns="0" tIns="0" rIns="0" bIns="0" anchor="t" anchorCtr="0">
            <a:noAutofit/>
          </a:bodyPr>
          <a:lstStyle>
            <a:lvl1pPr>
              <a:defRPr sz="2667">
                <a:solidFill>
                  <a:srgbClr val="001141"/>
                </a:solidFill>
              </a:defRPr>
            </a:lvl1pPr>
          </a:lstStyle>
          <a:p>
            <a:r>
              <a:rPr lang="en-US" dirty="0"/>
              <a:t>Click to edit Master title style</a:t>
            </a:r>
          </a:p>
        </p:txBody>
      </p:sp>
      <p:sp>
        <p:nvSpPr>
          <p:cNvPr id="9" name="Text Placeholder 3">
            <a:extLst>
              <a:ext uri="{FF2B5EF4-FFF2-40B4-BE49-F238E27FC236}">
                <a16:creationId xmlns:a16="http://schemas.microsoft.com/office/drawing/2014/main" id="{D4D69191-E751-6A44-8799-858D837B74D0}"/>
              </a:ext>
            </a:extLst>
          </p:cNvPr>
          <p:cNvSpPr>
            <a:spLocks noGrp="1"/>
          </p:cNvSpPr>
          <p:nvPr>
            <p:ph type="body" sz="half" idx="2"/>
          </p:nvPr>
        </p:nvSpPr>
        <p:spPr>
          <a:xfrm>
            <a:off x="381001" y="2895864"/>
            <a:ext cx="2476500" cy="2971800"/>
          </a:xfrm>
        </p:spPr>
        <p:txBody>
          <a:bodyPr lIns="0" tIns="0" rIns="0" bIns="0"/>
          <a:lstStyle>
            <a:lvl1pPr marL="0" indent="0">
              <a:buNone/>
              <a:defRPr sz="1667">
                <a:solidFill>
                  <a:srgbClr val="001141"/>
                </a:solidFill>
              </a:defRPr>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en-US" dirty="0"/>
              <a:t>Click to edit Master text styles</a:t>
            </a:r>
          </a:p>
        </p:txBody>
      </p:sp>
      <p:sp>
        <p:nvSpPr>
          <p:cNvPr id="10" name="Text Placeholder 7">
            <a:extLst>
              <a:ext uri="{FF2B5EF4-FFF2-40B4-BE49-F238E27FC236}">
                <a16:creationId xmlns:a16="http://schemas.microsoft.com/office/drawing/2014/main" id="{03BC186D-71D1-CB40-8C66-6710445C91C1}"/>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grpSp>
        <p:nvGrpSpPr>
          <p:cNvPr id="11" name="Group 10">
            <a:extLst>
              <a:ext uri="{FF2B5EF4-FFF2-40B4-BE49-F238E27FC236}">
                <a16:creationId xmlns:a16="http://schemas.microsoft.com/office/drawing/2014/main" id="{3E5112BF-C8FA-4B43-A207-692D4CB81E27}"/>
              </a:ext>
            </a:extLst>
          </p:cNvPr>
          <p:cNvGrpSpPr/>
          <p:nvPr userDrawn="1"/>
        </p:nvGrpSpPr>
        <p:grpSpPr>
          <a:xfrm>
            <a:off x="661512" y="6609394"/>
            <a:ext cx="2489725" cy="183809"/>
            <a:chOff x="914400" y="7899655"/>
            <a:chExt cx="2987670" cy="220571"/>
          </a:xfrm>
        </p:grpSpPr>
        <p:sp>
          <p:nvSpPr>
            <p:cNvPr id="12" name="Footer Placeholder 3">
              <a:extLst>
                <a:ext uri="{FF2B5EF4-FFF2-40B4-BE49-F238E27FC236}">
                  <a16:creationId xmlns:a16="http://schemas.microsoft.com/office/drawing/2014/main" id="{283969B1-8803-CF48-9853-D0EA7AF2E005}"/>
                </a:ext>
              </a:extLst>
            </p:cNvPr>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1000"/>
                </a:spcAft>
              </a:pPr>
              <a:r>
                <a:rPr lang="en-US" sz="666" b="0" i="0" dirty="0">
                  <a:solidFill>
                    <a:srgbClr val="001141"/>
                  </a:solidFill>
                  <a:latin typeface="IBM Plex Sans" charset="0"/>
                  <a:ea typeface="IBM Plex Sans" charset="0"/>
                  <a:cs typeface="IBM Plex Sans" charset="0"/>
                </a:rPr>
                <a:t>©</a:t>
              </a:r>
              <a:r>
                <a:rPr lang="en-US" sz="333" b="0" i="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2022 IBM Corporation</a:t>
              </a:r>
              <a:r>
                <a:rPr lang="en-US" sz="666" b="0" i="0" baseline="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 </a:t>
              </a:r>
            </a:p>
          </p:txBody>
        </p:sp>
        <p:sp>
          <p:nvSpPr>
            <p:cNvPr id="13" name="Date Placeholder 2">
              <a:extLst>
                <a:ext uri="{FF2B5EF4-FFF2-40B4-BE49-F238E27FC236}">
                  <a16:creationId xmlns:a16="http://schemas.microsoft.com/office/drawing/2014/main" id="{8075FE19-A29E-5547-8B90-81043D311161}"/>
                </a:ext>
              </a:extLst>
            </p:cNvPr>
            <p:cNvSpPr txBox="1">
              <a:spLocks/>
            </p:cNvSpPr>
            <p:nvPr userDrawn="1"/>
          </p:nvSpPr>
          <p:spPr>
            <a:xfrm>
              <a:off x="2256150" y="7899655"/>
              <a:ext cx="164592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1000"/>
                </a:spcAft>
                <a:tabLst/>
                <a:defRPr/>
              </a:pPr>
              <a:r>
                <a:rPr lang="en-US" sz="666" b="0" i="0" dirty="0">
                  <a:solidFill>
                    <a:srgbClr val="001141"/>
                  </a:solidFill>
                  <a:latin typeface="IBM Plex Sans" charset="0"/>
                  <a:ea typeface="IBM Plex Sans" charset="0"/>
                  <a:cs typeface="IBM Plex Sans" charset="0"/>
                </a:rPr>
                <a:t> IBM Consulting</a:t>
              </a:r>
            </a:p>
          </p:txBody>
        </p:sp>
      </p:grpSp>
      <p:cxnSp>
        <p:nvCxnSpPr>
          <p:cNvPr id="15" name="Straight Connector 14">
            <a:extLst>
              <a:ext uri="{FF2B5EF4-FFF2-40B4-BE49-F238E27FC236}">
                <a16:creationId xmlns:a16="http://schemas.microsoft.com/office/drawing/2014/main" id="{8697BCA7-C177-124C-A104-55300A7FA178}"/>
              </a:ext>
            </a:extLst>
          </p:cNvPr>
          <p:cNvCxnSpPr>
            <a:cxnSpLocks/>
          </p:cNvCxnSpPr>
          <p:nvPr userDrawn="1"/>
        </p:nvCxnSpPr>
        <p:spPr>
          <a:xfrm flipV="1">
            <a:off x="9144000" y="381000"/>
            <a:ext cx="0" cy="5969000"/>
          </a:xfrm>
          <a:prstGeom prst="line">
            <a:avLst/>
          </a:prstGeom>
          <a:ln w="3175">
            <a:solidFill>
              <a:srgbClr val="00114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B577B-B07D-D447-A615-CA819C93FEE4}"/>
              </a:ext>
            </a:extLst>
          </p:cNvPr>
          <p:cNvCxnSpPr>
            <a:cxnSpLocks/>
          </p:cNvCxnSpPr>
          <p:nvPr userDrawn="1"/>
        </p:nvCxnSpPr>
        <p:spPr>
          <a:xfrm flipH="1" flipV="1">
            <a:off x="6094288" y="381000"/>
            <a:ext cx="1712" cy="5969000"/>
          </a:xfrm>
          <a:prstGeom prst="line">
            <a:avLst/>
          </a:prstGeom>
          <a:ln w="3175">
            <a:solidFill>
              <a:srgbClr val="001141"/>
            </a:solidFill>
          </a:ln>
        </p:spPr>
        <p:style>
          <a:lnRef idx="1">
            <a:schemeClr val="accent1"/>
          </a:lnRef>
          <a:fillRef idx="0">
            <a:schemeClr val="accent1"/>
          </a:fillRef>
          <a:effectRef idx="0">
            <a:schemeClr val="accent1"/>
          </a:effectRef>
          <a:fontRef idx="minor">
            <a:schemeClr val="tx1"/>
          </a:fontRef>
        </p:style>
      </p:cxnSp>
      <p:sp>
        <p:nvSpPr>
          <p:cNvPr id="17" name="Slide Number Placeholder 2">
            <a:extLst>
              <a:ext uri="{FF2B5EF4-FFF2-40B4-BE49-F238E27FC236}">
                <a16:creationId xmlns:a16="http://schemas.microsoft.com/office/drawing/2014/main" id="{8F43FDED-FE10-9C43-A0D7-2284FADF40AB}"/>
              </a:ext>
            </a:extLst>
          </p:cNvPr>
          <p:cNvSpPr txBox="1">
            <a:spLocks/>
          </p:cNvSpPr>
          <p:nvPr userDrawn="1"/>
        </p:nvSpPr>
        <p:spPr>
          <a:xfrm>
            <a:off x="379048" y="6611958"/>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rgbClr val="001141"/>
                </a:solidFill>
                <a:latin typeface="IBM Plex Sans" charset="0"/>
                <a:ea typeface="IBM Plex Sans" charset="0"/>
                <a:cs typeface="IBM Plex Sans" charset="0"/>
              </a:rPr>
              <a:pPr algn="l"/>
              <a:t>‹#›</a:t>
            </a:fld>
            <a:endParaRPr lang="en-US" sz="667" b="0" i="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41435273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67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 White Cyan10-Virtual Enterpris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F3EE77-B6D1-A441-9C74-1534E60D3F95}"/>
              </a:ext>
            </a:extLst>
          </p:cNvPr>
          <p:cNvSpPr/>
          <p:nvPr userDrawn="1"/>
        </p:nvSpPr>
        <p:spPr>
          <a:xfrm>
            <a:off x="6096000" y="0"/>
            <a:ext cx="6096000" cy="6858000"/>
          </a:xfrm>
          <a:prstGeom prst="rect">
            <a:avLst/>
          </a:prstGeom>
          <a:solidFill>
            <a:srgbClr val="E5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6" name="Title 1">
            <a:extLst>
              <a:ext uri="{FF2B5EF4-FFF2-40B4-BE49-F238E27FC236}">
                <a16:creationId xmlns:a16="http://schemas.microsoft.com/office/drawing/2014/main" id="{1305903F-B946-C446-949D-808CA6C1B2B1}"/>
              </a:ext>
            </a:extLst>
          </p:cNvPr>
          <p:cNvSpPr>
            <a:spLocks noGrp="1"/>
          </p:cNvSpPr>
          <p:nvPr>
            <p:ph type="title"/>
          </p:nvPr>
        </p:nvSpPr>
        <p:spPr>
          <a:xfrm>
            <a:off x="381001" y="875771"/>
            <a:ext cx="4038865" cy="1448594"/>
          </a:xfrm>
        </p:spPr>
        <p:txBody>
          <a:bodyPr lIns="0" tIns="0" rIns="0" bIns="0" anchor="t" anchorCtr="0">
            <a:normAutofit/>
          </a:bodyPr>
          <a:lstStyle>
            <a:lvl1pPr>
              <a:lnSpc>
                <a:spcPct val="100000"/>
              </a:lnSpc>
              <a:spcAft>
                <a:spcPts val="2833"/>
              </a:spcAft>
              <a:defRPr sz="2667" b="0" i="0">
                <a:solidFill>
                  <a:srgbClr val="001141"/>
                </a:solidFill>
                <a:latin typeface="IBM Plex Sans Light" panose="020B0403050203000203" pitchFamily="34" charset="0"/>
              </a:defRPr>
            </a:lvl1pPr>
          </a:lstStyle>
          <a:p>
            <a:r>
              <a:rPr lang="en-US" dirty="0"/>
              <a:t>Click to edit Master title style</a:t>
            </a:r>
          </a:p>
        </p:txBody>
      </p:sp>
      <p:sp>
        <p:nvSpPr>
          <p:cNvPr id="7" name="Text Placeholder 7">
            <a:extLst>
              <a:ext uri="{FF2B5EF4-FFF2-40B4-BE49-F238E27FC236}">
                <a16:creationId xmlns:a16="http://schemas.microsoft.com/office/drawing/2014/main" id="{0F4C8C4A-EA17-DA4A-A36E-F0019EA6DBD7}"/>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pic>
        <p:nvPicPr>
          <p:cNvPr id="8" name="Picture 7">
            <a:extLst>
              <a:ext uri="{FF2B5EF4-FFF2-40B4-BE49-F238E27FC236}">
                <a16:creationId xmlns:a16="http://schemas.microsoft.com/office/drawing/2014/main" id="{59ED18D6-7EC1-9242-AC49-B4AB1223F01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spTree>
    <p:extLst>
      <p:ext uri="{BB962C8B-B14F-4D97-AF65-F5344CB8AC3E}">
        <p14:creationId xmlns:p14="http://schemas.microsoft.com/office/powerpoint/2010/main" val="2874622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9. 1/4 Cyan10 White-Graphics_Custom">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DD67FC7-5B3C-7F4C-A29A-DF50BDB41938}"/>
              </a:ext>
            </a:extLst>
          </p:cNvPr>
          <p:cNvSpPr/>
          <p:nvPr userDrawn="1"/>
        </p:nvSpPr>
        <p:spPr>
          <a:xfrm>
            <a:off x="-2" y="0"/>
            <a:ext cx="3048002" cy="6858000"/>
          </a:xfrm>
          <a:prstGeom prst="rect">
            <a:avLst/>
          </a:prstGeom>
          <a:solidFill>
            <a:srgbClr val="E5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9" name="Title 1">
            <a:extLst>
              <a:ext uri="{FF2B5EF4-FFF2-40B4-BE49-F238E27FC236}">
                <a16:creationId xmlns:a16="http://schemas.microsoft.com/office/drawing/2014/main" id="{4FB3118F-1B1E-C54D-AE9A-85F494EA6F96}"/>
              </a:ext>
            </a:extLst>
          </p:cNvPr>
          <p:cNvSpPr>
            <a:spLocks noGrp="1"/>
          </p:cNvSpPr>
          <p:nvPr>
            <p:ph type="title"/>
          </p:nvPr>
        </p:nvSpPr>
        <p:spPr>
          <a:xfrm>
            <a:off x="381001" y="875771"/>
            <a:ext cx="2476500" cy="877094"/>
          </a:xfrm>
        </p:spPr>
        <p:txBody>
          <a:bodyPr lIns="0" tIns="0" rIns="0" bIns="0" anchor="t" anchorCtr="0">
            <a:noAutofit/>
          </a:bodyPr>
          <a:lstStyle>
            <a:lvl1pPr>
              <a:lnSpc>
                <a:spcPts val="3200"/>
              </a:lnSpc>
              <a:defRPr sz="2667" b="0" i="0">
                <a:solidFill>
                  <a:srgbClr val="001141"/>
                </a:solidFill>
                <a:latin typeface="IBM Plex Sans Light" panose="020B0403050203000203" pitchFamily="34" charset="0"/>
              </a:defRPr>
            </a:lvl1pPr>
          </a:lstStyle>
          <a:p>
            <a:r>
              <a:rPr lang="en-US" dirty="0"/>
              <a:t>Click to edit Master title style</a:t>
            </a:r>
          </a:p>
        </p:txBody>
      </p:sp>
      <p:sp>
        <p:nvSpPr>
          <p:cNvPr id="10" name="Text Placeholder 3">
            <a:extLst>
              <a:ext uri="{FF2B5EF4-FFF2-40B4-BE49-F238E27FC236}">
                <a16:creationId xmlns:a16="http://schemas.microsoft.com/office/drawing/2014/main" id="{CC4869AD-61F3-0C4D-91B0-029A82DB56C5}"/>
              </a:ext>
            </a:extLst>
          </p:cNvPr>
          <p:cNvSpPr>
            <a:spLocks noGrp="1"/>
          </p:cNvSpPr>
          <p:nvPr>
            <p:ph type="body" sz="half" idx="2"/>
          </p:nvPr>
        </p:nvSpPr>
        <p:spPr>
          <a:xfrm>
            <a:off x="381001" y="2216125"/>
            <a:ext cx="2476500" cy="3924300"/>
          </a:xfrm>
        </p:spPr>
        <p:txBody>
          <a:bodyPr lIns="0" tIns="0" rIns="0" bIns="0">
            <a:noAutofit/>
          </a:bodyPr>
          <a:lstStyle>
            <a:lvl1pPr marL="0" indent="0">
              <a:buNone/>
              <a:defRPr sz="1333" b="0" i="0">
                <a:solidFill>
                  <a:srgbClr val="001141"/>
                </a:solidFill>
                <a:latin typeface="IBM Plex Sans Light" panose="020B0403050203000203" pitchFamily="34" charset="0"/>
              </a:defRPr>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en-US" dirty="0"/>
              <a:t>Click to edit Master text styles</a:t>
            </a:r>
          </a:p>
        </p:txBody>
      </p:sp>
      <p:sp>
        <p:nvSpPr>
          <p:cNvPr id="11" name="Text Placeholder 7">
            <a:extLst>
              <a:ext uri="{FF2B5EF4-FFF2-40B4-BE49-F238E27FC236}">
                <a16:creationId xmlns:a16="http://schemas.microsoft.com/office/drawing/2014/main" id="{8A96B174-5B45-0C4D-BF14-1B79BDE0F20A}"/>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grpSp>
        <p:nvGrpSpPr>
          <p:cNvPr id="12" name="Group 11">
            <a:extLst>
              <a:ext uri="{FF2B5EF4-FFF2-40B4-BE49-F238E27FC236}">
                <a16:creationId xmlns:a16="http://schemas.microsoft.com/office/drawing/2014/main" id="{8406B28D-99BD-574C-8607-7D9ECD361393}"/>
              </a:ext>
            </a:extLst>
          </p:cNvPr>
          <p:cNvGrpSpPr/>
          <p:nvPr userDrawn="1"/>
        </p:nvGrpSpPr>
        <p:grpSpPr>
          <a:xfrm>
            <a:off x="661512" y="6609394"/>
            <a:ext cx="2489725" cy="183809"/>
            <a:chOff x="914400" y="7899655"/>
            <a:chExt cx="2987670" cy="220571"/>
          </a:xfrm>
        </p:grpSpPr>
        <p:sp>
          <p:nvSpPr>
            <p:cNvPr id="13" name="Footer Placeholder 3">
              <a:extLst>
                <a:ext uri="{FF2B5EF4-FFF2-40B4-BE49-F238E27FC236}">
                  <a16:creationId xmlns:a16="http://schemas.microsoft.com/office/drawing/2014/main" id="{468DEA15-10E9-DB4F-9727-373014D03E04}"/>
                </a:ext>
              </a:extLst>
            </p:cNvPr>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1000"/>
                </a:spcAft>
              </a:pPr>
              <a:r>
                <a:rPr lang="en-US" sz="666" b="0" i="0" dirty="0">
                  <a:solidFill>
                    <a:srgbClr val="001141"/>
                  </a:solidFill>
                  <a:latin typeface="IBM Plex Sans" charset="0"/>
                  <a:ea typeface="IBM Plex Sans" charset="0"/>
                  <a:cs typeface="IBM Plex Sans" charset="0"/>
                </a:rPr>
                <a:t>©</a:t>
              </a:r>
              <a:r>
                <a:rPr lang="en-US" sz="333" b="0" i="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2022 IBM Corporation</a:t>
              </a:r>
              <a:r>
                <a:rPr lang="en-US" sz="666" b="0" i="0" baseline="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 </a:t>
              </a:r>
            </a:p>
          </p:txBody>
        </p:sp>
        <p:sp>
          <p:nvSpPr>
            <p:cNvPr id="14" name="Date Placeholder 2">
              <a:extLst>
                <a:ext uri="{FF2B5EF4-FFF2-40B4-BE49-F238E27FC236}">
                  <a16:creationId xmlns:a16="http://schemas.microsoft.com/office/drawing/2014/main" id="{D5853400-4A52-EF44-B864-02B0EEC40682}"/>
                </a:ext>
              </a:extLst>
            </p:cNvPr>
            <p:cNvSpPr txBox="1">
              <a:spLocks/>
            </p:cNvSpPr>
            <p:nvPr userDrawn="1"/>
          </p:nvSpPr>
          <p:spPr>
            <a:xfrm>
              <a:off x="2256150" y="7899655"/>
              <a:ext cx="164592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1000"/>
                </a:spcAft>
                <a:tabLst/>
                <a:defRPr/>
              </a:pPr>
              <a:r>
                <a:rPr lang="en-US" sz="666" b="0" i="0" dirty="0">
                  <a:solidFill>
                    <a:srgbClr val="001141"/>
                  </a:solidFill>
                  <a:latin typeface="IBM Plex Sans" charset="0"/>
                  <a:ea typeface="IBM Plex Sans" charset="0"/>
                  <a:cs typeface="IBM Plex Sans" charset="0"/>
                </a:rPr>
                <a:t> IBM Consulting</a:t>
              </a:r>
            </a:p>
          </p:txBody>
        </p:sp>
      </p:grpSp>
      <p:sp>
        <p:nvSpPr>
          <p:cNvPr id="16" name="Slide Number Placeholder 2">
            <a:extLst>
              <a:ext uri="{FF2B5EF4-FFF2-40B4-BE49-F238E27FC236}">
                <a16:creationId xmlns:a16="http://schemas.microsoft.com/office/drawing/2014/main" id="{CC6921EB-A25C-9B43-AC27-8CE79A23A9BF}"/>
              </a:ext>
            </a:extLst>
          </p:cNvPr>
          <p:cNvSpPr txBox="1">
            <a:spLocks/>
          </p:cNvSpPr>
          <p:nvPr userDrawn="1"/>
        </p:nvSpPr>
        <p:spPr>
          <a:xfrm>
            <a:off x="379048" y="6611958"/>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rgbClr val="001141"/>
                </a:solidFill>
                <a:latin typeface="IBM Plex Sans" charset="0"/>
                <a:ea typeface="IBM Plex Sans" charset="0"/>
                <a:cs typeface="IBM Plex Sans" charset="0"/>
              </a:rPr>
              <a:pPr algn="l"/>
              <a:t>‹#›</a:t>
            </a:fld>
            <a:endParaRPr lang="en-US" sz="667" b="0" i="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403105313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4. 3/4 White Cyan10-Graphics_Custo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1D3F64-DE84-A845-AAA0-922B70A6BFFC}"/>
              </a:ext>
            </a:extLst>
          </p:cNvPr>
          <p:cNvSpPr/>
          <p:nvPr userDrawn="1"/>
        </p:nvSpPr>
        <p:spPr>
          <a:xfrm>
            <a:off x="9144000" y="0"/>
            <a:ext cx="3048000" cy="6858000"/>
          </a:xfrm>
          <a:prstGeom prst="rect">
            <a:avLst/>
          </a:prstGeom>
          <a:solidFill>
            <a:srgbClr val="E5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8" name="Title 1">
            <a:extLst>
              <a:ext uri="{FF2B5EF4-FFF2-40B4-BE49-F238E27FC236}">
                <a16:creationId xmlns:a16="http://schemas.microsoft.com/office/drawing/2014/main" id="{2116BB6E-4F05-BB47-9133-9C21CEA7E234}"/>
              </a:ext>
            </a:extLst>
          </p:cNvPr>
          <p:cNvSpPr>
            <a:spLocks noGrp="1"/>
          </p:cNvSpPr>
          <p:nvPr>
            <p:ph type="title"/>
          </p:nvPr>
        </p:nvSpPr>
        <p:spPr>
          <a:xfrm>
            <a:off x="389965" y="875771"/>
            <a:ext cx="2590271" cy="877094"/>
          </a:xfrm>
        </p:spPr>
        <p:txBody>
          <a:bodyPr lIns="0" tIns="0" rIns="0" bIns="0" anchor="t" anchorCtr="0">
            <a:noAutofit/>
          </a:bodyPr>
          <a:lstStyle>
            <a:lvl1pPr>
              <a:defRPr sz="2667">
                <a:solidFill>
                  <a:srgbClr val="0F62FE"/>
                </a:solidFill>
              </a:defRPr>
            </a:lvl1pPr>
          </a:lstStyle>
          <a:p>
            <a:r>
              <a:rPr lang="en-US" dirty="0"/>
              <a:t>Click to edit Master title style</a:t>
            </a:r>
          </a:p>
        </p:txBody>
      </p:sp>
      <p:sp>
        <p:nvSpPr>
          <p:cNvPr id="9" name="Text Placeholder 3">
            <a:extLst>
              <a:ext uri="{FF2B5EF4-FFF2-40B4-BE49-F238E27FC236}">
                <a16:creationId xmlns:a16="http://schemas.microsoft.com/office/drawing/2014/main" id="{5BE2369E-45C9-4648-A74D-8A9626D68887}"/>
              </a:ext>
            </a:extLst>
          </p:cNvPr>
          <p:cNvSpPr>
            <a:spLocks noGrp="1"/>
          </p:cNvSpPr>
          <p:nvPr>
            <p:ph type="body" sz="half" idx="2"/>
          </p:nvPr>
        </p:nvSpPr>
        <p:spPr>
          <a:xfrm>
            <a:off x="9334501" y="1362868"/>
            <a:ext cx="2479870" cy="4961997"/>
          </a:xfrm>
        </p:spPr>
        <p:txBody>
          <a:bodyPr lIns="0" tIns="0" rIns="0" bIns="0">
            <a:noAutofit/>
          </a:bodyPr>
          <a:lstStyle>
            <a:lvl1pPr marL="0" indent="0">
              <a:lnSpc>
                <a:spcPct val="100000"/>
              </a:lnSpc>
              <a:spcBef>
                <a:spcPts val="0"/>
              </a:spcBef>
              <a:spcAft>
                <a:spcPts val="1333"/>
              </a:spcAft>
              <a:buNone/>
              <a:defRPr sz="1000" b="0" i="0">
                <a:solidFill>
                  <a:srgbClr val="001141"/>
                </a:solidFill>
                <a:latin typeface="IBM Plex Sans Light" panose="020B0403050203000203" pitchFamily="34" charset="0"/>
              </a:defRPr>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en-US" dirty="0"/>
              <a:t>Click to edit Master text styles</a:t>
            </a:r>
          </a:p>
        </p:txBody>
      </p:sp>
      <p:sp>
        <p:nvSpPr>
          <p:cNvPr id="10" name="Text Placeholder 7">
            <a:extLst>
              <a:ext uri="{FF2B5EF4-FFF2-40B4-BE49-F238E27FC236}">
                <a16:creationId xmlns:a16="http://schemas.microsoft.com/office/drawing/2014/main" id="{F0C04226-ECBD-FA44-B43A-D6D101948270}"/>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833"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sp>
        <p:nvSpPr>
          <p:cNvPr id="15" name="Text Placeholder 17">
            <a:extLst>
              <a:ext uri="{FF2B5EF4-FFF2-40B4-BE49-F238E27FC236}">
                <a16:creationId xmlns:a16="http://schemas.microsoft.com/office/drawing/2014/main" id="{1A87D9A5-6A0D-8045-B182-8D1D6CFB86F6}"/>
              </a:ext>
            </a:extLst>
          </p:cNvPr>
          <p:cNvSpPr>
            <a:spLocks noGrp="1"/>
          </p:cNvSpPr>
          <p:nvPr>
            <p:ph type="body" sz="quarter" idx="14"/>
          </p:nvPr>
        </p:nvSpPr>
        <p:spPr>
          <a:xfrm>
            <a:off x="9334321" y="381000"/>
            <a:ext cx="2476680" cy="761998"/>
          </a:xfrm>
        </p:spPr>
        <p:txBody>
          <a:bodyPr lIns="0" tIns="228600" rIns="0" bIns="0">
            <a:noAutofit/>
          </a:bodyPr>
          <a:lstStyle>
            <a:lvl1pPr marL="0" indent="0">
              <a:lnSpc>
                <a:spcPct val="100000"/>
              </a:lnSpc>
              <a:spcAft>
                <a:spcPts val="1667"/>
              </a:spcAft>
              <a:buNone/>
              <a:defRPr sz="1333" b="0" i="0">
                <a:latin typeface="IBM Plex Sans Medium" panose="020B0503050203000203" pitchFamily="34" charset="0"/>
              </a:defRPr>
            </a:lvl1pPr>
            <a:lvl2pPr>
              <a:lnSpc>
                <a:spcPct val="100000"/>
              </a:lnSpc>
              <a:spcAft>
                <a:spcPts val="1667"/>
              </a:spcAft>
              <a:defRPr sz="1333" b="0" i="0">
                <a:latin typeface="IBM Plex Sans Medium" panose="020B0503050203000203" pitchFamily="34" charset="0"/>
              </a:defRPr>
            </a:lvl2pPr>
            <a:lvl3pPr>
              <a:lnSpc>
                <a:spcPct val="100000"/>
              </a:lnSpc>
              <a:spcAft>
                <a:spcPts val="1667"/>
              </a:spcAft>
              <a:defRPr sz="1333" b="0" i="0">
                <a:latin typeface="IBM Plex Sans Medium" panose="020B0503050203000203" pitchFamily="34" charset="0"/>
              </a:defRPr>
            </a:lvl3pPr>
            <a:lvl4pPr>
              <a:lnSpc>
                <a:spcPct val="100000"/>
              </a:lnSpc>
              <a:spcAft>
                <a:spcPts val="1667"/>
              </a:spcAft>
              <a:defRPr sz="1333" b="0" i="0">
                <a:latin typeface="IBM Plex Sans Medium" panose="020B0503050203000203" pitchFamily="34" charset="0"/>
              </a:defRPr>
            </a:lvl4pPr>
            <a:lvl5pPr>
              <a:lnSpc>
                <a:spcPct val="100000"/>
              </a:lnSpc>
              <a:spcAft>
                <a:spcPts val="1667"/>
              </a:spcAft>
              <a:defRPr sz="1333" b="0" i="0">
                <a:latin typeface="IBM Plex Sans Medium" panose="020B0503050203000203" pitchFamily="34" charset="0"/>
              </a:defRPr>
            </a:lvl5pPr>
          </a:lstStyle>
          <a:p>
            <a:pPr lvl="0"/>
            <a:r>
              <a:rPr lang="en-US" dirty="0"/>
              <a:t>Click to edit Master text styles</a:t>
            </a:r>
          </a:p>
        </p:txBody>
      </p:sp>
      <p:pic>
        <p:nvPicPr>
          <p:cNvPr id="11" name="Picture 10">
            <a:extLst>
              <a:ext uri="{FF2B5EF4-FFF2-40B4-BE49-F238E27FC236}">
                <a16:creationId xmlns:a16="http://schemas.microsoft.com/office/drawing/2014/main" id="{DBAFC3B2-263A-354D-8E12-3224955FD64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spTree>
    <p:extLst>
      <p:ext uri="{BB962C8B-B14F-4D97-AF65-F5344CB8AC3E}">
        <p14:creationId xmlns:p14="http://schemas.microsoft.com/office/powerpoint/2010/main" val="42800209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8. White Gray10- Client Succes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883D41-8159-E144-A324-5E9EAC11B0C2}"/>
              </a:ext>
            </a:extLst>
          </p:cNvPr>
          <p:cNvSpPr/>
          <p:nvPr userDrawn="1"/>
        </p:nvSpPr>
        <p:spPr>
          <a:xfrm>
            <a:off x="6096000" y="0"/>
            <a:ext cx="6096000"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9" name="Title 1">
            <a:extLst>
              <a:ext uri="{FF2B5EF4-FFF2-40B4-BE49-F238E27FC236}">
                <a16:creationId xmlns:a16="http://schemas.microsoft.com/office/drawing/2014/main" id="{41A3139D-7ECB-7F45-A2D2-E5094DB30564}"/>
              </a:ext>
            </a:extLst>
          </p:cNvPr>
          <p:cNvSpPr>
            <a:spLocks noGrp="1"/>
          </p:cNvSpPr>
          <p:nvPr>
            <p:ph type="title"/>
          </p:nvPr>
        </p:nvSpPr>
        <p:spPr>
          <a:xfrm>
            <a:off x="381001" y="875771"/>
            <a:ext cx="4038865" cy="1448594"/>
          </a:xfrm>
        </p:spPr>
        <p:txBody>
          <a:bodyPr lIns="0" tIns="0" rIns="0" bIns="0" anchor="t" anchorCtr="0">
            <a:normAutofit/>
          </a:bodyPr>
          <a:lstStyle>
            <a:lvl1pPr>
              <a:lnSpc>
                <a:spcPct val="100000"/>
              </a:lnSpc>
              <a:spcAft>
                <a:spcPts val="2833"/>
              </a:spcAft>
              <a:defRPr sz="2667" b="0" i="0">
                <a:solidFill>
                  <a:srgbClr val="001141"/>
                </a:solidFill>
                <a:latin typeface="IBM Plex Sans Light" panose="020B0403050203000203" pitchFamily="34" charset="0"/>
              </a:defRPr>
            </a:lvl1pPr>
          </a:lstStyle>
          <a:p>
            <a:r>
              <a:rPr lang="en-US" dirty="0"/>
              <a:t>Click to edit Master title style</a:t>
            </a:r>
          </a:p>
        </p:txBody>
      </p:sp>
      <p:sp>
        <p:nvSpPr>
          <p:cNvPr id="10" name="Text Placeholder 7">
            <a:extLst>
              <a:ext uri="{FF2B5EF4-FFF2-40B4-BE49-F238E27FC236}">
                <a16:creationId xmlns:a16="http://schemas.microsoft.com/office/drawing/2014/main" id="{371F23E0-1B61-594B-AA06-4CD4B098063D}"/>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pic>
        <p:nvPicPr>
          <p:cNvPr id="6" name="Picture 5">
            <a:extLst>
              <a:ext uri="{FF2B5EF4-FFF2-40B4-BE49-F238E27FC236}">
                <a16:creationId xmlns:a16="http://schemas.microsoft.com/office/drawing/2014/main" id="{0F5848EC-5787-EC4B-BD0E-08BAC717C5F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spTree>
    <p:extLst>
      <p:ext uri="{BB962C8B-B14F-4D97-AF65-F5344CB8AC3E}">
        <p14:creationId xmlns:p14="http://schemas.microsoft.com/office/powerpoint/2010/main" val="3507077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 Gray10 White-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E4EAC6-E81C-0A4C-B8F6-0355141B7998}"/>
              </a:ext>
            </a:extLst>
          </p:cNvPr>
          <p:cNvSpPr/>
          <p:nvPr userDrawn="1"/>
        </p:nvSpPr>
        <p:spPr>
          <a:xfrm>
            <a:off x="0" y="0"/>
            <a:ext cx="6096000"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7" name="Title 1">
            <a:extLst>
              <a:ext uri="{FF2B5EF4-FFF2-40B4-BE49-F238E27FC236}">
                <a16:creationId xmlns:a16="http://schemas.microsoft.com/office/drawing/2014/main" id="{EABEE567-03B9-2A4D-B14C-49FFF5940C07}"/>
              </a:ext>
            </a:extLst>
          </p:cNvPr>
          <p:cNvSpPr>
            <a:spLocks noGrp="1"/>
          </p:cNvSpPr>
          <p:nvPr>
            <p:ph type="title"/>
          </p:nvPr>
        </p:nvSpPr>
        <p:spPr>
          <a:xfrm>
            <a:off x="381001" y="875771"/>
            <a:ext cx="4038864" cy="814917"/>
          </a:xfrm>
        </p:spPr>
        <p:txBody>
          <a:bodyPr lIns="0" tIns="0" rIns="0" bIns="0" anchor="t" anchorCtr="0">
            <a:noAutofit/>
          </a:bodyPr>
          <a:lstStyle>
            <a:lvl1pPr algn="l">
              <a:lnSpc>
                <a:spcPct val="100000"/>
              </a:lnSpc>
              <a:spcAft>
                <a:spcPts val="2833"/>
              </a:spcAft>
              <a:defRPr sz="2667" b="0" i="0">
                <a:solidFill>
                  <a:srgbClr val="0F62FE"/>
                </a:solidFill>
                <a:latin typeface="IBM Plex Sans Light" panose="020B0403050203000203" pitchFamily="34" charset="0"/>
              </a:defRPr>
            </a:lvl1pPr>
          </a:lstStyle>
          <a:p>
            <a:r>
              <a:rPr lang="en-US" dirty="0"/>
              <a:t>Click to edit Master title style</a:t>
            </a:r>
          </a:p>
        </p:txBody>
      </p:sp>
      <p:sp>
        <p:nvSpPr>
          <p:cNvPr id="8" name="Content Placeholder 3">
            <a:extLst>
              <a:ext uri="{FF2B5EF4-FFF2-40B4-BE49-F238E27FC236}">
                <a16:creationId xmlns:a16="http://schemas.microsoft.com/office/drawing/2014/main" id="{09C566E1-62ED-034D-A43F-462C0D70960B}"/>
              </a:ext>
            </a:extLst>
          </p:cNvPr>
          <p:cNvSpPr>
            <a:spLocks noGrp="1"/>
          </p:cNvSpPr>
          <p:nvPr>
            <p:ph sz="half" idx="2"/>
          </p:nvPr>
        </p:nvSpPr>
        <p:spPr>
          <a:xfrm>
            <a:off x="381001" y="1943365"/>
            <a:ext cx="4038864" cy="4381500"/>
          </a:xfrm>
        </p:spPr>
        <p:txBody>
          <a:bodyPr>
            <a:normAutofit/>
          </a:bodyPr>
          <a:lstStyle>
            <a:lvl1pPr>
              <a:lnSpc>
                <a:spcPct val="100000"/>
              </a:lnSpc>
              <a:spcAft>
                <a:spcPts val="1667"/>
              </a:spcAft>
              <a:defRPr sz="1333" b="0" i="0">
                <a:latin typeface="IBM Plex Sans Light" panose="020B0403050203000203" pitchFamily="34" charset="0"/>
              </a:defRPr>
            </a:lvl1pPr>
            <a:lvl2pPr>
              <a:lnSpc>
                <a:spcPct val="100000"/>
              </a:lnSpc>
              <a:spcAft>
                <a:spcPts val="1667"/>
              </a:spcAft>
              <a:defRPr sz="1333" b="0" i="0">
                <a:latin typeface="IBM Plex Sans Light" panose="020B0403050203000203" pitchFamily="34" charset="0"/>
              </a:defRPr>
            </a:lvl2pPr>
            <a:lvl3pPr>
              <a:lnSpc>
                <a:spcPct val="100000"/>
              </a:lnSpc>
              <a:spcAft>
                <a:spcPts val="1667"/>
              </a:spcAft>
              <a:defRPr sz="1333" b="0" i="0">
                <a:latin typeface="IBM Plex Sans Light" panose="020B0403050203000203" pitchFamily="34" charset="0"/>
              </a:defRPr>
            </a:lvl3pPr>
            <a:lvl4pPr>
              <a:lnSpc>
                <a:spcPct val="100000"/>
              </a:lnSpc>
              <a:spcAft>
                <a:spcPts val="1667"/>
              </a:spcAft>
              <a:defRPr sz="1333" b="0" i="0">
                <a:latin typeface="IBM Plex Sans Light" panose="020B0403050203000203" pitchFamily="34" charset="0"/>
              </a:defRPr>
            </a:lvl4pPr>
            <a:lvl5pPr>
              <a:lnSpc>
                <a:spcPct val="100000"/>
              </a:lnSpc>
              <a:spcAft>
                <a:spcPts val="1667"/>
              </a:spcAft>
              <a:defRPr sz="1333" b="0" i="0">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5">
            <a:extLst>
              <a:ext uri="{FF2B5EF4-FFF2-40B4-BE49-F238E27FC236}">
                <a16:creationId xmlns:a16="http://schemas.microsoft.com/office/drawing/2014/main" id="{BA6157B9-0095-394C-9473-7E6A166040CA}"/>
              </a:ext>
            </a:extLst>
          </p:cNvPr>
          <p:cNvSpPr>
            <a:spLocks noGrp="1"/>
          </p:cNvSpPr>
          <p:nvPr>
            <p:ph sz="quarter" idx="4"/>
          </p:nvPr>
        </p:nvSpPr>
        <p:spPr>
          <a:xfrm>
            <a:off x="6286501" y="875771"/>
            <a:ext cx="2553229" cy="5314157"/>
          </a:xfrm>
        </p:spPr>
        <p:txBody>
          <a:bodyPr>
            <a:normAutofit/>
          </a:bodyPr>
          <a:lstStyle>
            <a:lvl1pPr>
              <a:lnSpc>
                <a:spcPct val="100000"/>
              </a:lnSpc>
              <a:spcAft>
                <a:spcPts val="1667"/>
              </a:spcAft>
              <a:defRPr sz="1333" b="0" i="0">
                <a:latin typeface="IBM Plex Sans Light" panose="020B0403050203000203" pitchFamily="34" charset="0"/>
              </a:defRPr>
            </a:lvl1pPr>
            <a:lvl2pPr>
              <a:lnSpc>
                <a:spcPct val="100000"/>
              </a:lnSpc>
              <a:spcAft>
                <a:spcPts val="1667"/>
              </a:spcAft>
              <a:defRPr sz="1333" b="0" i="0">
                <a:latin typeface="IBM Plex Sans Light" panose="020B0403050203000203" pitchFamily="34" charset="0"/>
              </a:defRPr>
            </a:lvl2pPr>
            <a:lvl3pPr>
              <a:lnSpc>
                <a:spcPct val="100000"/>
              </a:lnSpc>
              <a:spcAft>
                <a:spcPts val="1667"/>
              </a:spcAft>
              <a:defRPr sz="1333" b="0" i="0">
                <a:latin typeface="IBM Plex Sans Light" panose="020B0403050203000203" pitchFamily="34" charset="0"/>
              </a:defRPr>
            </a:lvl3pPr>
            <a:lvl4pPr>
              <a:lnSpc>
                <a:spcPct val="100000"/>
              </a:lnSpc>
              <a:spcAft>
                <a:spcPts val="1667"/>
              </a:spcAft>
              <a:defRPr sz="1333" b="0" i="0">
                <a:latin typeface="IBM Plex Sans Light" panose="020B0403050203000203" pitchFamily="34" charset="0"/>
              </a:defRPr>
            </a:lvl4pPr>
            <a:lvl5pPr>
              <a:lnSpc>
                <a:spcPct val="100000"/>
              </a:lnSpc>
              <a:spcAft>
                <a:spcPts val="1667"/>
              </a:spcAft>
              <a:defRPr sz="1333" b="0" i="0">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5A50E709-08E9-5542-8D18-86FFBAA3493D}"/>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sp>
        <p:nvSpPr>
          <p:cNvPr id="11" name="Content Placeholder 5">
            <a:extLst>
              <a:ext uri="{FF2B5EF4-FFF2-40B4-BE49-F238E27FC236}">
                <a16:creationId xmlns:a16="http://schemas.microsoft.com/office/drawing/2014/main" id="{437B2996-6B14-654C-BA76-9C7EB8B03EEB}"/>
              </a:ext>
            </a:extLst>
          </p:cNvPr>
          <p:cNvSpPr>
            <a:spLocks noGrp="1"/>
          </p:cNvSpPr>
          <p:nvPr>
            <p:ph sz="quarter" idx="14"/>
          </p:nvPr>
        </p:nvSpPr>
        <p:spPr>
          <a:xfrm>
            <a:off x="9227553" y="875771"/>
            <a:ext cx="2583448" cy="5314157"/>
          </a:xfrm>
        </p:spPr>
        <p:txBody>
          <a:bodyPr>
            <a:normAutofit/>
          </a:bodyPr>
          <a:lstStyle>
            <a:lvl1pPr>
              <a:lnSpc>
                <a:spcPct val="100000"/>
              </a:lnSpc>
              <a:spcAft>
                <a:spcPts val="1667"/>
              </a:spcAft>
              <a:defRPr sz="1333" b="0" i="0">
                <a:latin typeface="IBM Plex Sans Light" panose="020B0403050203000203" pitchFamily="34" charset="0"/>
              </a:defRPr>
            </a:lvl1pPr>
            <a:lvl2pPr>
              <a:lnSpc>
                <a:spcPct val="100000"/>
              </a:lnSpc>
              <a:spcAft>
                <a:spcPts val="1667"/>
              </a:spcAft>
              <a:defRPr sz="1333" b="0" i="0">
                <a:latin typeface="IBM Plex Sans Light" panose="020B0403050203000203" pitchFamily="34" charset="0"/>
              </a:defRPr>
            </a:lvl2pPr>
            <a:lvl3pPr>
              <a:lnSpc>
                <a:spcPct val="100000"/>
              </a:lnSpc>
              <a:spcAft>
                <a:spcPts val="1667"/>
              </a:spcAft>
              <a:defRPr sz="1333" b="0" i="0">
                <a:latin typeface="IBM Plex Sans Light" panose="020B0403050203000203" pitchFamily="34" charset="0"/>
              </a:defRPr>
            </a:lvl3pPr>
            <a:lvl4pPr>
              <a:lnSpc>
                <a:spcPct val="100000"/>
              </a:lnSpc>
              <a:spcAft>
                <a:spcPts val="1667"/>
              </a:spcAft>
              <a:defRPr sz="1333" b="0" i="0">
                <a:latin typeface="IBM Plex Sans Light" panose="020B0403050203000203" pitchFamily="34" charset="0"/>
              </a:defRPr>
            </a:lvl4pPr>
            <a:lvl5pPr>
              <a:lnSpc>
                <a:spcPct val="100000"/>
              </a:lnSpc>
              <a:spcAft>
                <a:spcPts val="1667"/>
              </a:spcAft>
              <a:defRPr sz="1333" b="0" i="0">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2" name="Group 11">
            <a:extLst>
              <a:ext uri="{FF2B5EF4-FFF2-40B4-BE49-F238E27FC236}">
                <a16:creationId xmlns:a16="http://schemas.microsoft.com/office/drawing/2014/main" id="{0B26ECE5-2CDF-A142-8CE5-51B7E376D7F4}"/>
              </a:ext>
            </a:extLst>
          </p:cNvPr>
          <p:cNvGrpSpPr/>
          <p:nvPr userDrawn="1"/>
        </p:nvGrpSpPr>
        <p:grpSpPr>
          <a:xfrm>
            <a:off x="661512" y="6609394"/>
            <a:ext cx="2489725" cy="183809"/>
            <a:chOff x="914400" y="7899655"/>
            <a:chExt cx="2987670" cy="220571"/>
          </a:xfrm>
        </p:grpSpPr>
        <p:sp>
          <p:nvSpPr>
            <p:cNvPr id="13" name="Footer Placeholder 3">
              <a:extLst>
                <a:ext uri="{FF2B5EF4-FFF2-40B4-BE49-F238E27FC236}">
                  <a16:creationId xmlns:a16="http://schemas.microsoft.com/office/drawing/2014/main" id="{99EB7F6D-6F95-B64C-824C-063673A1B8DE}"/>
                </a:ext>
              </a:extLst>
            </p:cNvPr>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1000"/>
                </a:spcAft>
              </a:pPr>
              <a:r>
                <a:rPr lang="en-US" sz="666" b="0" i="0" dirty="0">
                  <a:solidFill>
                    <a:srgbClr val="001141"/>
                  </a:solidFill>
                  <a:latin typeface="IBM Plex Sans" charset="0"/>
                  <a:ea typeface="IBM Plex Sans" charset="0"/>
                  <a:cs typeface="IBM Plex Sans" charset="0"/>
                </a:rPr>
                <a:t>©</a:t>
              </a:r>
              <a:r>
                <a:rPr lang="en-US" sz="333" b="0" i="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2022 IBM Corporation</a:t>
              </a:r>
              <a:r>
                <a:rPr lang="en-US" sz="666" b="0" i="0" baseline="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 </a:t>
              </a:r>
            </a:p>
          </p:txBody>
        </p:sp>
        <p:sp>
          <p:nvSpPr>
            <p:cNvPr id="14" name="Date Placeholder 2">
              <a:extLst>
                <a:ext uri="{FF2B5EF4-FFF2-40B4-BE49-F238E27FC236}">
                  <a16:creationId xmlns:a16="http://schemas.microsoft.com/office/drawing/2014/main" id="{8D65ECD1-CB5A-3940-9C68-C5E839153223}"/>
                </a:ext>
              </a:extLst>
            </p:cNvPr>
            <p:cNvSpPr txBox="1">
              <a:spLocks/>
            </p:cNvSpPr>
            <p:nvPr userDrawn="1"/>
          </p:nvSpPr>
          <p:spPr>
            <a:xfrm>
              <a:off x="2256150" y="7899655"/>
              <a:ext cx="164592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1000"/>
                </a:spcAft>
                <a:tabLst/>
                <a:defRPr/>
              </a:pPr>
              <a:r>
                <a:rPr lang="en-US" sz="666" b="0" i="0" dirty="0">
                  <a:solidFill>
                    <a:srgbClr val="001141"/>
                  </a:solidFill>
                  <a:latin typeface="IBM Plex Sans" charset="0"/>
                  <a:ea typeface="IBM Plex Sans" charset="0"/>
                  <a:cs typeface="IBM Plex Sans" charset="0"/>
                </a:rPr>
                <a:t> IBM Consulting</a:t>
              </a:r>
            </a:p>
          </p:txBody>
        </p:sp>
      </p:grpSp>
      <p:sp>
        <p:nvSpPr>
          <p:cNvPr id="16" name="Slide Number Placeholder 2">
            <a:extLst>
              <a:ext uri="{FF2B5EF4-FFF2-40B4-BE49-F238E27FC236}">
                <a16:creationId xmlns:a16="http://schemas.microsoft.com/office/drawing/2014/main" id="{7A4A62CC-0DB5-7242-9D3F-33B1199D7C6F}"/>
              </a:ext>
            </a:extLst>
          </p:cNvPr>
          <p:cNvSpPr txBox="1">
            <a:spLocks/>
          </p:cNvSpPr>
          <p:nvPr userDrawn="1"/>
        </p:nvSpPr>
        <p:spPr>
          <a:xfrm>
            <a:off x="379048" y="6611958"/>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rgbClr val="001141"/>
                </a:solidFill>
                <a:latin typeface="IBM Plex Sans" charset="0"/>
                <a:ea typeface="IBM Plex Sans" charset="0"/>
                <a:cs typeface="IBM Plex Sans" charset="0"/>
              </a:rPr>
              <a:pPr algn="l"/>
              <a:t>‹#›</a:t>
            </a:fld>
            <a:endParaRPr lang="en-US" sz="667" b="0" i="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41911355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 Divider with photo insert o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CB9FF4-416B-644F-970E-175CD50F05FE}"/>
              </a:ext>
            </a:extLst>
          </p:cNvPr>
          <p:cNvSpPr/>
          <p:nvPr userDrawn="1"/>
        </p:nvSpPr>
        <p:spPr>
          <a:xfrm>
            <a:off x="0" y="0"/>
            <a:ext cx="6096000" cy="6858000"/>
          </a:xfrm>
          <a:prstGeom prst="rect">
            <a:avLst/>
          </a:prstGeom>
          <a:solidFill>
            <a:srgbClr val="E5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7" name="Picture Placeholder 2">
            <a:extLst>
              <a:ext uri="{FF2B5EF4-FFF2-40B4-BE49-F238E27FC236}">
                <a16:creationId xmlns:a16="http://schemas.microsoft.com/office/drawing/2014/main" id="{14338679-E0D7-564D-AD81-99C855D7E6AE}"/>
              </a:ext>
            </a:extLst>
          </p:cNvPr>
          <p:cNvSpPr>
            <a:spLocks noGrp="1"/>
          </p:cNvSpPr>
          <p:nvPr>
            <p:ph type="pic" idx="1"/>
          </p:nvPr>
        </p:nvSpPr>
        <p:spPr>
          <a:xfrm>
            <a:off x="6096000" y="0"/>
            <a:ext cx="6096000" cy="6858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endParaRPr lang="en-US" dirty="0"/>
          </a:p>
        </p:txBody>
      </p:sp>
      <p:sp>
        <p:nvSpPr>
          <p:cNvPr id="9" name="Title 1">
            <a:extLst>
              <a:ext uri="{FF2B5EF4-FFF2-40B4-BE49-F238E27FC236}">
                <a16:creationId xmlns:a16="http://schemas.microsoft.com/office/drawing/2014/main" id="{3D1C8DF4-A082-D248-A5AD-89E81858A9B4}"/>
              </a:ext>
            </a:extLst>
          </p:cNvPr>
          <p:cNvSpPr>
            <a:spLocks noGrp="1"/>
          </p:cNvSpPr>
          <p:nvPr>
            <p:ph type="title"/>
          </p:nvPr>
        </p:nvSpPr>
        <p:spPr>
          <a:xfrm>
            <a:off x="381001" y="875771"/>
            <a:ext cx="4038865" cy="4877594"/>
          </a:xfrm>
        </p:spPr>
        <p:txBody>
          <a:bodyPr lIns="0" tIns="0" rIns="0" bIns="0" anchor="t" anchorCtr="0">
            <a:noAutofit/>
          </a:bodyPr>
          <a:lstStyle>
            <a:lvl1pPr>
              <a:lnSpc>
                <a:spcPct val="100000"/>
              </a:lnSpc>
              <a:spcAft>
                <a:spcPts val="6000"/>
              </a:spcAft>
              <a:defRPr sz="5333" b="0" i="0">
                <a:solidFill>
                  <a:srgbClr val="0F62FE"/>
                </a:solidFill>
                <a:latin typeface="IBM Plex Sans ExtraLight" panose="020B0303050203000203" pitchFamily="34" charset="0"/>
              </a:defRPr>
            </a:lvl1pPr>
          </a:lstStyle>
          <a:p>
            <a:r>
              <a:rPr lang="en-US" dirty="0"/>
              <a:t>Click to edit Master title style</a:t>
            </a:r>
          </a:p>
        </p:txBody>
      </p:sp>
      <p:sp>
        <p:nvSpPr>
          <p:cNvPr id="10" name="Text Placeholder 7">
            <a:extLst>
              <a:ext uri="{FF2B5EF4-FFF2-40B4-BE49-F238E27FC236}">
                <a16:creationId xmlns:a16="http://schemas.microsoft.com/office/drawing/2014/main" id="{2B924C78-AB80-A74D-9EB8-2B781C1F40C3}"/>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grpSp>
        <p:nvGrpSpPr>
          <p:cNvPr id="11" name="Group 10">
            <a:extLst>
              <a:ext uri="{FF2B5EF4-FFF2-40B4-BE49-F238E27FC236}">
                <a16:creationId xmlns:a16="http://schemas.microsoft.com/office/drawing/2014/main" id="{90A4A3DC-21C3-BE46-9E2B-767C267E0FA4}"/>
              </a:ext>
            </a:extLst>
          </p:cNvPr>
          <p:cNvGrpSpPr/>
          <p:nvPr userDrawn="1"/>
        </p:nvGrpSpPr>
        <p:grpSpPr>
          <a:xfrm>
            <a:off x="661512" y="6609394"/>
            <a:ext cx="2489725" cy="183809"/>
            <a:chOff x="914400" y="7899655"/>
            <a:chExt cx="2987670" cy="220571"/>
          </a:xfrm>
        </p:grpSpPr>
        <p:sp>
          <p:nvSpPr>
            <p:cNvPr id="12" name="Footer Placeholder 3">
              <a:extLst>
                <a:ext uri="{FF2B5EF4-FFF2-40B4-BE49-F238E27FC236}">
                  <a16:creationId xmlns:a16="http://schemas.microsoft.com/office/drawing/2014/main" id="{2047BE0C-B25F-784C-88C6-DA63F199B93A}"/>
                </a:ext>
              </a:extLst>
            </p:cNvPr>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1000"/>
                </a:spcAft>
              </a:pPr>
              <a:r>
                <a:rPr lang="en-US" sz="666" b="0" i="0" dirty="0">
                  <a:solidFill>
                    <a:srgbClr val="001141"/>
                  </a:solidFill>
                  <a:latin typeface="IBM Plex Sans" charset="0"/>
                  <a:ea typeface="IBM Plex Sans" charset="0"/>
                  <a:cs typeface="IBM Plex Sans" charset="0"/>
                </a:rPr>
                <a:t>©</a:t>
              </a:r>
              <a:r>
                <a:rPr lang="en-US" sz="333" b="0" i="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2022 IBM Corporation</a:t>
              </a:r>
              <a:r>
                <a:rPr lang="en-US" sz="666" b="0" i="0" baseline="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 </a:t>
              </a:r>
            </a:p>
          </p:txBody>
        </p:sp>
        <p:sp>
          <p:nvSpPr>
            <p:cNvPr id="13" name="Date Placeholder 2">
              <a:extLst>
                <a:ext uri="{FF2B5EF4-FFF2-40B4-BE49-F238E27FC236}">
                  <a16:creationId xmlns:a16="http://schemas.microsoft.com/office/drawing/2014/main" id="{4EB1EB61-5A3A-0F46-B497-88F46AA0BF52}"/>
                </a:ext>
              </a:extLst>
            </p:cNvPr>
            <p:cNvSpPr txBox="1">
              <a:spLocks/>
            </p:cNvSpPr>
            <p:nvPr userDrawn="1"/>
          </p:nvSpPr>
          <p:spPr>
            <a:xfrm>
              <a:off x="2256150" y="7899655"/>
              <a:ext cx="164592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1000"/>
                </a:spcAft>
                <a:tabLst/>
                <a:defRPr/>
              </a:pPr>
              <a:r>
                <a:rPr lang="en-US" sz="666" b="0" i="0" dirty="0">
                  <a:solidFill>
                    <a:srgbClr val="001141"/>
                  </a:solidFill>
                  <a:latin typeface="IBM Plex Sans" charset="0"/>
                  <a:ea typeface="IBM Plex Sans" charset="0"/>
                  <a:cs typeface="IBM Plex Sans" charset="0"/>
                </a:rPr>
                <a:t> IBM Consulting</a:t>
              </a:r>
            </a:p>
          </p:txBody>
        </p:sp>
      </p:grpSp>
      <p:sp>
        <p:nvSpPr>
          <p:cNvPr id="15" name="Slide Number Placeholder 2">
            <a:extLst>
              <a:ext uri="{FF2B5EF4-FFF2-40B4-BE49-F238E27FC236}">
                <a16:creationId xmlns:a16="http://schemas.microsoft.com/office/drawing/2014/main" id="{026F7E82-346D-F145-B614-89D93E046108}"/>
              </a:ext>
            </a:extLst>
          </p:cNvPr>
          <p:cNvSpPr txBox="1">
            <a:spLocks/>
          </p:cNvSpPr>
          <p:nvPr userDrawn="1"/>
        </p:nvSpPr>
        <p:spPr>
          <a:xfrm>
            <a:off x="379048" y="6611958"/>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rgbClr val="001141"/>
                </a:solidFill>
                <a:latin typeface="IBM Plex Sans" charset="0"/>
                <a:ea typeface="IBM Plex Sans" charset="0"/>
                <a:cs typeface="IBM Plex Sans" charset="0"/>
              </a:rPr>
              <a:pPr algn="l"/>
              <a:t>‹#›</a:t>
            </a:fld>
            <a:endParaRPr lang="en-US" sz="667" b="0" i="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5186064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3. Whit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9DB4366-3CB5-BD46-8536-49D6631D6329}"/>
              </a:ext>
            </a:extLst>
          </p:cNvPr>
          <p:cNvSpPr>
            <a:spLocks noGrp="1"/>
          </p:cNvSpPr>
          <p:nvPr>
            <p:ph type="title"/>
          </p:nvPr>
        </p:nvSpPr>
        <p:spPr>
          <a:xfrm>
            <a:off x="381001" y="875771"/>
            <a:ext cx="2476500" cy="876300"/>
          </a:xfrm>
        </p:spPr>
        <p:txBody>
          <a:bodyPr lIns="0" tIns="0" rIns="0" bIns="0" anchor="t" anchorCtr="0"/>
          <a:lstStyle>
            <a:lvl1pPr>
              <a:defRPr sz="2667">
                <a:solidFill>
                  <a:srgbClr val="001141"/>
                </a:solidFill>
              </a:defRPr>
            </a:lvl1pPr>
          </a:lstStyle>
          <a:p>
            <a:r>
              <a:rPr lang="en-US" dirty="0"/>
              <a:t>Click to edit Master title style</a:t>
            </a:r>
          </a:p>
        </p:txBody>
      </p:sp>
      <p:sp>
        <p:nvSpPr>
          <p:cNvPr id="8" name="Text Placeholder 3">
            <a:extLst>
              <a:ext uri="{FF2B5EF4-FFF2-40B4-BE49-F238E27FC236}">
                <a16:creationId xmlns:a16="http://schemas.microsoft.com/office/drawing/2014/main" id="{049E424B-58B4-4C48-B6E1-19C2C1D32256}"/>
              </a:ext>
            </a:extLst>
          </p:cNvPr>
          <p:cNvSpPr>
            <a:spLocks noGrp="1"/>
          </p:cNvSpPr>
          <p:nvPr>
            <p:ph type="body" sz="half" idx="2"/>
          </p:nvPr>
        </p:nvSpPr>
        <p:spPr>
          <a:xfrm>
            <a:off x="381001" y="1943365"/>
            <a:ext cx="2499527" cy="4381500"/>
          </a:xfrm>
        </p:spPr>
        <p:txBody>
          <a:bodyPr lIns="0" tIns="0" rIns="0" bIns="0"/>
          <a:lstStyle>
            <a:lvl1pPr marL="0" indent="0">
              <a:buNone/>
              <a:defRPr sz="1333">
                <a:solidFill>
                  <a:srgbClr val="001141"/>
                </a:solidFill>
              </a:defRPr>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en-US" dirty="0"/>
              <a:t>Click to edit Master text styles</a:t>
            </a:r>
          </a:p>
        </p:txBody>
      </p:sp>
      <p:sp>
        <p:nvSpPr>
          <p:cNvPr id="9" name="Text Placeholder 7">
            <a:extLst>
              <a:ext uri="{FF2B5EF4-FFF2-40B4-BE49-F238E27FC236}">
                <a16:creationId xmlns:a16="http://schemas.microsoft.com/office/drawing/2014/main" id="{00F6694A-26D6-BF47-BD5B-00224FBAAC5E}"/>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833"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cxnSp>
        <p:nvCxnSpPr>
          <p:cNvPr id="14" name="Straight Connector 13">
            <a:extLst>
              <a:ext uri="{FF2B5EF4-FFF2-40B4-BE49-F238E27FC236}">
                <a16:creationId xmlns:a16="http://schemas.microsoft.com/office/drawing/2014/main" id="{F87C2E42-C7A6-CC47-8D98-F6491BED30A1}"/>
              </a:ext>
            </a:extLst>
          </p:cNvPr>
          <p:cNvCxnSpPr/>
          <p:nvPr userDrawn="1"/>
        </p:nvCxnSpPr>
        <p:spPr>
          <a:xfrm flipV="1">
            <a:off x="9144000" y="381000"/>
            <a:ext cx="0" cy="6096000"/>
          </a:xfrm>
          <a:prstGeom prst="line">
            <a:avLst/>
          </a:prstGeom>
          <a:ln w="3175">
            <a:solidFill>
              <a:srgbClr val="00114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889C111-70FE-8648-8451-DE6E7C48DFB7}"/>
              </a:ext>
            </a:extLst>
          </p:cNvPr>
          <p:cNvCxnSpPr/>
          <p:nvPr userDrawn="1"/>
        </p:nvCxnSpPr>
        <p:spPr>
          <a:xfrm flipV="1">
            <a:off x="6094288" y="381000"/>
            <a:ext cx="0" cy="6096000"/>
          </a:xfrm>
          <a:prstGeom prst="line">
            <a:avLst/>
          </a:prstGeom>
          <a:ln w="3175">
            <a:solidFill>
              <a:srgbClr val="00114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3C7159F-A843-B940-A925-CC810BADD368}"/>
              </a:ext>
            </a:extLst>
          </p:cNvPr>
          <p:cNvCxnSpPr/>
          <p:nvPr userDrawn="1"/>
        </p:nvCxnSpPr>
        <p:spPr>
          <a:xfrm flipV="1">
            <a:off x="3048000" y="381000"/>
            <a:ext cx="0" cy="6096000"/>
          </a:xfrm>
          <a:prstGeom prst="line">
            <a:avLst/>
          </a:prstGeom>
          <a:ln w="3175">
            <a:solidFill>
              <a:srgbClr val="00114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7569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 1/4 White Gray10-Graphics_Custo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FCF0699-A389-5744-9D4D-4E7B2F0BDECE}"/>
              </a:ext>
            </a:extLst>
          </p:cNvPr>
          <p:cNvSpPr/>
          <p:nvPr userDrawn="1"/>
        </p:nvSpPr>
        <p:spPr>
          <a:xfrm>
            <a:off x="3238500" y="0"/>
            <a:ext cx="8953500"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8" name="Title 1">
            <a:extLst>
              <a:ext uri="{FF2B5EF4-FFF2-40B4-BE49-F238E27FC236}">
                <a16:creationId xmlns:a16="http://schemas.microsoft.com/office/drawing/2014/main" id="{63AA1A76-1969-0643-9B78-22AD04C00366}"/>
              </a:ext>
            </a:extLst>
          </p:cNvPr>
          <p:cNvSpPr>
            <a:spLocks noGrp="1"/>
          </p:cNvSpPr>
          <p:nvPr>
            <p:ph type="title"/>
          </p:nvPr>
        </p:nvSpPr>
        <p:spPr>
          <a:xfrm>
            <a:off x="381001" y="875771"/>
            <a:ext cx="2476500" cy="877094"/>
          </a:xfrm>
        </p:spPr>
        <p:txBody>
          <a:bodyPr lIns="0" tIns="0" rIns="0" bIns="0" anchor="t" anchorCtr="0">
            <a:noAutofit/>
          </a:bodyPr>
          <a:lstStyle>
            <a:lvl1pPr>
              <a:lnSpc>
                <a:spcPct val="100000"/>
              </a:lnSpc>
              <a:spcAft>
                <a:spcPts val="2833"/>
              </a:spcAft>
              <a:defRPr sz="2667" b="0" i="0">
                <a:latin typeface="IBM Plex Sans Light" panose="020B0403050203000203" pitchFamily="34" charset="0"/>
              </a:defRPr>
            </a:lvl1pPr>
          </a:lstStyle>
          <a:p>
            <a:r>
              <a:rPr lang="en-US" dirty="0"/>
              <a:t>Click to edit Master title style</a:t>
            </a:r>
          </a:p>
        </p:txBody>
      </p:sp>
      <p:sp>
        <p:nvSpPr>
          <p:cNvPr id="9" name="Text Placeholder 3">
            <a:extLst>
              <a:ext uri="{FF2B5EF4-FFF2-40B4-BE49-F238E27FC236}">
                <a16:creationId xmlns:a16="http://schemas.microsoft.com/office/drawing/2014/main" id="{2D89062B-2A1D-4541-A00F-EA75A8E51069}"/>
              </a:ext>
            </a:extLst>
          </p:cNvPr>
          <p:cNvSpPr>
            <a:spLocks noGrp="1"/>
          </p:cNvSpPr>
          <p:nvPr>
            <p:ph type="body" sz="half" idx="2"/>
          </p:nvPr>
        </p:nvSpPr>
        <p:spPr>
          <a:xfrm>
            <a:off x="381001" y="2424907"/>
            <a:ext cx="2476500" cy="3925093"/>
          </a:xfrm>
        </p:spPr>
        <p:txBody>
          <a:bodyPr lIns="0" tIns="0" rIns="0" bIns="0">
            <a:normAutofit/>
          </a:bodyPr>
          <a:lstStyle>
            <a:lvl1pPr marL="0" indent="0">
              <a:lnSpc>
                <a:spcPct val="100000"/>
              </a:lnSpc>
              <a:spcBef>
                <a:spcPts val="0"/>
              </a:spcBef>
              <a:spcAft>
                <a:spcPts val="1667"/>
              </a:spcAft>
              <a:buNone/>
              <a:defRPr sz="1333" b="0" i="0">
                <a:latin typeface="IBM Plex Sans Light" panose="020B0403050203000203" pitchFamily="34" charset="0"/>
              </a:defRPr>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en-US" dirty="0"/>
              <a:t>Click to edit Master text styles</a:t>
            </a:r>
          </a:p>
        </p:txBody>
      </p:sp>
      <p:sp>
        <p:nvSpPr>
          <p:cNvPr id="14" name="Text Placeholder 7">
            <a:extLst>
              <a:ext uri="{FF2B5EF4-FFF2-40B4-BE49-F238E27FC236}">
                <a16:creationId xmlns:a16="http://schemas.microsoft.com/office/drawing/2014/main" id="{E7B0AC1C-0F9D-7B48-A245-BBE84F804ABB}"/>
              </a:ext>
            </a:extLst>
          </p:cNvPr>
          <p:cNvSpPr>
            <a:spLocks noGrp="1"/>
          </p:cNvSpPr>
          <p:nvPr>
            <p:ph type="body" sz="quarter" idx="13"/>
          </p:nvPr>
        </p:nvSpPr>
        <p:spPr>
          <a:xfrm>
            <a:off x="381000" y="381000"/>
            <a:ext cx="5524500" cy="190500"/>
          </a:xfrm>
        </p:spPr>
        <p:txBody>
          <a:bodyPr lIns="0" tIns="0" rIns="0" bIns="0">
            <a:noAutofit/>
          </a:bodyPr>
          <a:lstStyle>
            <a:lvl1pPr marL="0" indent="0">
              <a:lnSpc>
                <a:spcPct val="100000"/>
              </a:lnSpc>
              <a:spcBef>
                <a:spcPts val="0"/>
              </a:spcBef>
              <a:spcAft>
                <a:spcPts val="1167"/>
              </a:spcAft>
              <a:buNone/>
              <a:defRPr sz="1000" b="0" i="0">
                <a:solidFill>
                  <a:srgbClr val="001141"/>
                </a:solidFill>
                <a:latin typeface="IBM Plex Sans Medium" panose="020B0503050203000203" pitchFamily="34" charset="0"/>
              </a:defRPr>
            </a:lvl1pPr>
            <a:lvl2pPr>
              <a:defRPr sz="667" b="0" i="0">
                <a:latin typeface="IBM Plex Sans Medium" panose="020B0503050203000203" pitchFamily="34" charset="0"/>
              </a:defRPr>
            </a:lvl2pPr>
            <a:lvl3pPr>
              <a:defRPr sz="667" b="0" i="0">
                <a:latin typeface="IBM Plex Sans Medium" panose="020B0503050203000203" pitchFamily="34" charset="0"/>
              </a:defRPr>
            </a:lvl3pPr>
            <a:lvl4pPr>
              <a:defRPr sz="667" b="0" i="0">
                <a:latin typeface="IBM Plex Sans Medium" panose="020B0503050203000203" pitchFamily="34" charset="0"/>
              </a:defRPr>
            </a:lvl4pPr>
            <a:lvl5pPr>
              <a:defRPr sz="667" b="0" i="0">
                <a:latin typeface="IBM Plex Sans Medium" panose="020B0503050203000203" pitchFamily="34" charset="0"/>
              </a:defRPr>
            </a:lvl5pPr>
          </a:lstStyle>
          <a:p>
            <a:pPr lvl="0"/>
            <a:r>
              <a:rPr lang="en-US" dirty="0"/>
              <a:t>Click to edit Master text styles</a:t>
            </a:r>
          </a:p>
        </p:txBody>
      </p:sp>
      <p:pic>
        <p:nvPicPr>
          <p:cNvPr id="10" name="Picture 9">
            <a:extLst>
              <a:ext uri="{FF2B5EF4-FFF2-40B4-BE49-F238E27FC236}">
                <a16:creationId xmlns:a16="http://schemas.microsoft.com/office/drawing/2014/main" id="{20DA1BD6-521F-C043-A7A3-4311351A2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spTree>
    <p:extLst>
      <p:ext uri="{BB962C8B-B14F-4D97-AF65-F5344CB8AC3E}">
        <p14:creationId xmlns:p14="http://schemas.microsoft.com/office/powerpoint/2010/main" val="13337899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5_blank (no footer)">
    <p:bg>
      <p:bgPr>
        <a:solidFill>
          <a:srgbClr val="FFFFFF"/>
        </a:solidFill>
        <a:effectLst/>
      </p:bgPr>
    </p:bg>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D96383D3-0DAD-41A9-AD96-97E0CF78032B}"/>
              </a:ext>
            </a:extLst>
          </p:cNvPr>
          <p:cNvSpPr txBox="1">
            <a:spLocks/>
          </p:cNvSpPr>
          <p:nvPr userDrawn="1"/>
        </p:nvSpPr>
        <p:spPr>
          <a:xfrm>
            <a:off x="74843" y="6518389"/>
            <a:ext cx="280982" cy="272326"/>
          </a:xfrm>
          <a:prstGeom prst="rect">
            <a:avLst/>
          </a:prstGeom>
          <a:ln w="25400">
            <a:miter lim="400000"/>
          </a:ln>
        </p:spPr>
        <p:txBody>
          <a:bodyPr wrap="none" lIns="51026" tIns="51026" rIns="51026" bIns="51026" anchor="t">
            <a:spAutoFit/>
          </a:bodyPr>
          <a:lstStyle>
            <a:defPPr>
              <a:defRPr lang="en-US"/>
            </a:defPPr>
            <a:lvl1pPr algn="ctr" defTabSz="575072" rtl="0" fontAlgn="base">
              <a:spcBef>
                <a:spcPct val="0"/>
              </a:spcBef>
              <a:spcAft>
                <a:spcPct val="0"/>
              </a:spcAft>
              <a:defRPr sz="1540" kern="1200">
                <a:solidFill>
                  <a:srgbClr val="000000"/>
                </a:solidFill>
                <a:latin typeface="Helvetica Neue Light"/>
                <a:ea typeface="Helvetica Neue Light"/>
                <a:cs typeface="Helvetica Neue Light"/>
                <a:sym typeface="Helvetica Neue Light"/>
              </a:defRPr>
            </a:lvl1pPr>
            <a:lvl2pPr marL="608641" algn="l" rtl="0" fontAlgn="base">
              <a:spcBef>
                <a:spcPct val="0"/>
              </a:spcBef>
              <a:spcAft>
                <a:spcPct val="0"/>
              </a:spcAft>
              <a:defRPr sz="3207" kern="1200">
                <a:solidFill>
                  <a:schemeClr val="tx1"/>
                </a:solidFill>
                <a:latin typeface="Arial" pitchFamily="34" charset="0"/>
                <a:ea typeface="ＭＳ Ｐゴシック"/>
                <a:cs typeface="ＭＳ Ｐゴシック"/>
              </a:defRPr>
            </a:lvl2pPr>
            <a:lvl3pPr marL="1217282" algn="l" rtl="0" fontAlgn="base">
              <a:spcBef>
                <a:spcPct val="0"/>
              </a:spcBef>
              <a:spcAft>
                <a:spcPct val="0"/>
              </a:spcAft>
              <a:defRPr sz="3207" kern="1200">
                <a:solidFill>
                  <a:schemeClr val="tx1"/>
                </a:solidFill>
                <a:latin typeface="Arial" pitchFamily="34" charset="0"/>
                <a:ea typeface="ＭＳ Ｐゴシック"/>
                <a:cs typeface="ＭＳ Ｐゴシック"/>
              </a:defRPr>
            </a:lvl3pPr>
            <a:lvl4pPr marL="1825924" algn="l" rtl="0" fontAlgn="base">
              <a:spcBef>
                <a:spcPct val="0"/>
              </a:spcBef>
              <a:spcAft>
                <a:spcPct val="0"/>
              </a:spcAft>
              <a:defRPr sz="3207" kern="1200">
                <a:solidFill>
                  <a:schemeClr val="tx1"/>
                </a:solidFill>
                <a:latin typeface="Arial" pitchFamily="34" charset="0"/>
                <a:ea typeface="ＭＳ Ｐゴシック"/>
                <a:cs typeface="ＭＳ Ｐゴシック"/>
              </a:defRPr>
            </a:lvl4pPr>
            <a:lvl5pPr marL="2434566" algn="l" rtl="0" fontAlgn="base">
              <a:spcBef>
                <a:spcPct val="0"/>
              </a:spcBef>
              <a:spcAft>
                <a:spcPct val="0"/>
              </a:spcAft>
              <a:defRPr sz="3207" kern="1200">
                <a:solidFill>
                  <a:schemeClr val="tx1"/>
                </a:solidFill>
                <a:latin typeface="Arial" pitchFamily="34" charset="0"/>
                <a:ea typeface="ＭＳ Ｐゴシック"/>
                <a:cs typeface="ＭＳ Ｐゴシック"/>
              </a:defRPr>
            </a:lvl5pPr>
            <a:lvl6pPr marL="3043208" algn="l" defTabSz="1217282" rtl="0" eaLnBrk="1" latinLnBrk="0" hangingPunct="1">
              <a:defRPr sz="3207" kern="1200">
                <a:solidFill>
                  <a:schemeClr val="tx1"/>
                </a:solidFill>
                <a:latin typeface="Arial" pitchFamily="34" charset="0"/>
                <a:ea typeface="ＭＳ Ｐゴシック"/>
                <a:cs typeface="ＭＳ Ｐゴシック"/>
              </a:defRPr>
            </a:lvl6pPr>
            <a:lvl7pPr marL="3651866" algn="l" defTabSz="1217282" rtl="0" eaLnBrk="1" latinLnBrk="0" hangingPunct="1">
              <a:defRPr sz="3207" kern="1200">
                <a:solidFill>
                  <a:schemeClr val="tx1"/>
                </a:solidFill>
                <a:latin typeface="Arial" pitchFamily="34" charset="0"/>
                <a:ea typeface="ＭＳ Ｐゴシック"/>
                <a:cs typeface="ＭＳ Ｐゴシック"/>
              </a:defRPr>
            </a:lvl7pPr>
            <a:lvl8pPr marL="4260515" algn="l" defTabSz="1217282" rtl="0" eaLnBrk="1" latinLnBrk="0" hangingPunct="1">
              <a:defRPr sz="3207" kern="1200">
                <a:solidFill>
                  <a:schemeClr val="tx1"/>
                </a:solidFill>
                <a:latin typeface="Arial" pitchFamily="34" charset="0"/>
                <a:ea typeface="ＭＳ Ｐゴシック"/>
                <a:cs typeface="ＭＳ Ｐゴシック"/>
              </a:defRPr>
            </a:lvl8pPr>
            <a:lvl9pPr marL="4869160" algn="l" defTabSz="1217282" rtl="0" eaLnBrk="1" latinLnBrk="0" hangingPunct="1">
              <a:defRPr sz="3207" kern="1200">
                <a:solidFill>
                  <a:schemeClr val="tx1"/>
                </a:solidFill>
                <a:latin typeface="Arial" pitchFamily="34" charset="0"/>
                <a:ea typeface="ＭＳ Ｐゴシック"/>
                <a:cs typeface="ＭＳ Ｐゴシック"/>
              </a:defRPr>
            </a:lvl9pPr>
          </a:lstStyle>
          <a:p>
            <a:fld id="{86CB4B4D-7CA3-9044-876B-883B54F8677D}" type="slidenum">
              <a:rPr lang="en-GB" sz="1100" smtClean="0"/>
              <a:pPr/>
              <a:t>‹#›</a:t>
            </a:fld>
            <a:endParaRPr lang="en-GB" sz="1100" dirty="0"/>
          </a:p>
        </p:txBody>
      </p:sp>
    </p:spTree>
    <p:extLst>
      <p:ext uri="{BB962C8B-B14F-4D97-AF65-F5344CB8AC3E}">
        <p14:creationId xmlns:p14="http://schemas.microsoft.com/office/powerpoint/2010/main" val="8155113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E0A5AC-B1C0-6548-B14A-333600B1DD6B}"/>
              </a:ext>
            </a:extLst>
          </p:cNvPr>
          <p:cNvPicPr>
            <a:picLocks noChangeAspect="1"/>
          </p:cNvPicPr>
          <p:nvPr userDrawn="1"/>
        </p:nvPicPr>
        <p:blipFill>
          <a:blip r:embed="rId2"/>
          <a:stretch>
            <a:fillRect/>
          </a:stretch>
        </p:blipFill>
        <p:spPr>
          <a:xfrm>
            <a:off x="3924300" y="2298700"/>
            <a:ext cx="8267699" cy="4559300"/>
          </a:xfrm>
          <a:prstGeom prst="rect">
            <a:avLst/>
          </a:prstGeom>
        </p:spPr>
      </p:pic>
      <p:sp>
        <p:nvSpPr>
          <p:cNvPr id="12" name="Rectangle 4"/>
          <p:cNvSpPr>
            <a:spLocks noGrp="1" noChangeArrowheads="1"/>
          </p:cNvSpPr>
          <p:nvPr>
            <p:ph type="ctrTitle"/>
          </p:nvPr>
        </p:nvSpPr>
        <p:spPr>
          <a:xfrm>
            <a:off x="495963" y="1881375"/>
            <a:ext cx="6681863" cy="1051245"/>
          </a:xfrm>
        </p:spPr>
        <p:txBody>
          <a:bodyPr lIns="0" tIns="0" rIns="0" bIns="0" anchor="b" anchorCtr="0"/>
          <a:lstStyle>
            <a:lvl1pPr>
              <a:defRPr sz="3600" b="1">
                <a:solidFill>
                  <a:srgbClr val="00478F"/>
                </a:solidFill>
              </a:defRPr>
            </a:lvl1pPr>
          </a:lstStyle>
          <a:p>
            <a:endParaRPr lang="en-GB" noProof="0"/>
          </a:p>
        </p:txBody>
      </p:sp>
      <p:sp>
        <p:nvSpPr>
          <p:cNvPr id="13" name="Rectangle 5"/>
          <p:cNvSpPr>
            <a:spLocks noGrp="1" noChangeArrowheads="1"/>
          </p:cNvSpPr>
          <p:nvPr>
            <p:ph type="subTitle" idx="1"/>
          </p:nvPr>
        </p:nvSpPr>
        <p:spPr>
          <a:xfrm>
            <a:off x="494760" y="3241404"/>
            <a:ext cx="5269433" cy="889000"/>
          </a:xfrm>
        </p:spPr>
        <p:txBody>
          <a:bodyPr lIns="0" tIns="0" rIns="0" bIns="0"/>
          <a:lstStyle>
            <a:lvl1pPr marL="9525" indent="-9525">
              <a:buNone/>
              <a:tabLst/>
              <a:defRPr/>
            </a:lvl1pPr>
          </a:lstStyle>
          <a:p>
            <a:endParaRPr lang="en-GB" noProof="0"/>
          </a:p>
        </p:txBody>
      </p:sp>
    </p:spTree>
    <p:extLst>
      <p:ext uri="{BB962C8B-B14F-4D97-AF65-F5344CB8AC3E}">
        <p14:creationId xmlns:p14="http://schemas.microsoft.com/office/powerpoint/2010/main" val="170164116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12" name="Rectangle 4"/>
          <p:cNvSpPr>
            <a:spLocks noGrp="1" noChangeArrowheads="1"/>
          </p:cNvSpPr>
          <p:nvPr>
            <p:ph type="ctrTitle"/>
          </p:nvPr>
        </p:nvSpPr>
        <p:spPr>
          <a:xfrm>
            <a:off x="904167" y="2199336"/>
            <a:ext cx="9906704" cy="1051245"/>
          </a:xfrm>
        </p:spPr>
        <p:txBody>
          <a:bodyPr lIns="0" tIns="0" rIns="0" bIns="0" anchor="b" anchorCtr="0"/>
          <a:lstStyle>
            <a:lvl1pPr>
              <a:defRPr sz="2400" b="1">
                <a:solidFill>
                  <a:srgbClr val="00478F"/>
                </a:solidFill>
              </a:defRPr>
            </a:lvl1pPr>
          </a:lstStyle>
          <a:p>
            <a:endParaRPr lang="en-GB" noProof="0" dirty="0"/>
          </a:p>
        </p:txBody>
      </p:sp>
      <p:pic>
        <p:nvPicPr>
          <p:cNvPr id="13" name="Picture 12">
            <a:extLst>
              <a:ext uri="{FF2B5EF4-FFF2-40B4-BE49-F238E27FC236}">
                <a16:creationId xmlns:a16="http://schemas.microsoft.com/office/drawing/2014/main" id="{19CF7F17-6C29-6E47-ABF8-DED2C5E87A59}"/>
              </a:ext>
            </a:extLst>
          </p:cNvPr>
          <p:cNvPicPr>
            <a:picLocks noChangeAspect="1"/>
          </p:cNvPicPr>
          <p:nvPr userDrawn="1"/>
        </p:nvPicPr>
        <p:blipFill>
          <a:blip r:embed="rId2"/>
          <a:stretch>
            <a:fillRect/>
          </a:stretch>
        </p:blipFill>
        <p:spPr>
          <a:xfrm>
            <a:off x="8740239" y="418216"/>
            <a:ext cx="1539064" cy="551941"/>
          </a:xfrm>
          <a:prstGeom prst="rect">
            <a:avLst/>
          </a:prstGeom>
        </p:spPr>
      </p:pic>
      <p:cxnSp>
        <p:nvCxnSpPr>
          <p:cNvPr id="14" name="Straight Connector 13">
            <a:extLst>
              <a:ext uri="{FF2B5EF4-FFF2-40B4-BE49-F238E27FC236}">
                <a16:creationId xmlns:a16="http://schemas.microsoft.com/office/drawing/2014/main" id="{21B4338B-6578-BC41-8476-3EF170003392}"/>
              </a:ext>
            </a:extLst>
          </p:cNvPr>
          <p:cNvCxnSpPr/>
          <p:nvPr userDrawn="1"/>
        </p:nvCxnSpPr>
        <p:spPr bwMode="auto">
          <a:xfrm>
            <a:off x="10618129" y="503688"/>
            <a:ext cx="0" cy="380996"/>
          </a:xfrm>
          <a:prstGeom prst="line">
            <a:avLst/>
          </a:prstGeom>
          <a:noFill/>
          <a:ln w="6350" cap="flat" cmpd="sng" algn="ctr">
            <a:solidFill>
              <a:schemeClr val="tx1"/>
            </a:solidFill>
            <a:prstDash val="solid"/>
            <a:round/>
            <a:headEnd type="none" w="med" len="med"/>
            <a:tailEnd type="none" w="med" len="med"/>
          </a:ln>
          <a:effectLst/>
        </p:spPr>
      </p:cxnSp>
      <p:pic>
        <p:nvPicPr>
          <p:cNvPr id="15" name="Picture 14">
            <a:extLst>
              <a:ext uri="{FF2B5EF4-FFF2-40B4-BE49-F238E27FC236}">
                <a16:creationId xmlns:a16="http://schemas.microsoft.com/office/drawing/2014/main" id="{2B7D67D8-5E7A-3D47-9FED-7133D50D18A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56696" y="557074"/>
            <a:ext cx="709195" cy="274225"/>
          </a:xfrm>
          <a:prstGeom prst="rect">
            <a:avLst/>
          </a:prstGeom>
        </p:spPr>
      </p:pic>
    </p:spTree>
    <p:extLst>
      <p:ext uri="{BB962C8B-B14F-4D97-AF65-F5344CB8AC3E}">
        <p14:creationId xmlns:p14="http://schemas.microsoft.com/office/powerpoint/2010/main" val="1865707366"/>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4" name="Straight Connector 4"/>
          <p:cNvCxnSpPr>
            <a:cxnSpLocks noChangeShapeType="1"/>
          </p:cNvCxnSpPr>
          <p:nvPr userDrawn="1"/>
        </p:nvCxnSpPr>
        <p:spPr bwMode="auto">
          <a:xfrm>
            <a:off x="10716849" y="6569075"/>
            <a:ext cx="797169" cy="0"/>
          </a:xfrm>
          <a:prstGeom prst="line">
            <a:avLst/>
          </a:prstGeom>
          <a:noFill/>
          <a:ln w="19050" algn="ctr">
            <a:solidFill>
              <a:srgbClr val="00478F"/>
            </a:solidFill>
            <a:round/>
            <a:headEnd/>
            <a:tailEnd/>
          </a:ln>
        </p:spPr>
      </p:cxnSp>
      <p:cxnSp>
        <p:nvCxnSpPr>
          <p:cNvPr id="5" name="Straight Connector 5"/>
          <p:cNvCxnSpPr>
            <a:cxnSpLocks noChangeShapeType="1"/>
          </p:cNvCxnSpPr>
          <p:nvPr userDrawn="1"/>
        </p:nvCxnSpPr>
        <p:spPr bwMode="auto">
          <a:xfrm flipV="1">
            <a:off x="511910" y="1125538"/>
            <a:ext cx="10997169" cy="0"/>
          </a:xfrm>
          <a:prstGeom prst="line">
            <a:avLst/>
          </a:prstGeom>
          <a:noFill/>
          <a:ln w="19050" algn="ctr">
            <a:solidFill>
              <a:srgbClr val="00478F"/>
            </a:solidFill>
            <a:round/>
            <a:headEnd/>
            <a:tailEnd/>
          </a:ln>
        </p:spPr>
      </p:cxnSp>
      <p:sp>
        <p:nvSpPr>
          <p:cNvPr id="12" name="Text Placeholder 11"/>
          <p:cNvSpPr>
            <a:spLocks noGrp="1"/>
          </p:cNvSpPr>
          <p:nvPr>
            <p:ph type="body" sz="quarter" idx="11"/>
          </p:nvPr>
        </p:nvSpPr>
        <p:spPr>
          <a:xfrm>
            <a:off x="423992" y="169393"/>
            <a:ext cx="9482900" cy="883347"/>
          </a:xfrm>
        </p:spPr>
        <p:txBody>
          <a:bodyPr anchor="b"/>
          <a:lstStyle>
            <a:lvl1pPr marL="0" indent="0">
              <a:buFontTx/>
              <a:buNone/>
              <a:defRPr sz="2800" b="1" baseline="0">
                <a:solidFill>
                  <a:schemeClr val="accent1"/>
                </a:solidFill>
              </a:defRPr>
            </a:lvl1pPr>
          </a:lstStyle>
          <a:p>
            <a:pPr lvl="0"/>
            <a:endParaRPr lang="en-GB" noProof="0" dirty="0"/>
          </a:p>
        </p:txBody>
      </p:sp>
      <p:sp>
        <p:nvSpPr>
          <p:cNvPr id="18" name="Text Placeholder 17"/>
          <p:cNvSpPr>
            <a:spLocks noGrp="1"/>
          </p:cNvSpPr>
          <p:nvPr>
            <p:ph type="body" sz="quarter" idx="12" hasCustomPrompt="1"/>
          </p:nvPr>
        </p:nvSpPr>
        <p:spPr>
          <a:xfrm>
            <a:off x="423129" y="1268419"/>
            <a:ext cx="11079010" cy="5184775"/>
          </a:xfrm>
        </p:spPr>
        <p:txBody>
          <a:bodyPr/>
          <a:lstStyle>
            <a:lvl1pPr marL="188221" indent="-188221">
              <a:spcBef>
                <a:spcPts val="600"/>
              </a:spcBef>
              <a:buClrTx/>
              <a:buFont typeface="Arial" panose="020B0604020202020204" pitchFamily="34" charset="0"/>
              <a:buChar char="•"/>
              <a:defRPr sz="1600"/>
            </a:lvl1pPr>
            <a:lvl2pPr marL="567853" indent="-188221">
              <a:buClrTx/>
              <a:buFont typeface="System Font"/>
              <a:buChar char="–"/>
              <a:defRPr sz="1600"/>
            </a:lvl2pPr>
            <a:lvl3pPr marL="947460" indent="-188221">
              <a:buClrTx/>
              <a:buFont typeface="Arial" panose="020B0604020202020204" pitchFamily="34" charset="0"/>
              <a:buChar char="•"/>
              <a:defRPr sz="1600"/>
            </a:lvl3pPr>
            <a:lvl4pPr marL="1428330" indent="-188221">
              <a:buClrTx/>
              <a:buFont typeface="System Font"/>
              <a:buChar char="–"/>
              <a:defRPr sz="1600"/>
            </a:lvl4pPr>
            <a:lvl5pPr marL="1896527" indent="-188221">
              <a:buClrTx/>
              <a:buFont typeface="Arial" panose="020B0604020202020204" pitchFamily="34" charset="0"/>
              <a:buChar char="•"/>
              <a:defRPr sz="1600"/>
            </a:lvl5pPr>
          </a:lstStyle>
          <a:p>
            <a:pPr lvl="0"/>
            <a:r>
              <a:rPr lang="en-GB" noProof="0" dirty="0"/>
              <a:t>Level 1</a:t>
            </a:r>
          </a:p>
          <a:p>
            <a:pPr lvl="1"/>
            <a:r>
              <a:rPr lang="en-GB" noProof="0" dirty="0"/>
              <a:t>Level 2</a:t>
            </a:r>
          </a:p>
          <a:p>
            <a:pPr lvl="2"/>
            <a:r>
              <a:rPr lang="en-GB" noProof="0" dirty="0"/>
              <a:t>Level 3</a:t>
            </a:r>
          </a:p>
          <a:p>
            <a:pPr lvl="3"/>
            <a:r>
              <a:rPr lang="en-GB" noProof="0" dirty="0"/>
              <a:t>Level 4</a:t>
            </a:r>
          </a:p>
          <a:p>
            <a:pPr lvl="4"/>
            <a:r>
              <a:rPr lang="en-GB" noProof="0" dirty="0"/>
              <a:t>Level 5</a:t>
            </a:r>
          </a:p>
        </p:txBody>
      </p:sp>
      <p:sp>
        <p:nvSpPr>
          <p:cNvPr id="7" name="Rectangle 15"/>
          <p:cNvSpPr>
            <a:spLocks noGrp="1" noChangeArrowheads="1"/>
          </p:cNvSpPr>
          <p:nvPr>
            <p:ph type="sldNum" sz="quarter" idx="13"/>
          </p:nvPr>
        </p:nvSpPr>
        <p:spPr>
          <a:xfrm>
            <a:off x="8819663" y="6642100"/>
            <a:ext cx="2688492" cy="171450"/>
          </a:xfrm>
          <a:prstGeom prst="rect">
            <a:avLst/>
          </a:prstGeom>
        </p:spPr>
        <p:txBody>
          <a:bodyPr/>
          <a:lstStyle>
            <a:lvl1pPr>
              <a:defRPr/>
            </a:lvl1pPr>
          </a:lstStyle>
          <a:p>
            <a:pPr>
              <a:defRPr/>
            </a:pPr>
            <a:fld id="{90800B86-B7B9-4A57-8473-E1E7E17C8237}" type="slidenum">
              <a:rPr lang="en-GB" noProof="0"/>
              <a:pPr>
                <a:defRPr/>
              </a:pPr>
              <a:t>‹#›</a:t>
            </a:fld>
            <a:endParaRPr lang="en-GB" noProof="0" dirty="0"/>
          </a:p>
        </p:txBody>
      </p:sp>
    </p:spTree>
    <p:extLst>
      <p:ext uri="{BB962C8B-B14F-4D97-AF65-F5344CB8AC3E}">
        <p14:creationId xmlns:p14="http://schemas.microsoft.com/office/powerpoint/2010/main" val="314588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82139" y="3115186"/>
            <a:ext cx="1827721" cy="627628"/>
          </a:xfrm>
          <a:prstGeom prst="rect">
            <a:avLst/>
          </a:prstGeom>
        </p:spPr>
      </p:pic>
    </p:spTree>
    <p:extLst>
      <p:ext uri="{BB962C8B-B14F-4D97-AF65-F5344CB8AC3E}">
        <p14:creationId xmlns:p14="http://schemas.microsoft.com/office/powerpoint/2010/main" val="31008715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cxnSp>
        <p:nvCxnSpPr>
          <p:cNvPr id="4" name="Straight Connector 4"/>
          <p:cNvCxnSpPr>
            <a:cxnSpLocks noChangeShapeType="1"/>
          </p:cNvCxnSpPr>
          <p:nvPr userDrawn="1"/>
        </p:nvCxnSpPr>
        <p:spPr bwMode="auto">
          <a:xfrm>
            <a:off x="10716849" y="6569075"/>
            <a:ext cx="797169" cy="0"/>
          </a:xfrm>
          <a:prstGeom prst="line">
            <a:avLst/>
          </a:prstGeom>
          <a:noFill/>
          <a:ln w="19050" algn="ctr">
            <a:solidFill>
              <a:srgbClr val="00478F"/>
            </a:solidFill>
            <a:round/>
            <a:headEnd/>
            <a:tailEnd/>
          </a:ln>
        </p:spPr>
      </p:cxnSp>
      <p:cxnSp>
        <p:nvCxnSpPr>
          <p:cNvPr id="5" name="Straight Connector 5"/>
          <p:cNvCxnSpPr>
            <a:cxnSpLocks noChangeShapeType="1"/>
          </p:cNvCxnSpPr>
          <p:nvPr userDrawn="1"/>
        </p:nvCxnSpPr>
        <p:spPr bwMode="auto">
          <a:xfrm flipV="1">
            <a:off x="511910" y="1125538"/>
            <a:ext cx="10990385" cy="0"/>
          </a:xfrm>
          <a:prstGeom prst="line">
            <a:avLst/>
          </a:prstGeom>
          <a:noFill/>
          <a:ln w="19050" algn="ctr">
            <a:solidFill>
              <a:srgbClr val="00478F"/>
            </a:solidFill>
            <a:round/>
            <a:headEnd/>
            <a:tailEnd/>
          </a:ln>
        </p:spPr>
      </p:cxnSp>
      <p:sp>
        <p:nvSpPr>
          <p:cNvPr id="12" name="Text Placeholder 11"/>
          <p:cNvSpPr>
            <a:spLocks noGrp="1"/>
          </p:cNvSpPr>
          <p:nvPr>
            <p:ph type="body" sz="quarter" idx="11"/>
          </p:nvPr>
        </p:nvSpPr>
        <p:spPr>
          <a:xfrm>
            <a:off x="423992" y="169390"/>
            <a:ext cx="9482900" cy="883347"/>
          </a:xfrm>
        </p:spPr>
        <p:txBody>
          <a:bodyPr anchor="b"/>
          <a:lstStyle>
            <a:lvl1pPr marL="0" indent="0">
              <a:buFontTx/>
              <a:buNone/>
              <a:defRPr b="1" baseline="0"/>
            </a:lvl1pPr>
          </a:lstStyle>
          <a:p>
            <a:pPr lvl="0"/>
            <a:r>
              <a:rPr lang="es-ES"/>
              <a:t>Haga clic para modificar el estilo de texto del patrón</a:t>
            </a:r>
          </a:p>
        </p:txBody>
      </p:sp>
      <p:sp>
        <p:nvSpPr>
          <p:cNvPr id="18" name="Text Placeholder 17"/>
          <p:cNvSpPr>
            <a:spLocks noGrp="1"/>
          </p:cNvSpPr>
          <p:nvPr>
            <p:ph type="body" sz="quarter" idx="12"/>
          </p:nvPr>
        </p:nvSpPr>
        <p:spPr>
          <a:xfrm>
            <a:off x="423129" y="1268419"/>
            <a:ext cx="11079010" cy="5184775"/>
          </a:xfrm>
        </p:spPr>
        <p:txBody>
          <a:bodyPr/>
          <a:lstStyle>
            <a:lvl1pPr>
              <a:defRPr sz="1600"/>
            </a:lvl1pPr>
            <a:lvl2pPr>
              <a:defRPr sz="1600"/>
            </a:lvl2pPr>
            <a:lvl3pPr>
              <a:defRPr sz="1600"/>
            </a:lvl3pPr>
            <a:lvl4pPr>
              <a:defRPr sz="16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GB" dirty="0"/>
          </a:p>
        </p:txBody>
      </p:sp>
      <p:sp>
        <p:nvSpPr>
          <p:cNvPr id="7" name="Rectangle 15"/>
          <p:cNvSpPr>
            <a:spLocks noGrp="1" noChangeArrowheads="1"/>
          </p:cNvSpPr>
          <p:nvPr>
            <p:ph type="sldNum" sz="quarter" idx="13"/>
          </p:nvPr>
        </p:nvSpPr>
        <p:spPr>
          <a:xfrm>
            <a:off x="8819663" y="6642100"/>
            <a:ext cx="2688492" cy="171450"/>
          </a:xfrm>
          <a:prstGeom prst="rect">
            <a:avLst/>
          </a:prstGeom>
        </p:spPr>
        <p:txBody>
          <a:bodyPr/>
          <a:lstStyle>
            <a:lvl1pPr>
              <a:defRPr/>
            </a:lvl1pPr>
          </a:lstStyle>
          <a:p>
            <a:pPr>
              <a:defRPr/>
            </a:pPr>
            <a:fld id="{90800B86-B7B9-4A57-8473-E1E7E17C8237}" type="slidenum">
              <a:rPr lang="en-GB"/>
              <a:pPr>
                <a:defRPr/>
              </a:pPr>
              <a:t>‹#›</a:t>
            </a:fld>
            <a:endParaRPr lang="en-GB" dirty="0"/>
          </a:p>
        </p:txBody>
      </p:sp>
    </p:spTree>
    <p:extLst>
      <p:ext uri="{BB962C8B-B14F-4D97-AF65-F5344CB8AC3E}">
        <p14:creationId xmlns:p14="http://schemas.microsoft.com/office/powerpoint/2010/main" val="24317791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3-3_Title and Content">
    <p:spTree>
      <p:nvGrpSpPr>
        <p:cNvPr id="1" name=""/>
        <p:cNvGrpSpPr/>
        <p:nvPr/>
      </p:nvGrpSpPr>
      <p:grpSpPr>
        <a:xfrm>
          <a:off x="0" y="0"/>
          <a:ext cx="0" cy="0"/>
          <a:chOff x="0" y="0"/>
          <a:chExt cx="0" cy="0"/>
        </a:xfrm>
      </p:grpSpPr>
      <p:sp>
        <p:nvSpPr>
          <p:cNvPr id="20" name="Rectangle 19"/>
          <p:cNvSpPr/>
          <p:nvPr userDrawn="1"/>
        </p:nvSpPr>
        <p:spPr>
          <a:xfrm flipV="1">
            <a:off x="0" y="0"/>
            <a:ext cx="121920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913" tIns="30956" rIns="61913" bIns="30956" numCol="1" spcCol="0" rtlCol="0" fromWordArt="0" anchor="ctr" anchorCtr="0" forceAA="0" compatLnSpc="1">
            <a:prstTxWarp prst="textNoShape">
              <a:avLst/>
            </a:prstTxWarp>
            <a:noAutofit/>
          </a:bodyPr>
          <a:lstStyle/>
          <a:p>
            <a:pPr algn="ctr"/>
            <a:endParaRPr lang="en-US" sz="1625" b="0" i="0" dirty="0">
              <a:solidFill>
                <a:srgbClr val="373D42"/>
              </a:solidFill>
              <a:latin typeface="IBM Plex Sans" charset="0"/>
              <a:ea typeface="IBM Plex Sans" charset="0"/>
              <a:cs typeface="IBM Plex Sans" charset="0"/>
            </a:endParaRPr>
          </a:p>
        </p:txBody>
      </p:sp>
      <p:sp>
        <p:nvSpPr>
          <p:cNvPr id="5" name="Text Placeholder 4"/>
          <p:cNvSpPr>
            <a:spLocks noGrp="1"/>
          </p:cNvSpPr>
          <p:nvPr>
            <p:ph type="body" sz="quarter" idx="11"/>
          </p:nvPr>
        </p:nvSpPr>
        <p:spPr>
          <a:xfrm>
            <a:off x="381001" y="220980"/>
            <a:ext cx="5486400" cy="228600"/>
          </a:xfrm>
        </p:spPr>
        <p:txBody>
          <a:bodyPr lIns="0" tIns="0" rIns="0">
            <a:noAutofit/>
          </a:bodyPr>
          <a:lstStyle>
            <a:lvl1pPr>
              <a:defRPr sz="1083">
                <a:solidFill>
                  <a:schemeClr val="accent1"/>
                </a:solidFill>
                <a:latin typeface="IBM Plex Sans" charset="0"/>
                <a:ea typeface="IBM Plex Sans" charset="0"/>
                <a:cs typeface="IBM Plex Sans" charset="0"/>
              </a:defRPr>
            </a:lvl1pPr>
            <a:lvl2pPr>
              <a:defRPr sz="1083">
                <a:solidFill>
                  <a:schemeClr val="accent1"/>
                </a:solidFill>
              </a:defRPr>
            </a:lvl2pPr>
            <a:lvl3pPr>
              <a:defRPr sz="1083">
                <a:solidFill>
                  <a:schemeClr val="accent1"/>
                </a:solidFill>
              </a:defRPr>
            </a:lvl3pPr>
            <a:lvl4pPr>
              <a:defRPr sz="1083">
                <a:solidFill>
                  <a:schemeClr val="accent1"/>
                </a:solidFill>
              </a:defRPr>
            </a:lvl4pPr>
          </a:lstStyle>
          <a:p>
            <a:pPr lvl="0"/>
            <a:r>
              <a:rPr lang="en-US" dirty="0"/>
              <a:t>Click to edit Master text styles</a:t>
            </a:r>
          </a:p>
        </p:txBody>
      </p:sp>
      <p:sp>
        <p:nvSpPr>
          <p:cNvPr id="21" name="Text Placeholder 23"/>
          <p:cNvSpPr>
            <a:spLocks noGrp="1"/>
          </p:cNvSpPr>
          <p:nvPr>
            <p:ph type="body" sz="quarter" idx="14" hasCustomPrompt="1"/>
          </p:nvPr>
        </p:nvSpPr>
        <p:spPr>
          <a:xfrm>
            <a:off x="381001" y="6118860"/>
            <a:ext cx="5486400" cy="381000"/>
          </a:xfrm>
        </p:spPr>
        <p:txBody>
          <a:bodyPr vert="horz" lIns="0" tIns="0" rIns="0" bIns="0" rtlCol="0" anchor="b">
            <a:noAutofit/>
          </a:bodyPr>
          <a:lstStyle>
            <a:lvl1pPr>
              <a:defRPr lang="en-US" sz="542" dirty="0" smtClean="0">
                <a:solidFill>
                  <a:schemeClr val="tx1">
                    <a:alpha val="70000"/>
                  </a:schemeClr>
                </a:solidFill>
                <a:latin typeface="IBM Plex Sans" charset="0"/>
                <a:ea typeface="IBM Plex Sans" charset="0"/>
                <a:cs typeface="IBM Plex Sans" charset="0"/>
              </a:defRPr>
            </a:lvl1pPr>
          </a:lstStyle>
          <a:p>
            <a:pPr lvl="0"/>
            <a:r>
              <a:rPr lang="en-US" dirty="0"/>
              <a:t>Source: Edit source here</a:t>
            </a:r>
          </a:p>
        </p:txBody>
      </p:sp>
      <p:sp>
        <p:nvSpPr>
          <p:cNvPr id="8" name="Title 1"/>
          <p:cNvSpPr>
            <a:spLocks noGrp="1"/>
          </p:cNvSpPr>
          <p:nvPr>
            <p:ph type="title"/>
          </p:nvPr>
        </p:nvSpPr>
        <p:spPr>
          <a:xfrm>
            <a:off x="381001" y="571500"/>
            <a:ext cx="11430000" cy="952500"/>
          </a:xfrm>
        </p:spPr>
        <p:txBody>
          <a:bodyPr>
            <a:noAutofit/>
          </a:bodyPr>
          <a:lstStyle>
            <a:lvl1pPr>
              <a:defRPr>
                <a:solidFill>
                  <a:srgbClr val="373D42"/>
                </a:solidFill>
                <a:latin typeface="IBM Plex Sans" charset="0"/>
                <a:ea typeface="IBM Plex Sans" charset="0"/>
                <a:cs typeface="IBM Plex Sans" charset="0"/>
              </a:defRPr>
            </a:lvl1pPr>
          </a:lstStyle>
          <a:p>
            <a:r>
              <a:rPr lang="en-US" dirty="0"/>
              <a:t>Click to edit Master title style</a:t>
            </a:r>
          </a:p>
        </p:txBody>
      </p:sp>
      <p:pic>
        <p:nvPicPr>
          <p:cNvPr id="9" name="Picture 8">
            <a:extLst>
              <a:ext uri="{FF2B5EF4-FFF2-40B4-BE49-F238E27FC236}">
                <a16:creationId xmlns:a16="http://schemas.microsoft.com/office/drawing/2014/main" id="{CDA5C611-BA85-0D45-A99E-3DE9D7BB771F}"/>
              </a:ext>
            </a:extLst>
          </p:cNvPr>
          <p:cNvPicPr>
            <a:picLocks noChangeAspect="1"/>
          </p:cNvPicPr>
          <p:nvPr userDrawn="1"/>
        </p:nvPicPr>
        <p:blipFill>
          <a:blip r:embed="rId2"/>
          <a:stretch>
            <a:fillRect/>
          </a:stretch>
        </p:blipFill>
        <p:spPr>
          <a:xfrm>
            <a:off x="11631084" y="38100"/>
            <a:ext cx="522817" cy="495300"/>
          </a:xfrm>
          <a:prstGeom prst="rect">
            <a:avLst/>
          </a:prstGeom>
        </p:spPr>
      </p:pic>
    </p:spTree>
    <p:extLst>
      <p:ext uri="{BB962C8B-B14F-4D97-AF65-F5344CB8AC3E}">
        <p14:creationId xmlns:p14="http://schemas.microsoft.com/office/powerpoint/2010/main" val="25792243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2_blank (no footer)">
    <p:bg>
      <p:bgPr>
        <a:solidFill>
          <a:srgbClr val="FFFFFF"/>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2BA98B6-2273-4486-814A-6D7EEBC17E2B}"/>
              </a:ext>
            </a:extLst>
          </p:cNvPr>
          <p:cNvGrpSpPr/>
          <p:nvPr userDrawn="1"/>
        </p:nvGrpSpPr>
        <p:grpSpPr>
          <a:xfrm>
            <a:off x="10717481" y="138689"/>
            <a:ext cx="1076413" cy="177986"/>
            <a:chOff x="402970" y="216237"/>
            <a:chExt cx="2128226" cy="365067"/>
          </a:xfrm>
          <a:noFill/>
        </p:grpSpPr>
        <p:pic>
          <p:nvPicPr>
            <p:cNvPr id="4" name="Picture 3">
              <a:extLst>
                <a:ext uri="{FF2B5EF4-FFF2-40B4-BE49-F238E27FC236}">
                  <a16:creationId xmlns:a16="http://schemas.microsoft.com/office/drawing/2014/main" id="{9AF74E65-5A5D-422D-8A7A-86BD3AAEF0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2970" y="216237"/>
              <a:ext cx="997174" cy="365067"/>
            </a:xfrm>
            <a:prstGeom prst="rect">
              <a:avLst/>
            </a:prstGeom>
            <a:grpFill/>
          </p:spPr>
        </p:pic>
        <p:cxnSp>
          <p:nvCxnSpPr>
            <p:cNvPr id="5" name="Straight Connector 4">
              <a:extLst>
                <a:ext uri="{FF2B5EF4-FFF2-40B4-BE49-F238E27FC236}">
                  <a16:creationId xmlns:a16="http://schemas.microsoft.com/office/drawing/2014/main" id="{7A988306-F8A2-4515-A5DD-51474142598B}"/>
                </a:ext>
              </a:extLst>
            </p:cNvPr>
            <p:cNvCxnSpPr>
              <a:cxnSpLocks/>
            </p:cNvCxnSpPr>
            <p:nvPr userDrawn="1"/>
          </p:nvCxnSpPr>
          <p:spPr bwMode="auto">
            <a:xfrm>
              <a:off x="1565447" y="252287"/>
              <a:ext cx="0" cy="302671"/>
            </a:xfrm>
            <a:prstGeom prst="line">
              <a:avLst/>
            </a:prstGeom>
            <a:grpFill/>
            <a:ln w="19050" cap="flat" cmpd="sng" algn="ctr">
              <a:solidFill>
                <a:srgbClr val="00B2EF"/>
              </a:solidFill>
              <a:prstDash val="solid"/>
              <a:round/>
              <a:headEnd type="none" w="med" len="med"/>
              <a:tailEnd type="none" w="med" len="med"/>
            </a:ln>
            <a:effectLst/>
          </p:spPr>
        </p:cxnSp>
        <p:pic>
          <p:nvPicPr>
            <p:cNvPr id="6" name="Picture 5">
              <a:extLst>
                <a:ext uri="{FF2B5EF4-FFF2-40B4-BE49-F238E27FC236}">
                  <a16:creationId xmlns:a16="http://schemas.microsoft.com/office/drawing/2014/main" id="{CFF1935C-359D-4916-8E49-06E09B50EA4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764428" y="252287"/>
              <a:ext cx="766768" cy="302670"/>
            </a:xfrm>
            <a:prstGeom prst="rect">
              <a:avLst/>
            </a:prstGeom>
            <a:grpFill/>
          </p:spPr>
        </p:pic>
      </p:grpSp>
      <p:sp>
        <p:nvSpPr>
          <p:cNvPr id="7" name="Slide Number">
            <a:extLst>
              <a:ext uri="{FF2B5EF4-FFF2-40B4-BE49-F238E27FC236}">
                <a16:creationId xmlns:a16="http://schemas.microsoft.com/office/drawing/2014/main" id="{D96383D3-0DAD-41A9-AD96-97E0CF78032B}"/>
              </a:ext>
            </a:extLst>
          </p:cNvPr>
          <p:cNvSpPr txBox="1">
            <a:spLocks/>
          </p:cNvSpPr>
          <p:nvPr userDrawn="1"/>
        </p:nvSpPr>
        <p:spPr>
          <a:xfrm>
            <a:off x="74843" y="6518389"/>
            <a:ext cx="280982" cy="272326"/>
          </a:xfrm>
          <a:prstGeom prst="rect">
            <a:avLst/>
          </a:prstGeom>
          <a:ln w="25400">
            <a:miter lim="400000"/>
          </a:ln>
        </p:spPr>
        <p:txBody>
          <a:bodyPr wrap="none" lIns="51026" tIns="51026" rIns="51026" bIns="51026" anchor="t">
            <a:spAutoFit/>
          </a:bodyPr>
          <a:lstStyle>
            <a:defPPr>
              <a:defRPr lang="en-US"/>
            </a:defPPr>
            <a:lvl1pPr algn="ctr" defTabSz="575072" rtl="0" fontAlgn="base">
              <a:spcBef>
                <a:spcPct val="0"/>
              </a:spcBef>
              <a:spcAft>
                <a:spcPct val="0"/>
              </a:spcAft>
              <a:defRPr sz="1540" kern="1200">
                <a:solidFill>
                  <a:srgbClr val="000000"/>
                </a:solidFill>
                <a:latin typeface="Helvetica Neue Light"/>
                <a:ea typeface="Helvetica Neue Light"/>
                <a:cs typeface="Helvetica Neue Light"/>
                <a:sym typeface="Helvetica Neue Light"/>
              </a:defRPr>
            </a:lvl1pPr>
            <a:lvl2pPr marL="608641" algn="l" rtl="0" fontAlgn="base">
              <a:spcBef>
                <a:spcPct val="0"/>
              </a:spcBef>
              <a:spcAft>
                <a:spcPct val="0"/>
              </a:spcAft>
              <a:defRPr sz="3207" kern="1200">
                <a:solidFill>
                  <a:schemeClr val="tx1"/>
                </a:solidFill>
                <a:latin typeface="Arial" pitchFamily="34" charset="0"/>
                <a:ea typeface="ＭＳ Ｐゴシック"/>
                <a:cs typeface="ＭＳ Ｐゴシック"/>
              </a:defRPr>
            </a:lvl2pPr>
            <a:lvl3pPr marL="1217282" algn="l" rtl="0" fontAlgn="base">
              <a:spcBef>
                <a:spcPct val="0"/>
              </a:spcBef>
              <a:spcAft>
                <a:spcPct val="0"/>
              </a:spcAft>
              <a:defRPr sz="3207" kern="1200">
                <a:solidFill>
                  <a:schemeClr val="tx1"/>
                </a:solidFill>
                <a:latin typeface="Arial" pitchFamily="34" charset="0"/>
                <a:ea typeface="ＭＳ Ｐゴシック"/>
                <a:cs typeface="ＭＳ Ｐゴシック"/>
              </a:defRPr>
            </a:lvl3pPr>
            <a:lvl4pPr marL="1825924" algn="l" rtl="0" fontAlgn="base">
              <a:spcBef>
                <a:spcPct val="0"/>
              </a:spcBef>
              <a:spcAft>
                <a:spcPct val="0"/>
              </a:spcAft>
              <a:defRPr sz="3207" kern="1200">
                <a:solidFill>
                  <a:schemeClr val="tx1"/>
                </a:solidFill>
                <a:latin typeface="Arial" pitchFamily="34" charset="0"/>
                <a:ea typeface="ＭＳ Ｐゴシック"/>
                <a:cs typeface="ＭＳ Ｐゴシック"/>
              </a:defRPr>
            </a:lvl4pPr>
            <a:lvl5pPr marL="2434566" algn="l" rtl="0" fontAlgn="base">
              <a:spcBef>
                <a:spcPct val="0"/>
              </a:spcBef>
              <a:spcAft>
                <a:spcPct val="0"/>
              </a:spcAft>
              <a:defRPr sz="3207" kern="1200">
                <a:solidFill>
                  <a:schemeClr val="tx1"/>
                </a:solidFill>
                <a:latin typeface="Arial" pitchFamily="34" charset="0"/>
                <a:ea typeface="ＭＳ Ｐゴシック"/>
                <a:cs typeface="ＭＳ Ｐゴシック"/>
              </a:defRPr>
            </a:lvl5pPr>
            <a:lvl6pPr marL="3043208" algn="l" defTabSz="1217282" rtl="0" eaLnBrk="1" latinLnBrk="0" hangingPunct="1">
              <a:defRPr sz="3207" kern="1200">
                <a:solidFill>
                  <a:schemeClr val="tx1"/>
                </a:solidFill>
                <a:latin typeface="Arial" pitchFamily="34" charset="0"/>
                <a:ea typeface="ＭＳ Ｐゴシック"/>
                <a:cs typeface="ＭＳ Ｐゴシック"/>
              </a:defRPr>
            </a:lvl6pPr>
            <a:lvl7pPr marL="3651866" algn="l" defTabSz="1217282" rtl="0" eaLnBrk="1" latinLnBrk="0" hangingPunct="1">
              <a:defRPr sz="3207" kern="1200">
                <a:solidFill>
                  <a:schemeClr val="tx1"/>
                </a:solidFill>
                <a:latin typeface="Arial" pitchFamily="34" charset="0"/>
                <a:ea typeface="ＭＳ Ｐゴシック"/>
                <a:cs typeface="ＭＳ Ｐゴシック"/>
              </a:defRPr>
            </a:lvl7pPr>
            <a:lvl8pPr marL="4260515" algn="l" defTabSz="1217282" rtl="0" eaLnBrk="1" latinLnBrk="0" hangingPunct="1">
              <a:defRPr sz="3207" kern="1200">
                <a:solidFill>
                  <a:schemeClr val="tx1"/>
                </a:solidFill>
                <a:latin typeface="Arial" pitchFamily="34" charset="0"/>
                <a:ea typeface="ＭＳ Ｐゴシック"/>
                <a:cs typeface="ＭＳ Ｐゴシック"/>
              </a:defRPr>
            </a:lvl8pPr>
            <a:lvl9pPr marL="4869160" algn="l" defTabSz="1217282" rtl="0" eaLnBrk="1" latinLnBrk="0" hangingPunct="1">
              <a:defRPr sz="3207" kern="1200">
                <a:solidFill>
                  <a:schemeClr val="tx1"/>
                </a:solidFill>
                <a:latin typeface="Arial" pitchFamily="34" charset="0"/>
                <a:ea typeface="ＭＳ Ｐゴシック"/>
                <a:cs typeface="ＭＳ Ｐゴシック"/>
              </a:defRPr>
            </a:lvl9pPr>
          </a:lstStyle>
          <a:p>
            <a:fld id="{86CB4B4D-7CA3-9044-876B-883B54F8677D}" type="slidenum">
              <a:rPr lang="en-GB" sz="1100" smtClean="0"/>
              <a:pPr/>
              <a:t>‹#›</a:t>
            </a:fld>
            <a:endParaRPr lang="en-GB" sz="1100" dirty="0"/>
          </a:p>
        </p:txBody>
      </p:sp>
      <p:sp>
        <p:nvSpPr>
          <p:cNvPr id="8" name="Title 1">
            <a:extLst>
              <a:ext uri="{FF2B5EF4-FFF2-40B4-BE49-F238E27FC236}">
                <a16:creationId xmlns:a16="http://schemas.microsoft.com/office/drawing/2014/main" id="{78A43712-3D38-B94C-A41B-6605D31B4747}"/>
              </a:ext>
            </a:extLst>
          </p:cNvPr>
          <p:cNvSpPr>
            <a:spLocks noGrp="1"/>
          </p:cNvSpPr>
          <p:nvPr>
            <p:ph type="title"/>
          </p:nvPr>
        </p:nvSpPr>
        <p:spPr>
          <a:xfrm>
            <a:off x="215334" y="236233"/>
            <a:ext cx="11430000" cy="952500"/>
          </a:xfrm>
        </p:spPr>
        <p:txBody>
          <a:bodyPr>
            <a:noAutofit/>
          </a:bodyPr>
          <a:lstStyle>
            <a:lvl1pPr>
              <a:defRPr>
                <a:solidFill>
                  <a:srgbClr val="00317F"/>
                </a:solidFill>
                <a:latin typeface="IBM Plex Sans" charset="0"/>
                <a:ea typeface="IBM Plex Sans" charset="0"/>
                <a:cs typeface="IBM Plex Sans" charset="0"/>
              </a:defRPr>
            </a:lvl1pPr>
          </a:lstStyle>
          <a:p>
            <a:r>
              <a:rPr lang="en-US" dirty="0"/>
              <a:t>Click to edit Master title style</a:t>
            </a:r>
          </a:p>
        </p:txBody>
      </p:sp>
      <p:sp>
        <p:nvSpPr>
          <p:cNvPr id="9" name="Content Placeholder 2">
            <a:extLst>
              <a:ext uri="{FF2B5EF4-FFF2-40B4-BE49-F238E27FC236}">
                <a16:creationId xmlns:a16="http://schemas.microsoft.com/office/drawing/2014/main" id="{57007072-BEFA-D848-9DB2-451FDAEE80F7}"/>
              </a:ext>
            </a:extLst>
          </p:cNvPr>
          <p:cNvSpPr>
            <a:spLocks noGrp="1"/>
          </p:cNvSpPr>
          <p:nvPr>
            <p:ph idx="1"/>
          </p:nvPr>
        </p:nvSpPr>
        <p:spPr>
          <a:xfrm>
            <a:off x="379048" y="1714500"/>
            <a:ext cx="5486400" cy="4381500"/>
          </a:xfrm>
        </p:spPr>
        <p:txBody>
          <a:bodyPr lIns="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39708835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A9165467-B69B-0745-9154-60FAA86285D8}"/>
              </a:ext>
            </a:extLst>
          </p:cNvPr>
          <p:cNvSpPr>
            <a:spLocks noGrp="1"/>
          </p:cNvSpPr>
          <p:nvPr>
            <p:ph type="title" hasCustomPrompt="1"/>
          </p:nvPr>
        </p:nvSpPr>
        <p:spPr>
          <a:xfrm>
            <a:off x="334962" y="188913"/>
            <a:ext cx="11522076" cy="539750"/>
          </a:xfrm>
          <a:prstGeom prst="rect">
            <a:avLst/>
          </a:prstGeom>
        </p:spPr>
        <p:txBody>
          <a:bodyPr lIns="0" tIns="0" rIns="0" bIns="0"/>
          <a:lstStyle>
            <a:lvl1pPr>
              <a:defRPr sz="3200" b="0" i="0">
                <a:latin typeface="IBM Plex Sans Medium" panose="020B0503050203000203" pitchFamily="34" charset="0"/>
              </a:defRPr>
            </a:lvl1pPr>
          </a:lstStyle>
          <a:p>
            <a:r>
              <a:rPr lang="en-US"/>
              <a:t>Case Study (option 2)</a:t>
            </a:r>
          </a:p>
        </p:txBody>
      </p:sp>
      <p:sp>
        <p:nvSpPr>
          <p:cNvPr id="6" name="Text Placeholder 1">
            <a:extLst>
              <a:ext uri="{FF2B5EF4-FFF2-40B4-BE49-F238E27FC236}">
                <a16:creationId xmlns:a16="http://schemas.microsoft.com/office/drawing/2014/main" id="{E5B310B1-FB3C-3C48-99AF-7F166B70CC5E}"/>
              </a:ext>
            </a:extLst>
          </p:cNvPr>
          <p:cNvSpPr>
            <a:spLocks noGrp="1"/>
          </p:cNvSpPr>
          <p:nvPr>
            <p:ph type="body" sz="quarter" idx="12" hasCustomPrompt="1"/>
          </p:nvPr>
        </p:nvSpPr>
        <p:spPr>
          <a:xfrm>
            <a:off x="334963" y="728663"/>
            <a:ext cx="11522076" cy="582010"/>
          </a:xfrm>
          <a:prstGeom prst="rect">
            <a:avLst/>
          </a:prstGeom>
        </p:spPr>
        <p:txBody>
          <a:bodyPr lIns="0" tIns="90000"/>
          <a:lstStyle>
            <a:lvl1pPr marL="0" indent="0">
              <a:buNone/>
              <a:defRPr sz="1600" b="0" i="0">
                <a:latin typeface="IBM Plex Sans" panose="020B0503050203000203" pitchFamily="34" charset="0"/>
              </a:defRPr>
            </a:lvl1pPr>
          </a:lstStyle>
          <a:p>
            <a:r>
              <a:rPr lang="en-US"/>
              <a:t>Text goes here lorem ipsum dolor sit amet, consectetur adipiscing elit. Sed aliquet, arcu sed </a:t>
            </a:r>
            <a:r>
              <a:rPr lang="en-US" b="1">
                <a:solidFill>
                  <a:schemeClr val="accent1"/>
                </a:solidFill>
              </a:rPr>
              <a:t>180% tincidunt </a:t>
            </a:r>
            <a:r>
              <a:rPr lang="en-US"/>
              <a:t>tellus orci ullamcorper purus, eu sodales tellus berum quis magnate ntiorio.</a:t>
            </a:r>
          </a:p>
        </p:txBody>
      </p:sp>
      <p:sp>
        <p:nvSpPr>
          <p:cNvPr id="4" name="Rounded Rectangle 3">
            <a:extLst>
              <a:ext uri="{FF2B5EF4-FFF2-40B4-BE49-F238E27FC236}">
                <a16:creationId xmlns:a16="http://schemas.microsoft.com/office/drawing/2014/main" id="{5AFB1CA3-F95A-8E4D-8419-63E867E64EE6}"/>
              </a:ext>
            </a:extLst>
          </p:cNvPr>
          <p:cNvSpPr/>
          <p:nvPr userDrawn="1"/>
        </p:nvSpPr>
        <p:spPr>
          <a:xfrm>
            <a:off x="12416449" y="-19416"/>
            <a:ext cx="540000" cy="540000"/>
          </a:xfrm>
          <a:prstGeom prst="roundRect">
            <a:avLst/>
          </a:prstGeom>
          <a:solidFill>
            <a:srgbClr val="05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30865739-27A3-6F40-97E2-BFFB2F61AEAC}"/>
              </a:ext>
            </a:extLst>
          </p:cNvPr>
          <p:cNvSpPr/>
          <p:nvPr userDrawn="1"/>
        </p:nvSpPr>
        <p:spPr>
          <a:xfrm>
            <a:off x="12416449" y="629498"/>
            <a:ext cx="540000" cy="540000"/>
          </a:xfrm>
          <a:prstGeom prst="roundRect">
            <a:avLst/>
          </a:prstGeom>
          <a:solidFill>
            <a:srgbClr val="027D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E9F850EB-9404-E543-B623-09264E501DFB}"/>
              </a:ext>
            </a:extLst>
          </p:cNvPr>
          <p:cNvSpPr/>
          <p:nvPr userDrawn="1"/>
        </p:nvSpPr>
        <p:spPr>
          <a:xfrm>
            <a:off x="12416449" y="1239098"/>
            <a:ext cx="540000" cy="540000"/>
          </a:xfrm>
          <a:prstGeom prst="roundRect">
            <a:avLst/>
          </a:prstGeom>
          <a:solidFill>
            <a:srgbClr val="98D6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8A6CDF2A-503F-FA47-8625-55080765C3F6}"/>
              </a:ext>
            </a:extLst>
          </p:cNvPr>
          <p:cNvSpPr/>
          <p:nvPr userDrawn="1"/>
        </p:nvSpPr>
        <p:spPr>
          <a:xfrm>
            <a:off x="13037818" y="-19416"/>
            <a:ext cx="540000" cy="540000"/>
          </a:xfrm>
          <a:prstGeom prst="roundRect">
            <a:avLst/>
          </a:prstGeom>
          <a:solidFill>
            <a:srgbClr val="0E27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066A99F-D039-3E4E-849D-33667A010F41}"/>
              </a:ext>
            </a:extLst>
          </p:cNvPr>
          <p:cNvSpPr/>
          <p:nvPr userDrawn="1"/>
        </p:nvSpPr>
        <p:spPr>
          <a:xfrm>
            <a:off x="13037818" y="619521"/>
            <a:ext cx="540000" cy="540000"/>
          </a:xfrm>
          <a:prstGeom prst="roundRect">
            <a:avLst/>
          </a:prstGeom>
          <a:solidFill>
            <a:srgbClr val="D42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6092BAD-F901-4F4B-9E35-3C7C21238508}"/>
              </a:ext>
            </a:extLst>
          </p:cNvPr>
          <p:cNvSpPr/>
          <p:nvPr userDrawn="1"/>
        </p:nvSpPr>
        <p:spPr>
          <a:xfrm>
            <a:off x="13055344" y="1239098"/>
            <a:ext cx="540000" cy="540000"/>
          </a:xfrm>
          <a:prstGeom prst="roundRect">
            <a:avLst/>
          </a:prstGeom>
          <a:solidFill>
            <a:srgbClr val="F9D1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D5D3B1D8-E8EA-D84E-BCE5-D6D39EF5856F}"/>
              </a:ext>
            </a:extLst>
          </p:cNvPr>
          <p:cNvSpPr/>
          <p:nvPr userDrawn="1"/>
        </p:nvSpPr>
        <p:spPr>
          <a:xfrm>
            <a:off x="12416449" y="2441842"/>
            <a:ext cx="540000" cy="540000"/>
          </a:xfrm>
          <a:prstGeom prst="roundRect">
            <a:avLst/>
          </a:prstGeom>
          <a:solidFill>
            <a:srgbClr val="000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E4CAEE5-88E8-4E49-8021-F4A4D235715D}"/>
              </a:ext>
            </a:extLst>
          </p:cNvPr>
          <p:cNvSpPr txBox="1"/>
          <p:nvPr userDrawn="1"/>
        </p:nvSpPr>
        <p:spPr>
          <a:xfrm>
            <a:off x="12416449" y="1991842"/>
            <a:ext cx="565348" cy="369332"/>
          </a:xfrm>
          <a:prstGeom prst="rect">
            <a:avLst/>
          </a:prstGeom>
          <a:noFill/>
        </p:spPr>
        <p:txBody>
          <a:bodyPr wrap="none" rtlCol="0">
            <a:spAutoFit/>
          </a:bodyPr>
          <a:lstStyle/>
          <a:p>
            <a:r>
              <a:rPr lang="en-US"/>
              <a:t>Text</a:t>
            </a:r>
          </a:p>
        </p:txBody>
      </p:sp>
      <p:sp>
        <p:nvSpPr>
          <p:cNvPr id="14" name="TextBox 13">
            <a:extLst>
              <a:ext uri="{FF2B5EF4-FFF2-40B4-BE49-F238E27FC236}">
                <a16:creationId xmlns:a16="http://schemas.microsoft.com/office/drawing/2014/main" id="{758BC1C1-BE6E-E848-B5A8-A762234954B1}"/>
              </a:ext>
            </a:extLst>
          </p:cNvPr>
          <p:cNvSpPr txBox="1"/>
          <p:nvPr userDrawn="1"/>
        </p:nvSpPr>
        <p:spPr>
          <a:xfrm>
            <a:off x="12416448" y="3250798"/>
            <a:ext cx="1178895" cy="369332"/>
          </a:xfrm>
          <a:prstGeom prst="rect">
            <a:avLst/>
          </a:prstGeom>
          <a:noFill/>
        </p:spPr>
        <p:txBody>
          <a:bodyPr wrap="square" rtlCol="0">
            <a:spAutoFit/>
          </a:bodyPr>
          <a:lstStyle/>
          <a:p>
            <a:r>
              <a:rPr lang="en-US"/>
              <a:t>Other</a:t>
            </a:r>
          </a:p>
        </p:txBody>
      </p:sp>
      <p:sp>
        <p:nvSpPr>
          <p:cNvPr id="15" name="Rounded Rectangle 14">
            <a:extLst>
              <a:ext uri="{FF2B5EF4-FFF2-40B4-BE49-F238E27FC236}">
                <a16:creationId xmlns:a16="http://schemas.microsoft.com/office/drawing/2014/main" id="{D3BF2F4A-9DB1-7542-8C83-73ECAB1913B0}"/>
              </a:ext>
            </a:extLst>
          </p:cNvPr>
          <p:cNvSpPr/>
          <p:nvPr userDrawn="1"/>
        </p:nvSpPr>
        <p:spPr>
          <a:xfrm>
            <a:off x="12415714" y="3692454"/>
            <a:ext cx="540000" cy="540000"/>
          </a:xfrm>
          <a:prstGeom prst="roundRect">
            <a:avLst/>
          </a:prstGeom>
          <a:solidFill>
            <a:srgbClr val="0D6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E493423B-4F1F-684E-9849-92BC2A2BFD84}"/>
              </a:ext>
            </a:extLst>
          </p:cNvPr>
          <p:cNvSpPr/>
          <p:nvPr userDrawn="1"/>
        </p:nvSpPr>
        <p:spPr>
          <a:xfrm>
            <a:off x="12415714" y="4341368"/>
            <a:ext cx="540000" cy="540000"/>
          </a:xfrm>
          <a:prstGeom prst="roundRect">
            <a:avLst/>
          </a:prstGeom>
          <a:solidFill>
            <a:srgbClr val="0DA7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54559D6D-DC4B-F34C-AFAC-22BB4F47B84D}"/>
              </a:ext>
            </a:extLst>
          </p:cNvPr>
          <p:cNvSpPr/>
          <p:nvPr userDrawn="1"/>
        </p:nvSpPr>
        <p:spPr>
          <a:xfrm>
            <a:off x="12415714" y="4950968"/>
            <a:ext cx="540000" cy="540000"/>
          </a:xfrm>
          <a:prstGeom prst="roundRect">
            <a:avLst/>
          </a:prstGeom>
          <a:solidFill>
            <a:srgbClr val="033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1A25FDA8-C878-3A45-98BC-136F59E6C6A6}"/>
              </a:ext>
            </a:extLst>
          </p:cNvPr>
          <p:cNvSpPr/>
          <p:nvPr userDrawn="1"/>
        </p:nvSpPr>
        <p:spPr>
          <a:xfrm>
            <a:off x="13037083" y="3692454"/>
            <a:ext cx="540000" cy="540000"/>
          </a:xfrm>
          <a:prstGeom prst="roundRect">
            <a:avLst/>
          </a:prstGeom>
          <a:solidFill>
            <a:srgbClr val="021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C39C03CE-D775-7943-B87A-758D5F7FE1CF}"/>
              </a:ext>
            </a:extLst>
          </p:cNvPr>
          <p:cNvSpPr/>
          <p:nvPr userDrawn="1"/>
        </p:nvSpPr>
        <p:spPr>
          <a:xfrm>
            <a:off x="13037083" y="4331391"/>
            <a:ext cx="540000" cy="540000"/>
          </a:xfrm>
          <a:prstGeom prst="roundRect">
            <a:avLst/>
          </a:prstGeom>
          <a:solidFill>
            <a:srgbClr val="0050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99597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4" y="2514601"/>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4" y="4777379"/>
            <a:ext cx="8915399" cy="1126283"/>
          </a:xfrm>
        </p:spPr>
        <p:txBody>
          <a:bodyPr anchor="t"/>
          <a:lstStyle>
            <a:lvl1pPr marL="0" indent="0" algn="l">
              <a:buNone/>
              <a:defRPr>
                <a:solidFill>
                  <a:schemeClr val="tx1">
                    <a:lumMod val="65000"/>
                    <a:lumOff val="3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1"/>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1"/>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704983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453916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3"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3" y="3530129"/>
            <a:ext cx="8915399" cy="860400"/>
          </a:xfrm>
        </p:spPr>
        <p:txBody>
          <a:bodyPr anchor="t"/>
          <a:lstStyle>
            <a:lvl1pPr marL="0" indent="0" algn="l">
              <a:buNone/>
              <a:defRPr sz="2000">
                <a:solidFill>
                  <a:schemeClr val="tx1">
                    <a:lumMod val="65000"/>
                    <a:lumOff val="35000"/>
                  </a:schemeClr>
                </a:solidFill>
              </a:defRPr>
            </a:lvl1pPr>
            <a:lvl2pPr marL="457182" indent="0">
              <a:buNone/>
              <a:defRPr sz="1800">
                <a:solidFill>
                  <a:schemeClr val="tx1">
                    <a:tint val="75000"/>
                  </a:schemeClr>
                </a:solidFill>
              </a:defRPr>
            </a:lvl2pPr>
            <a:lvl3pPr marL="914363" indent="0">
              <a:buNone/>
              <a:defRPr sz="1600">
                <a:solidFill>
                  <a:schemeClr val="tx1">
                    <a:tint val="75000"/>
                  </a:schemeClr>
                </a:solidFill>
              </a:defRPr>
            </a:lvl3pPr>
            <a:lvl4pPr marL="1371545" indent="0">
              <a:buNone/>
              <a:defRPr sz="1400">
                <a:solidFill>
                  <a:schemeClr val="tx1">
                    <a:tint val="75000"/>
                  </a:schemeClr>
                </a:solidFill>
              </a:defRPr>
            </a:lvl4pPr>
            <a:lvl5pPr marL="1828727" indent="0">
              <a:buNone/>
              <a:defRPr sz="1400">
                <a:solidFill>
                  <a:schemeClr val="tx1">
                    <a:tint val="75000"/>
                  </a:schemeClr>
                </a:solidFill>
              </a:defRPr>
            </a:lvl5pPr>
            <a:lvl6pPr marL="2285909" indent="0">
              <a:buNone/>
              <a:defRPr sz="1400">
                <a:solidFill>
                  <a:schemeClr val="tx1">
                    <a:tint val="75000"/>
                  </a:schemeClr>
                </a:solidFill>
              </a:defRPr>
            </a:lvl6pPr>
            <a:lvl7pPr marL="2743090" indent="0">
              <a:buNone/>
              <a:defRPr sz="1400">
                <a:solidFill>
                  <a:schemeClr val="tx1">
                    <a:tint val="75000"/>
                  </a:schemeClr>
                </a:solidFill>
              </a:defRPr>
            </a:lvl7pPr>
            <a:lvl8pPr marL="3200272" indent="0">
              <a:buNone/>
              <a:defRPr sz="1400">
                <a:solidFill>
                  <a:schemeClr val="tx1">
                    <a:tint val="75000"/>
                  </a:schemeClr>
                </a:solidFill>
              </a:defRPr>
            </a:lvl8pPr>
            <a:lvl9pPr marL="3657454"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446270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3"/>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352653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3"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30" y="1969475"/>
            <a:ext cx="3999001" cy="576262"/>
          </a:xfrm>
        </p:spPr>
        <p:txBody>
          <a:bodyPr anchor="b">
            <a:noAutofit/>
          </a:bodyPr>
          <a:lstStyle>
            <a:lvl1pPr marL="0" indent="0">
              <a:buNone/>
              <a:defRPr sz="2400" b="0"/>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3"/>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123613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80824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889603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9"/>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3" y="1598614"/>
            <a:ext cx="3505199" cy="4262436"/>
          </a:xfrm>
        </p:spPr>
        <p:txBody>
          <a:bodyPr/>
          <a:lstStyle>
            <a:lvl1pPr marL="0" indent="0">
              <a:buNone/>
              <a:defRPr sz="1400"/>
            </a:lvl1pPr>
            <a:lvl2pPr marL="457182" indent="0">
              <a:buNone/>
              <a:defRPr sz="1200"/>
            </a:lvl2pPr>
            <a:lvl3pPr marL="914363" indent="0">
              <a:buNone/>
              <a:defRPr sz="1000"/>
            </a:lvl3pPr>
            <a:lvl4pPr marL="1371545" indent="0">
              <a:buNone/>
              <a:defRPr sz="900"/>
            </a:lvl4pPr>
            <a:lvl5pPr marL="1828727" indent="0">
              <a:buNone/>
              <a:defRPr sz="900"/>
            </a:lvl5pPr>
            <a:lvl6pPr marL="2285909" indent="0">
              <a:buNone/>
              <a:defRPr sz="900"/>
            </a:lvl6pPr>
            <a:lvl7pPr marL="2743090" indent="0">
              <a:buNone/>
              <a:defRPr sz="900"/>
            </a:lvl7pPr>
            <a:lvl8pPr marL="3200272" indent="0">
              <a:buNone/>
              <a:defRPr sz="900"/>
            </a:lvl8pPr>
            <a:lvl9pPr marL="3657454"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261196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182" indent="0">
              <a:buNone/>
              <a:defRPr sz="1600"/>
            </a:lvl2pPr>
            <a:lvl3pPr marL="914363" indent="0">
              <a:buNone/>
              <a:defRPr sz="1600"/>
            </a:lvl3pPr>
            <a:lvl4pPr marL="1371545" indent="0">
              <a:buNone/>
              <a:defRPr sz="1600"/>
            </a:lvl4pPr>
            <a:lvl5pPr marL="1828727" indent="0">
              <a:buNone/>
              <a:defRPr sz="1600"/>
            </a:lvl5pPr>
            <a:lvl6pPr marL="2285909" indent="0">
              <a:buNone/>
              <a:defRPr sz="1600"/>
            </a:lvl6pPr>
            <a:lvl7pPr marL="2743090" indent="0">
              <a:buNone/>
              <a:defRPr sz="1600"/>
            </a:lvl7pPr>
            <a:lvl8pPr marL="3200272" indent="0">
              <a:buNone/>
              <a:defRPr sz="1600"/>
            </a:lvl8pPr>
            <a:lvl9pPr marL="3657454"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182" indent="0">
              <a:buNone/>
              <a:defRPr sz="1200"/>
            </a:lvl2pPr>
            <a:lvl3pPr marL="914363" indent="0">
              <a:buNone/>
              <a:defRPr sz="1000"/>
            </a:lvl3pPr>
            <a:lvl4pPr marL="1371545" indent="0">
              <a:buNone/>
              <a:defRPr sz="900"/>
            </a:lvl4pPr>
            <a:lvl5pPr marL="1828727" indent="0">
              <a:buNone/>
              <a:defRPr sz="900"/>
            </a:lvl5pPr>
            <a:lvl6pPr marL="2285909" indent="0">
              <a:buNone/>
              <a:defRPr sz="900"/>
            </a:lvl6pPr>
            <a:lvl7pPr marL="2743090" indent="0">
              <a:buNone/>
              <a:defRPr sz="900"/>
            </a:lvl7pPr>
            <a:lvl8pPr marL="3200272" indent="0">
              <a:buNone/>
              <a:defRPr sz="900"/>
            </a:lvl8pPr>
            <a:lvl9pPr marL="3657454"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8"/>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925486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3" y="4354046"/>
            <a:ext cx="8915399" cy="1555864"/>
          </a:xfrm>
        </p:spPr>
        <p:txBody>
          <a:bodyPr anchor="ctr">
            <a:normAutofit/>
          </a:bodyPr>
          <a:lstStyle>
            <a:lvl1pPr marL="0" indent="0" algn="l">
              <a:buNone/>
              <a:defRPr sz="1800">
                <a:solidFill>
                  <a:schemeClr val="tx1">
                    <a:lumMod val="65000"/>
                    <a:lumOff val="35000"/>
                  </a:schemeClr>
                </a:solidFill>
              </a:defRPr>
            </a:lvl1pPr>
            <a:lvl2pPr marL="457182" indent="0">
              <a:buNone/>
              <a:defRPr sz="1800">
                <a:solidFill>
                  <a:schemeClr val="tx1">
                    <a:tint val="75000"/>
                  </a:schemeClr>
                </a:solidFill>
              </a:defRPr>
            </a:lvl2pPr>
            <a:lvl3pPr marL="914363" indent="0">
              <a:buNone/>
              <a:defRPr sz="1600">
                <a:solidFill>
                  <a:schemeClr val="tx1">
                    <a:tint val="75000"/>
                  </a:schemeClr>
                </a:solidFill>
              </a:defRPr>
            </a:lvl3pPr>
            <a:lvl4pPr marL="1371545" indent="0">
              <a:buNone/>
              <a:defRPr sz="1400">
                <a:solidFill>
                  <a:schemeClr val="tx1">
                    <a:tint val="75000"/>
                  </a:schemeClr>
                </a:solidFill>
              </a:defRPr>
            </a:lvl4pPr>
            <a:lvl5pPr marL="1828727" indent="0">
              <a:buNone/>
              <a:defRPr sz="1400">
                <a:solidFill>
                  <a:schemeClr val="tx1">
                    <a:tint val="75000"/>
                  </a:schemeClr>
                </a:solidFill>
              </a:defRPr>
            </a:lvl5pPr>
            <a:lvl6pPr marL="2285909" indent="0">
              <a:buNone/>
              <a:defRPr sz="1400">
                <a:solidFill>
                  <a:schemeClr val="tx1">
                    <a:tint val="75000"/>
                  </a:schemeClr>
                </a:solidFill>
              </a:defRPr>
            </a:lvl6pPr>
            <a:lvl7pPr marL="2743090" indent="0">
              <a:buNone/>
              <a:defRPr sz="1400">
                <a:solidFill>
                  <a:schemeClr val="tx1">
                    <a:tint val="75000"/>
                  </a:schemeClr>
                </a:solidFill>
              </a:defRPr>
            </a:lvl7pPr>
            <a:lvl8pPr marL="3200272" indent="0">
              <a:buNone/>
              <a:defRPr sz="1400">
                <a:solidFill>
                  <a:schemeClr val="tx1">
                    <a:tint val="75000"/>
                  </a:schemeClr>
                </a:solidFill>
              </a:defRPr>
            </a:lvl8pPr>
            <a:lvl9pPr marL="3657454"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22523328"/>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50"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182" indent="0">
              <a:buFontTx/>
              <a:buNone/>
              <a:defRPr/>
            </a:lvl2pPr>
            <a:lvl3pPr marL="914363" indent="0">
              <a:buFontTx/>
              <a:buNone/>
              <a:defRPr/>
            </a:lvl3pPr>
            <a:lvl4pPr marL="1371545" indent="0">
              <a:buFontTx/>
              <a:buNone/>
              <a:defRPr/>
            </a:lvl4pPr>
            <a:lvl5pPr marL="1828727"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3" y="4354046"/>
            <a:ext cx="8915399" cy="1555864"/>
          </a:xfrm>
        </p:spPr>
        <p:txBody>
          <a:bodyPr anchor="ctr">
            <a:normAutofit/>
          </a:bodyPr>
          <a:lstStyle>
            <a:lvl1pPr marL="0" indent="0" algn="l">
              <a:buNone/>
              <a:defRPr sz="1800">
                <a:solidFill>
                  <a:schemeClr val="tx1">
                    <a:lumMod val="65000"/>
                    <a:lumOff val="35000"/>
                  </a:schemeClr>
                </a:solidFill>
              </a:defRPr>
            </a:lvl1pPr>
            <a:lvl2pPr marL="457182" indent="0">
              <a:buNone/>
              <a:defRPr sz="1800">
                <a:solidFill>
                  <a:schemeClr val="tx1">
                    <a:tint val="75000"/>
                  </a:schemeClr>
                </a:solidFill>
              </a:defRPr>
            </a:lvl2pPr>
            <a:lvl3pPr marL="914363" indent="0">
              <a:buNone/>
              <a:defRPr sz="1600">
                <a:solidFill>
                  <a:schemeClr val="tx1">
                    <a:tint val="75000"/>
                  </a:schemeClr>
                </a:solidFill>
              </a:defRPr>
            </a:lvl3pPr>
            <a:lvl4pPr marL="1371545" indent="0">
              <a:buNone/>
              <a:defRPr sz="1400">
                <a:solidFill>
                  <a:schemeClr val="tx1">
                    <a:tint val="75000"/>
                  </a:schemeClr>
                </a:solidFill>
              </a:defRPr>
            </a:lvl4pPr>
            <a:lvl5pPr marL="1828727" indent="0">
              <a:buNone/>
              <a:defRPr sz="1400">
                <a:solidFill>
                  <a:schemeClr val="tx1">
                    <a:tint val="75000"/>
                  </a:schemeClr>
                </a:solidFill>
              </a:defRPr>
            </a:lvl5pPr>
            <a:lvl6pPr marL="2285909" indent="0">
              <a:buNone/>
              <a:defRPr sz="1400">
                <a:solidFill>
                  <a:schemeClr val="tx1">
                    <a:tint val="75000"/>
                  </a:schemeClr>
                </a:solidFill>
              </a:defRPr>
            </a:lvl6pPr>
            <a:lvl7pPr marL="2743090" indent="0">
              <a:buNone/>
              <a:defRPr sz="1400">
                <a:solidFill>
                  <a:schemeClr val="tx1">
                    <a:tint val="75000"/>
                  </a:schemeClr>
                </a:solidFill>
              </a:defRPr>
            </a:lvl7pPr>
            <a:lvl8pPr marL="3200272" indent="0">
              <a:buNone/>
              <a:defRPr sz="1400">
                <a:solidFill>
                  <a:schemeClr val="tx1">
                    <a:tint val="75000"/>
                  </a:schemeClr>
                </a:solidFill>
              </a:defRPr>
            </a:lvl8pPr>
            <a:lvl9pPr marL="3657454"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63A3B-78C7-47BE-AE5E-E10140E04643}"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41358020"/>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1"/>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8"/>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78574921"/>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50"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2" indent="0">
              <a:buFontTx/>
              <a:buNone/>
              <a:defRPr/>
            </a:lvl2pPr>
            <a:lvl3pPr marL="914363" indent="0">
              <a:buFontTx/>
              <a:buNone/>
              <a:defRPr/>
            </a:lvl3pPr>
            <a:lvl4pPr marL="1371545" indent="0">
              <a:buFontTx/>
              <a:buNone/>
              <a:defRPr/>
            </a:lvl4pPr>
            <a:lvl5pPr marL="1828727"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8"/>
            <a:ext cx="779767" cy="365125"/>
          </a:xfrm>
        </p:spPr>
        <p:txBody>
          <a:bodyPr/>
          <a:lstStyle/>
          <a:p>
            <a:fld id="{48F63A3B-78C7-47BE-AE5E-E10140E04643}"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26907934"/>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3"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2" indent="0">
              <a:buFontTx/>
              <a:buNone/>
              <a:defRPr/>
            </a:lvl2pPr>
            <a:lvl3pPr marL="914363" indent="0">
              <a:buFontTx/>
              <a:buNone/>
              <a:defRPr/>
            </a:lvl3pPr>
            <a:lvl4pPr marL="1371545" indent="0">
              <a:buFontTx/>
              <a:buNone/>
              <a:defRPr/>
            </a:lvl4pPr>
            <a:lvl5pPr marL="1828727"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8"/>
            <a:ext cx="779767" cy="365125"/>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23039748"/>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483395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3" y="627406"/>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6"/>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6"/>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194936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elfolie">
    <p:spTree>
      <p:nvGrpSpPr>
        <p:cNvPr id="1" name=""/>
        <p:cNvGrpSpPr/>
        <p:nvPr/>
      </p:nvGrpSpPr>
      <p:grpSpPr>
        <a:xfrm>
          <a:off x="0" y="0"/>
          <a:ext cx="0" cy="0"/>
          <a:chOff x="0" y="0"/>
          <a:chExt cx="0" cy="0"/>
        </a:xfrm>
      </p:grpSpPr>
      <p:pic>
        <p:nvPicPr>
          <p:cNvPr id="9" name="Bild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itle 10"/>
          <p:cNvSpPr>
            <a:spLocks noGrp="1"/>
          </p:cNvSpPr>
          <p:nvPr>
            <p:ph type="title"/>
          </p:nvPr>
        </p:nvSpPr>
        <p:spPr>
          <a:xfrm>
            <a:off x="420000" y="414048"/>
            <a:ext cx="6664800" cy="2133600"/>
          </a:xfrm>
          <a:prstGeom prst="rect">
            <a:avLst/>
          </a:prstGeom>
        </p:spPr>
        <p:txBody>
          <a:bodyPr/>
          <a:lstStyle>
            <a:lvl1pPr>
              <a:defRPr sz="3200" b="0" i="0">
                <a:solidFill>
                  <a:schemeClr val="bg1"/>
                </a:solidFill>
                <a:latin typeface="IBM Plex Sans Text" charset="0"/>
                <a:ea typeface="IBM Plex Sans Text" charset="0"/>
                <a:cs typeface="IBM Plex Sans Text" charset="0"/>
              </a:defRPr>
            </a:lvl1pPr>
          </a:lstStyle>
          <a:p>
            <a:r>
              <a:rPr lang="en-US" dirty="0"/>
              <a:t>Click to edit Master title style</a:t>
            </a:r>
          </a:p>
        </p:txBody>
      </p:sp>
    </p:spTree>
    <p:extLst>
      <p:ext uri="{BB962C8B-B14F-4D97-AF65-F5344CB8AC3E}">
        <p14:creationId xmlns:p14="http://schemas.microsoft.com/office/powerpoint/2010/main" val="26879663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Abschnittsüberschrift">
    <p:spTree>
      <p:nvGrpSpPr>
        <p:cNvPr id="1" name=""/>
        <p:cNvGrpSpPr/>
        <p:nvPr/>
      </p:nvGrpSpPr>
      <p:grpSpPr>
        <a:xfrm>
          <a:off x="0" y="0"/>
          <a:ext cx="0" cy="0"/>
          <a:chOff x="0" y="0"/>
          <a:chExt cx="0" cy="0"/>
        </a:xfrm>
      </p:grpSpPr>
      <p:pic>
        <p:nvPicPr>
          <p:cNvPr id="4" name="Bild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0"/>
          <p:cNvSpPr>
            <a:spLocks noGrp="1"/>
          </p:cNvSpPr>
          <p:nvPr>
            <p:ph type="title"/>
          </p:nvPr>
        </p:nvSpPr>
        <p:spPr>
          <a:xfrm>
            <a:off x="420000" y="414049"/>
            <a:ext cx="6664800" cy="1235056"/>
          </a:xfrm>
          <a:prstGeom prst="rect">
            <a:avLst/>
          </a:prstGeom>
        </p:spPr>
        <p:txBody>
          <a:bodyPr/>
          <a:lstStyle>
            <a:lvl1pPr>
              <a:defRPr sz="3200" b="0" i="0">
                <a:solidFill>
                  <a:srgbClr val="5A5C5B"/>
                </a:solidFill>
                <a:effectLst/>
                <a:latin typeface="IBM Eliot Sans" charset="0"/>
                <a:ea typeface="IBM Eliot Sans" charset="0"/>
                <a:cs typeface="IBM Eliot Sans" charset="0"/>
              </a:defRPr>
            </a:lvl1pPr>
          </a:lstStyle>
          <a:p>
            <a:r>
              <a:rPr lang="en-US" dirty="0"/>
              <a:t>Click to edit Master title style</a:t>
            </a:r>
          </a:p>
        </p:txBody>
      </p:sp>
    </p:spTree>
    <p:extLst>
      <p:ext uri="{BB962C8B-B14F-4D97-AF65-F5344CB8AC3E}">
        <p14:creationId xmlns:p14="http://schemas.microsoft.com/office/powerpoint/2010/main" val="23187441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wo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37869" y="876721"/>
            <a:ext cx="11687355" cy="4965531"/>
          </a:xfrm>
        </p:spPr>
        <p:txBody>
          <a:bodyPr/>
          <a:lstStyle>
            <a:lvl1pPr>
              <a:defRPr>
                <a:latin typeface="Helvetica Neue" charset="0"/>
                <a:ea typeface="Helvetica Neue" charset="0"/>
                <a:cs typeface="Helvetica Neue" charset="0"/>
              </a:defRPr>
            </a:lvl1pPr>
            <a:lvl2pPr>
              <a:defRPr>
                <a:latin typeface="Helvetica Neue" charset="0"/>
                <a:ea typeface="Helvetica Neue" charset="0"/>
                <a:cs typeface="Helvetica Neue" charset="0"/>
              </a:defRPr>
            </a:lvl2pPr>
            <a:lvl3pPr>
              <a:defRPr>
                <a:latin typeface="Helvetica Neue" charset="0"/>
                <a:ea typeface="Helvetica Neue" charset="0"/>
                <a:cs typeface="Helvetica Neue" charset="0"/>
              </a:defRPr>
            </a:lvl3pPr>
            <a:lvl4pPr>
              <a:defRPr>
                <a:latin typeface="Helvetica Neue" charset="0"/>
                <a:ea typeface="Helvetica Neue" charset="0"/>
                <a:cs typeface="Helvetica Neue" charset="0"/>
              </a:defRPr>
            </a:lvl4pPr>
            <a:lvl5pPr>
              <a:defRPr>
                <a:latin typeface="Helvetica Neue" charset="0"/>
                <a:ea typeface="Helvetica Neue" charset="0"/>
                <a:cs typeface="Helvetica Neue"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320616" y="227102"/>
            <a:ext cx="11721860" cy="618287"/>
          </a:xfrm>
        </p:spPr>
        <p:txBody>
          <a:bodyPr>
            <a:noAutofit/>
          </a:bodyPr>
          <a:lstStyle>
            <a:lvl1pPr>
              <a:defRPr sz="3600">
                <a:solidFill>
                  <a:schemeClr val="tx1">
                    <a:lumMod val="75000"/>
                    <a:lumOff val="25000"/>
                  </a:schemeClr>
                </a:solidFill>
                <a:latin typeface="Rockwell" charset="0"/>
                <a:ea typeface="Rockwell" charset="0"/>
                <a:cs typeface="Rockwell" charset="0"/>
              </a:defRPr>
            </a:lvl1pPr>
          </a:lstStyle>
          <a:p>
            <a:r>
              <a:rPr lang="en-US"/>
              <a:t>Click to edit Master title style</a:t>
            </a:r>
            <a:endParaRPr lang="en-US" dirty="0"/>
          </a:p>
        </p:txBody>
      </p:sp>
      <p:sp>
        <p:nvSpPr>
          <p:cNvPr id="6" name="Rectangle 5">
            <a:extLst>
              <a:ext uri="{FF2B5EF4-FFF2-40B4-BE49-F238E27FC236}">
                <a16:creationId xmlns:a16="http://schemas.microsoft.com/office/drawing/2014/main" id="{69911C9C-D576-2246-8E52-8F0AE6196DBE}"/>
              </a:ext>
            </a:extLst>
          </p:cNvPr>
          <p:cNvSpPr/>
          <p:nvPr userDrawn="1"/>
        </p:nvSpPr>
        <p:spPr>
          <a:xfrm>
            <a:off x="0" y="0"/>
            <a:ext cx="166776" cy="6858000"/>
          </a:xfrm>
          <a:prstGeom prst="rect">
            <a:avLst/>
          </a:prstGeom>
          <a:solidFill>
            <a:srgbClr val="1B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2160"/>
          </a:p>
        </p:txBody>
      </p:sp>
    </p:spTree>
    <p:extLst>
      <p:ext uri="{BB962C8B-B14F-4D97-AF65-F5344CB8AC3E}">
        <p14:creationId xmlns:p14="http://schemas.microsoft.com/office/powerpoint/2010/main" val="38185427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A6372-868B-4015-8A79-D6520AC0F1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03284C-7E5A-4989-A156-ECB6F442EE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672736-06D2-405B-947F-3D2F3448B7BD}"/>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5" name="Footer Placeholder 4">
            <a:extLst>
              <a:ext uri="{FF2B5EF4-FFF2-40B4-BE49-F238E27FC236}">
                <a16:creationId xmlns:a16="http://schemas.microsoft.com/office/drawing/2014/main" id="{8315D9FD-7777-4D5C-8EB3-C163B6E66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450114-B669-4077-B4A8-2CE130CACEDC}"/>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42617492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8363B-3926-4616-9ECC-FA120CE10B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C9192D-380F-471B-9332-76A5921DC4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4F93A-3993-4D60-B55F-33ED694D5B4A}"/>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5" name="Footer Placeholder 4">
            <a:extLst>
              <a:ext uri="{FF2B5EF4-FFF2-40B4-BE49-F238E27FC236}">
                <a16:creationId xmlns:a16="http://schemas.microsoft.com/office/drawing/2014/main" id="{75BF93DE-2E49-435B-8E35-BFBC364DE2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D2083-4E38-4D6C-B8D6-3625E9FCF32E}"/>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128322504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94884-D566-4FF5-8281-1A87A5BEAB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6BEDF0-C3DF-4CC6-99BC-9192449D75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44F97B-A75B-422A-8BD3-B94349905D13}"/>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5" name="Footer Placeholder 4">
            <a:extLst>
              <a:ext uri="{FF2B5EF4-FFF2-40B4-BE49-F238E27FC236}">
                <a16:creationId xmlns:a16="http://schemas.microsoft.com/office/drawing/2014/main" id="{E2A07C1C-79AE-4433-A3EE-C0F7B7F72C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1A6F5A-4A90-4C35-9015-E7B046AA4DD8}"/>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2836110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57173-A764-44D4-BACA-EC90158CE7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366AD9-3D6D-4CC2-A1D0-D5412A5309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041F78-3CBF-455F-AA0A-C5F939D018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FFC5DC-E57D-4D81-B576-C18F6A565CEC}"/>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6" name="Footer Placeholder 5">
            <a:extLst>
              <a:ext uri="{FF2B5EF4-FFF2-40B4-BE49-F238E27FC236}">
                <a16:creationId xmlns:a16="http://schemas.microsoft.com/office/drawing/2014/main" id="{93678A81-A1BA-41FC-883F-5FEB3CFD1E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1FAE8E-F50A-4725-B957-408D7A35580E}"/>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31847971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96B18-07B5-4A82-AE14-0ED936E662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25372B-AA72-449B-BA32-56F7CAA14A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237A51-B1DF-487E-B04A-7E5D47D586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9B9601-181B-4B6F-94D5-9C535113F5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962E59-75FE-4DBA-A611-66048E7F65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D0FC7B-793D-4C1A-914C-229DEE7DA08A}"/>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8" name="Footer Placeholder 7">
            <a:extLst>
              <a:ext uri="{FF2B5EF4-FFF2-40B4-BE49-F238E27FC236}">
                <a16:creationId xmlns:a16="http://schemas.microsoft.com/office/drawing/2014/main" id="{BD91C991-16BD-4C4B-AFC9-E0DFF14C5D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11594B-8FB8-47A1-82A7-970D9CC3735D}"/>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22073558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1DC85-9E08-4B65-8531-E9B5E441A9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A82C0B-1782-43C1-8961-8D8A1BD9DE93}"/>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4" name="Footer Placeholder 3">
            <a:extLst>
              <a:ext uri="{FF2B5EF4-FFF2-40B4-BE49-F238E27FC236}">
                <a16:creationId xmlns:a16="http://schemas.microsoft.com/office/drawing/2014/main" id="{CE3CC6B8-E916-43A2-99BE-E510F74972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05C9D8-6965-4803-8F73-C017C6B99727}"/>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11403536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54F728-8639-4155-888A-C21C0E123F6B}"/>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3" name="Footer Placeholder 2">
            <a:extLst>
              <a:ext uri="{FF2B5EF4-FFF2-40B4-BE49-F238E27FC236}">
                <a16:creationId xmlns:a16="http://schemas.microsoft.com/office/drawing/2014/main" id="{B085F698-F4A2-44D1-8B24-903747009F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F01CD2-F6A5-49C5-A223-AE87A5EA7F29}"/>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14988301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6FBEC-12A2-4679-AD8A-613AD6D41D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EBA743-D205-4564-9EDB-C6C730F9A5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E3FD1C-D4F6-466E-8AD8-03B5264BFD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3FFB60-4A48-43FC-AD98-DFAE79339F5D}"/>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6" name="Footer Placeholder 5">
            <a:extLst>
              <a:ext uri="{FF2B5EF4-FFF2-40B4-BE49-F238E27FC236}">
                <a16:creationId xmlns:a16="http://schemas.microsoft.com/office/drawing/2014/main" id="{3BD24CB0-C170-4BCC-B8F4-6DE10292F3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961325-EA9B-4D92-8A50-9DA7B9909330}"/>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340506714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C061C-DFC8-47F1-97EA-3D130F2E5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1B7BA2-6FBF-4C5B-AD09-EDA5608019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16F38C-75DF-4760-ACAB-DF91E4EB78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F5B6C1-03F4-4D46-8351-AE72AFA977A8}"/>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6" name="Footer Placeholder 5">
            <a:extLst>
              <a:ext uri="{FF2B5EF4-FFF2-40B4-BE49-F238E27FC236}">
                <a16:creationId xmlns:a16="http://schemas.microsoft.com/office/drawing/2014/main" id="{928F3E2E-59B1-48F9-9338-38C6D2FF52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C82053-3069-415A-B3CD-E0F2B9603ECB}"/>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35298528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568E-1F06-4F0D-B883-7D7E6F2B6D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5DE0E8-6C2C-429F-ACD7-839754406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2D902-3681-4B48-B08D-263402AC8431}"/>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5" name="Footer Placeholder 4">
            <a:extLst>
              <a:ext uri="{FF2B5EF4-FFF2-40B4-BE49-F238E27FC236}">
                <a16:creationId xmlns:a16="http://schemas.microsoft.com/office/drawing/2014/main" id="{07FE07E8-59E2-4FAD-AFCA-303A776E0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56736-6C7A-402F-B612-36F3B94B3981}"/>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7338230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307B84-C81E-4B10-AAA3-EF6BAF2BC7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001D70-2348-4F3E-BB8C-6617014643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74978-3223-4546-813A-6D60F8228E1A}"/>
              </a:ext>
            </a:extLst>
          </p:cNvPr>
          <p:cNvSpPr>
            <a:spLocks noGrp="1"/>
          </p:cNvSpPr>
          <p:nvPr>
            <p:ph type="dt" sz="half" idx="10"/>
          </p:nvPr>
        </p:nvSpPr>
        <p:spPr/>
        <p:txBody>
          <a:bodyPr/>
          <a:lstStyle/>
          <a:p>
            <a:fld id="{CB87AA50-0AE6-44C1-B7AB-04433F87EB63}" type="datetimeFigureOut">
              <a:rPr lang="en-US" smtClean="0"/>
              <a:t>4/26/26</a:t>
            </a:fld>
            <a:endParaRPr lang="en-US"/>
          </a:p>
        </p:txBody>
      </p:sp>
      <p:sp>
        <p:nvSpPr>
          <p:cNvPr id="5" name="Footer Placeholder 4">
            <a:extLst>
              <a:ext uri="{FF2B5EF4-FFF2-40B4-BE49-F238E27FC236}">
                <a16:creationId xmlns:a16="http://schemas.microsoft.com/office/drawing/2014/main" id="{F88B42D7-B9D6-45CF-AA58-EA64FA2B8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67B76-CA60-481C-A429-465823867BCE}"/>
              </a:ext>
            </a:extLst>
          </p:cNvPr>
          <p:cNvSpPr>
            <a:spLocks noGrp="1"/>
          </p:cNvSpPr>
          <p:nvPr>
            <p:ph type="sldNum" sz="quarter" idx="12"/>
          </p:nvPr>
        </p:nvSpPr>
        <p:spPr/>
        <p:txBody>
          <a:bodyPr/>
          <a:lstStyle/>
          <a:p>
            <a:fld id="{1A5DB07D-A268-45CE-9550-A53797798155}" type="slidenum">
              <a:rPr lang="en-US" smtClean="0"/>
              <a:t>‹#›</a:t>
            </a:fld>
            <a:endParaRPr lang="en-US"/>
          </a:p>
        </p:txBody>
      </p:sp>
    </p:spTree>
    <p:extLst>
      <p:ext uri="{BB962C8B-B14F-4D97-AF65-F5344CB8AC3E}">
        <p14:creationId xmlns:p14="http://schemas.microsoft.com/office/powerpoint/2010/main" val="425484559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One column (LIGHT)">
    <p:bg>
      <p:bgPr>
        <a:solidFill>
          <a:schemeClr val="bg2"/>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1" hasCustomPrompt="1"/>
          </p:nvPr>
        </p:nvSpPr>
        <p:spPr>
          <a:xfrm>
            <a:off x="457200" y="1305113"/>
            <a:ext cx="11283920" cy="495863"/>
          </a:xfrm>
        </p:spPr>
        <p:txBody>
          <a:bodyPr anchor="t" anchorCtr="0">
            <a:spAutoFit/>
          </a:bodyPr>
          <a:lstStyle>
            <a:lvl1pPr marL="0" indent="0">
              <a:lnSpc>
                <a:spcPts val="1787"/>
              </a:lnSpc>
              <a:spcBef>
                <a:spcPts val="0"/>
              </a:spcBef>
              <a:buNone/>
              <a:defRPr sz="1600" baseline="0">
                <a:solidFill>
                  <a:srgbClr val="000000"/>
                </a:solidFill>
              </a:defRPr>
            </a:lvl1pPr>
            <a:lvl2pPr marL="317460" indent="0">
              <a:buNone/>
              <a:defRPr/>
            </a:lvl2pPr>
            <a:lvl3pPr marL="634920" indent="0">
              <a:buNone/>
              <a:defRPr/>
            </a:lvl3pPr>
            <a:lvl4pPr marL="952382" indent="0">
              <a:buNone/>
              <a:defRPr/>
            </a:lvl4pPr>
            <a:lvl5pPr marL="1269842" indent="0">
              <a:buNone/>
              <a:defRPr/>
            </a:lvl5pPr>
          </a:lstStyle>
          <a:p>
            <a:pPr lvl="0"/>
            <a:r>
              <a:rPr lang="en-US" dirty="0"/>
              <a:t>The one column layout is the most flexible slide for any type of content. Whether you want to lead in with a short sentence and a large chart or if you want to present an overview of findings, it can suit many different needs.</a:t>
            </a:r>
          </a:p>
        </p:txBody>
      </p:sp>
      <p:sp>
        <p:nvSpPr>
          <p:cNvPr id="3" name="Title 2">
            <a:extLst>
              <a:ext uri="{FF2B5EF4-FFF2-40B4-BE49-F238E27FC236}">
                <a16:creationId xmlns:a16="http://schemas.microsoft.com/office/drawing/2014/main" id="{ADDA20AF-65C3-A847-A330-6D3603BECE28}"/>
              </a:ext>
            </a:extLst>
          </p:cNvPr>
          <p:cNvSpPr>
            <a:spLocks noGrp="1"/>
          </p:cNvSpPr>
          <p:nvPr>
            <p:ph type="title" hasCustomPrompt="1"/>
          </p:nvPr>
        </p:nvSpPr>
        <p:spPr/>
        <p:txBody>
          <a:bodyPr/>
          <a:lstStyle>
            <a:lvl1pPr>
              <a:defRPr>
                <a:solidFill>
                  <a:srgbClr val="000000"/>
                </a:solidFill>
              </a:defRPr>
            </a:lvl1pPr>
          </a:lstStyle>
          <a:p>
            <a:r>
              <a:rPr lang="en-US" dirty="0"/>
              <a:t>One column layout</a:t>
            </a:r>
          </a:p>
        </p:txBody>
      </p:sp>
      <p:sp>
        <p:nvSpPr>
          <p:cNvPr id="4" name="Footer Placeholder 3">
            <a:extLst>
              <a:ext uri="{FF2B5EF4-FFF2-40B4-BE49-F238E27FC236}">
                <a16:creationId xmlns:a16="http://schemas.microsoft.com/office/drawing/2014/main" id="{8FAD35A5-72CA-E94D-8B5C-10FA04DE419F}"/>
              </a:ext>
            </a:extLst>
          </p:cNvPr>
          <p:cNvSpPr>
            <a:spLocks noGrp="1"/>
          </p:cNvSpPr>
          <p:nvPr>
            <p:ph type="ftr" sz="quarter" idx="12"/>
          </p:nvPr>
        </p:nvSpPr>
        <p:spPr/>
        <p:txBody>
          <a:bodyPr/>
          <a:lstStyle>
            <a:lvl1pPr>
              <a:defRPr>
                <a:solidFill>
                  <a:srgbClr val="000000"/>
                </a:solidFill>
              </a:defRPr>
            </a:lvl1pPr>
          </a:lstStyle>
          <a:p>
            <a:r>
              <a:rPr lang="en-US" dirty="0"/>
              <a:t>IBM MD&amp;I | 2021 | © IBM Corporation | </a:t>
            </a:r>
            <a:r>
              <a:rPr lang="en-US" dirty="0">
                <a:latin typeface="IBM Plex Sans SemiBold"/>
                <a:ea typeface="IBM Plex Sans SemiBold"/>
                <a:cs typeface="IBM Plex Sans SemiBold"/>
                <a:sym typeface="IBM Plex Sans SemiBold"/>
              </a:rPr>
              <a:t>IBM Internal</a:t>
            </a:r>
          </a:p>
        </p:txBody>
      </p:sp>
      <p:sp>
        <p:nvSpPr>
          <p:cNvPr id="2" name="Slide Number Placeholder 1">
            <a:extLst>
              <a:ext uri="{FF2B5EF4-FFF2-40B4-BE49-F238E27FC236}">
                <a16:creationId xmlns:a16="http://schemas.microsoft.com/office/drawing/2014/main" id="{BBD0AC91-9887-764B-AC42-A3D08EF8307D}"/>
              </a:ext>
            </a:extLst>
          </p:cNvPr>
          <p:cNvSpPr>
            <a:spLocks noGrp="1"/>
          </p:cNvSpPr>
          <p:nvPr>
            <p:ph type="sldNum" sz="quarter" idx="13"/>
          </p:nvPr>
        </p:nvSpPr>
        <p:spPr/>
        <p:txBody>
          <a:bodyPr/>
          <a:lstStyle>
            <a:lvl1pPr>
              <a:defRPr>
                <a:solidFill>
                  <a:srgbClr val="000000"/>
                </a:solidFill>
              </a:defRPr>
            </a:lvl1pPr>
          </a:lstStyle>
          <a:p>
            <a:fld id="{5B375728-5512-8D47-A62F-A11A0691CF92}" type="slidenum">
              <a:rPr lang="en-US" smtClean="0"/>
              <a:pPr/>
              <a:t>‹#›</a:t>
            </a:fld>
            <a:endParaRPr lang="en-US" dirty="0"/>
          </a:p>
        </p:txBody>
      </p:sp>
    </p:spTree>
    <p:extLst>
      <p:ext uri="{BB962C8B-B14F-4D97-AF65-F5344CB8AC3E}">
        <p14:creationId xmlns:p14="http://schemas.microsoft.com/office/powerpoint/2010/main" val="1860044242"/>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3_Agenda slide layout">
    <p:bg>
      <p:bgPr>
        <a:solidFill>
          <a:schemeClr val="bg1"/>
        </a:solidFill>
        <a:effectLst/>
      </p:bgPr>
    </p:bg>
    <p:spTree>
      <p:nvGrpSpPr>
        <p:cNvPr id="1" name=""/>
        <p:cNvGrpSpPr/>
        <p:nvPr/>
      </p:nvGrpSpPr>
      <p:grpSpPr>
        <a:xfrm>
          <a:off x="0" y="0"/>
          <a:ext cx="0" cy="0"/>
          <a:chOff x="0" y="0"/>
          <a:chExt cx="0" cy="0"/>
        </a:xfrm>
      </p:grpSpPr>
      <p:grpSp>
        <p:nvGrpSpPr>
          <p:cNvPr id="217" name="Group 216">
            <a:extLst>
              <a:ext uri="{FF2B5EF4-FFF2-40B4-BE49-F238E27FC236}">
                <a16:creationId xmlns:a16="http://schemas.microsoft.com/office/drawing/2014/main" id="{A93A0354-2687-4B75-81A7-A8072F1BC991}"/>
              </a:ext>
            </a:extLst>
          </p:cNvPr>
          <p:cNvGrpSpPr/>
          <p:nvPr userDrawn="1"/>
        </p:nvGrpSpPr>
        <p:grpSpPr>
          <a:xfrm>
            <a:off x="-98982" y="-104349"/>
            <a:ext cx="12408253" cy="7045442"/>
            <a:chOff x="-98982" y="-104349"/>
            <a:chExt cx="12408253" cy="7045442"/>
          </a:xfrm>
          <a:solidFill>
            <a:schemeClr val="bg1">
              <a:alpha val="10000"/>
            </a:schemeClr>
          </a:solidFill>
        </p:grpSpPr>
        <p:cxnSp>
          <p:nvCxnSpPr>
            <p:cNvPr id="218" name="Straight Connector 217">
              <a:extLst>
                <a:ext uri="{FF2B5EF4-FFF2-40B4-BE49-F238E27FC236}">
                  <a16:creationId xmlns:a16="http://schemas.microsoft.com/office/drawing/2014/main" id="{ECC07AD6-9B7B-4F82-A681-2DF36F226EB3}"/>
                </a:ext>
              </a:extLst>
            </p:cNvPr>
            <p:cNvCxnSpPr>
              <a:cxnSpLocks/>
              <a:stCxn id="281" idx="7"/>
              <a:endCxn id="279" idx="2"/>
            </p:cNvCxnSpPr>
            <p:nvPr userDrawn="1"/>
          </p:nvCxnSpPr>
          <p:spPr>
            <a:xfrm>
              <a:off x="1584504" y="1905029"/>
              <a:ext cx="1703016" cy="94442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59F0B30D-5D1D-45D2-82DF-10C1AFD89F54}"/>
                </a:ext>
              </a:extLst>
            </p:cNvPr>
            <p:cNvCxnSpPr>
              <a:cxnSpLocks/>
              <a:stCxn id="279" idx="4"/>
              <a:endCxn id="298" idx="1"/>
            </p:cNvCxnSpPr>
            <p:nvPr userDrawn="1"/>
          </p:nvCxnSpPr>
          <p:spPr>
            <a:xfrm flipV="1">
              <a:off x="3427782" y="2205662"/>
              <a:ext cx="482924" cy="57007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1CAF030-2C10-4C83-BAA2-5BB6EA477CDD}"/>
                </a:ext>
              </a:extLst>
            </p:cNvPr>
            <p:cNvCxnSpPr>
              <a:cxnSpLocks/>
              <a:stCxn id="284" idx="2"/>
              <a:endCxn id="296" idx="6"/>
            </p:cNvCxnSpPr>
            <p:nvPr userDrawn="1"/>
          </p:nvCxnSpPr>
          <p:spPr>
            <a:xfrm flipH="1">
              <a:off x="4004116" y="998896"/>
              <a:ext cx="1032867" cy="41449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9EC820E7-0700-4BD1-92FE-DED231C50008}"/>
                </a:ext>
              </a:extLst>
            </p:cNvPr>
            <p:cNvCxnSpPr>
              <a:cxnSpLocks/>
              <a:stCxn id="298" idx="5"/>
              <a:endCxn id="284" idx="1"/>
            </p:cNvCxnSpPr>
            <p:nvPr userDrawn="1"/>
          </p:nvCxnSpPr>
          <p:spPr>
            <a:xfrm flipV="1">
              <a:off x="4016342" y="1082390"/>
              <a:ext cx="1055225" cy="101763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AF163596-75A8-4537-9E5B-2DD50101FD0A}"/>
                </a:ext>
              </a:extLst>
            </p:cNvPr>
            <p:cNvCxnSpPr>
              <a:cxnSpLocks/>
              <a:stCxn id="279" idx="5"/>
              <a:endCxn id="297" idx="1"/>
            </p:cNvCxnSpPr>
            <p:nvPr userDrawn="1"/>
          </p:nvCxnSpPr>
          <p:spPr>
            <a:xfrm flipV="1">
              <a:off x="3493690" y="2247314"/>
              <a:ext cx="1466461" cy="58328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95EFD9B9-1375-467F-9E23-96880F6D3ECB}"/>
                </a:ext>
              </a:extLst>
            </p:cNvPr>
            <p:cNvCxnSpPr>
              <a:cxnSpLocks/>
              <a:stCxn id="284" idx="0"/>
              <a:endCxn id="297" idx="4"/>
            </p:cNvCxnSpPr>
            <p:nvPr userDrawn="1"/>
          </p:nvCxnSpPr>
          <p:spPr>
            <a:xfrm flipH="1">
              <a:off x="5012969" y="1116974"/>
              <a:ext cx="142092" cy="100282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50AB135D-E9EC-44D0-9157-59B971AF415D}"/>
                </a:ext>
              </a:extLst>
            </p:cNvPr>
            <p:cNvCxnSpPr>
              <a:cxnSpLocks/>
              <a:stCxn id="298" idx="3"/>
              <a:endCxn id="296" idx="0"/>
            </p:cNvCxnSpPr>
            <p:nvPr userDrawn="1"/>
          </p:nvCxnSpPr>
          <p:spPr>
            <a:xfrm flipH="1" flipV="1">
              <a:off x="3892072" y="1525433"/>
              <a:ext cx="18633" cy="57459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CA4B8596-A3B9-43CC-912A-8D3308DDC71E}"/>
                </a:ext>
              </a:extLst>
            </p:cNvPr>
            <p:cNvCxnSpPr>
              <a:cxnSpLocks/>
              <a:stCxn id="404" idx="7"/>
              <a:endCxn id="286" idx="1"/>
            </p:cNvCxnSpPr>
            <p:nvPr userDrawn="1"/>
          </p:nvCxnSpPr>
          <p:spPr>
            <a:xfrm flipV="1">
              <a:off x="5140075" y="2350975"/>
              <a:ext cx="1066308" cy="55274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9A9BF639-9C64-46E1-A5AC-83D592382C73}"/>
                </a:ext>
              </a:extLst>
            </p:cNvPr>
            <p:cNvCxnSpPr>
              <a:cxnSpLocks/>
              <a:stCxn id="284" idx="7"/>
              <a:endCxn id="286" idx="3"/>
            </p:cNvCxnSpPr>
            <p:nvPr userDrawn="1"/>
          </p:nvCxnSpPr>
          <p:spPr>
            <a:xfrm>
              <a:off x="5238555" y="1082390"/>
              <a:ext cx="967828" cy="111013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E26D96E3-49CA-4158-B064-E417086598CC}"/>
                </a:ext>
              </a:extLst>
            </p:cNvPr>
            <p:cNvCxnSpPr>
              <a:cxnSpLocks/>
              <a:stCxn id="283" idx="3"/>
            </p:cNvCxnSpPr>
            <p:nvPr userDrawn="1"/>
          </p:nvCxnSpPr>
          <p:spPr>
            <a:xfrm flipH="1" flipV="1">
              <a:off x="3211650" y="18443"/>
              <a:ext cx="498790" cy="58289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511B573A-E05B-432D-9A0A-181EC0026387}"/>
                </a:ext>
              </a:extLst>
            </p:cNvPr>
            <p:cNvCxnSpPr>
              <a:cxnSpLocks/>
              <a:stCxn id="298" idx="6"/>
              <a:endCxn id="297" idx="2"/>
            </p:cNvCxnSpPr>
            <p:nvPr userDrawn="1"/>
          </p:nvCxnSpPr>
          <p:spPr>
            <a:xfrm>
              <a:off x="4038220" y="2152844"/>
              <a:ext cx="900054" cy="4165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D948FAFD-9608-41A5-B712-131AE0079261}"/>
                </a:ext>
              </a:extLst>
            </p:cNvPr>
            <p:cNvCxnSpPr>
              <a:cxnSpLocks/>
              <a:stCxn id="283" idx="0"/>
              <a:endCxn id="296" idx="4"/>
            </p:cNvCxnSpPr>
            <p:nvPr userDrawn="1"/>
          </p:nvCxnSpPr>
          <p:spPr>
            <a:xfrm>
              <a:off x="3789668" y="792604"/>
              <a:ext cx="102405" cy="50874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0F91089-6159-4A00-AB22-14C9B5CBCA13}"/>
                </a:ext>
              </a:extLst>
            </p:cNvPr>
            <p:cNvCxnSpPr>
              <a:cxnSpLocks/>
              <a:stCxn id="297" idx="6"/>
              <a:endCxn id="286" idx="2"/>
            </p:cNvCxnSpPr>
            <p:nvPr userDrawn="1"/>
          </p:nvCxnSpPr>
          <p:spPr>
            <a:xfrm>
              <a:off x="5087665" y="2194496"/>
              <a:ext cx="1085901" cy="7725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74EE683A-E741-41AC-AEEE-99EDD23B3F51}"/>
                </a:ext>
              </a:extLst>
            </p:cNvPr>
            <p:cNvCxnSpPr>
              <a:cxnSpLocks/>
              <a:stCxn id="285" idx="0"/>
              <a:endCxn id="286" idx="4"/>
            </p:cNvCxnSpPr>
            <p:nvPr userDrawn="1"/>
          </p:nvCxnSpPr>
          <p:spPr>
            <a:xfrm>
              <a:off x="6243041" y="1291086"/>
              <a:ext cx="42569" cy="86861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56C10DAD-DCC4-4785-B866-77C5CDBDA72D}"/>
                </a:ext>
              </a:extLst>
            </p:cNvPr>
            <p:cNvCxnSpPr>
              <a:cxnSpLocks/>
              <a:stCxn id="288" idx="1"/>
              <a:endCxn id="286" idx="5"/>
            </p:cNvCxnSpPr>
            <p:nvPr userDrawn="1"/>
          </p:nvCxnSpPr>
          <p:spPr>
            <a:xfrm flipH="1">
              <a:off x="6364837" y="570689"/>
              <a:ext cx="1332558" cy="162183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62E05A1B-5B10-41DC-B18E-0AC5720B98AF}"/>
                </a:ext>
              </a:extLst>
            </p:cNvPr>
            <p:cNvCxnSpPr>
              <a:cxnSpLocks/>
              <a:stCxn id="288" idx="0"/>
              <a:endCxn id="287" idx="4"/>
            </p:cNvCxnSpPr>
            <p:nvPr userDrawn="1"/>
          </p:nvCxnSpPr>
          <p:spPr>
            <a:xfrm flipH="1">
              <a:off x="7737803" y="592567"/>
              <a:ext cx="12410" cy="101756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7A76CF74-2C36-42FC-9F18-FCA36A274B01}"/>
                </a:ext>
              </a:extLst>
            </p:cNvPr>
            <p:cNvCxnSpPr>
              <a:cxnSpLocks/>
              <a:stCxn id="287" idx="2"/>
              <a:endCxn id="286" idx="6"/>
            </p:cNvCxnSpPr>
            <p:nvPr userDrawn="1"/>
          </p:nvCxnSpPr>
          <p:spPr>
            <a:xfrm flipH="1">
              <a:off x="6397654" y="1722181"/>
              <a:ext cx="1228105" cy="54956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2C1CEA6C-9704-436F-9B16-D5CD852F06EF}"/>
                </a:ext>
              </a:extLst>
            </p:cNvPr>
            <p:cNvCxnSpPr>
              <a:cxnSpLocks/>
              <a:stCxn id="287" idx="7"/>
              <a:endCxn id="427" idx="5"/>
            </p:cNvCxnSpPr>
            <p:nvPr userDrawn="1"/>
          </p:nvCxnSpPr>
          <p:spPr>
            <a:xfrm>
              <a:off x="7817030" y="1801408"/>
              <a:ext cx="1649913" cy="110528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792D9CB8-8BE0-4EBA-9B89-B0183F56C6CB}"/>
                </a:ext>
              </a:extLst>
            </p:cNvPr>
            <p:cNvCxnSpPr>
              <a:cxnSpLocks/>
              <a:stCxn id="287" idx="6"/>
              <a:endCxn id="294" idx="2"/>
            </p:cNvCxnSpPr>
            <p:nvPr userDrawn="1"/>
          </p:nvCxnSpPr>
          <p:spPr>
            <a:xfrm flipV="1">
              <a:off x="7849847" y="1627721"/>
              <a:ext cx="1344785" cy="9445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D0F76799-51CB-4BB9-A524-3D9837B0327F}"/>
                </a:ext>
              </a:extLst>
            </p:cNvPr>
            <p:cNvCxnSpPr>
              <a:cxnSpLocks/>
              <a:stCxn id="294" idx="7"/>
              <a:endCxn id="295" idx="3"/>
            </p:cNvCxnSpPr>
            <p:nvPr userDrawn="1"/>
          </p:nvCxnSpPr>
          <p:spPr>
            <a:xfrm>
              <a:off x="9385903" y="1706948"/>
              <a:ext cx="910362" cy="84606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3F81D86-59B4-41C8-B71D-C1233DF89F07}"/>
                </a:ext>
              </a:extLst>
            </p:cNvPr>
            <p:cNvCxnSpPr>
              <a:cxnSpLocks/>
              <a:stCxn id="280" idx="0"/>
              <a:endCxn id="279" idx="3"/>
            </p:cNvCxnSpPr>
            <p:nvPr userDrawn="1"/>
          </p:nvCxnSpPr>
          <p:spPr>
            <a:xfrm>
              <a:off x="2865686" y="1745404"/>
              <a:ext cx="476698" cy="103814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A29C7661-32D0-4070-A60D-8812F08D9553}"/>
                </a:ext>
              </a:extLst>
            </p:cNvPr>
            <p:cNvCxnSpPr>
              <a:cxnSpLocks/>
              <a:stCxn id="296" idx="2"/>
              <a:endCxn id="280" idx="6"/>
            </p:cNvCxnSpPr>
            <p:nvPr userDrawn="1"/>
          </p:nvCxnSpPr>
          <p:spPr>
            <a:xfrm flipH="1">
              <a:off x="2983764" y="1413389"/>
              <a:ext cx="796264" cy="21393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40CFDEB5-8BD6-4B0E-920C-24D6A09B3F96}"/>
                </a:ext>
              </a:extLst>
            </p:cNvPr>
            <p:cNvCxnSpPr>
              <a:cxnSpLocks/>
              <a:stCxn id="283" idx="1"/>
              <a:endCxn id="280" idx="5"/>
            </p:cNvCxnSpPr>
            <p:nvPr userDrawn="1"/>
          </p:nvCxnSpPr>
          <p:spPr>
            <a:xfrm flipH="1">
              <a:off x="2949180" y="759787"/>
              <a:ext cx="761261" cy="78404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2EBF05BC-BDCF-4ED2-9D19-1952C482B3DA}"/>
                </a:ext>
              </a:extLst>
            </p:cNvPr>
            <p:cNvCxnSpPr>
              <a:cxnSpLocks/>
              <a:stCxn id="282" idx="7"/>
              <a:endCxn id="280" idx="3"/>
            </p:cNvCxnSpPr>
            <p:nvPr userDrawn="1"/>
          </p:nvCxnSpPr>
          <p:spPr>
            <a:xfrm>
              <a:off x="2026273" y="811101"/>
              <a:ext cx="755920" cy="73273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35E41A46-E730-4BDB-9452-784BCDBB33C3}"/>
                </a:ext>
              </a:extLst>
            </p:cNvPr>
            <p:cNvCxnSpPr>
              <a:cxnSpLocks/>
              <a:stCxn id="281" idx="6"/>
              <a:endCxn id="280" idx="2"/>
            </p:cNvCxnSpPr>
            <p:nvPr userDrawn="1"/>
          </p:nvCxnSpPr>
          <p:spPr>
            <a:xfrm flipV="1">
              <a:off x="1617321" y="1627326"/>
              <a:ext cx="1130287" cy="19847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4E2FB429-AEDA-432F-B37E-50F4871C0365}"/>
                </a:ext>
              </a:extLst>
            </p:cNvPr>
            <p:cNvCxnSpPr>
              <a:cxnSpLocks/>
              <a:stCxn id="301" idx="7"/>
              <a:endCxn id="281" idx="3"/>
            </p:cNvCxnSpPr>
            <p:nvPr userDrawn="1"/>
          </p:nvCxnSpPr>
          <p:spPr>
            <a:xfrm>
              <a:off x="562732" y="991183"/>
              <a:ext cx="863318" cy="75539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1CC9691F-489B-4390-9DE1-E1011A7FAC4A}"/>
                </a:ext>
              </a:extLst>
            </p:cNvPr>
            <p:cNvCxnSpPr>
              <a:cxnSpLocks/>
              <a:stCxn id="301" idx="6"/>
              <a:endCxn id="282" idx="2"/>
            </p:cNvCxnSpPr>
            <p:nvPr userDrawn="1"/>
          </p:nvCxnSpPr>
          <p:spPr>
            <a:xfrm flipV="1">
              <a:off x="584609" y="758283"/>
              <a:ext cx="1314149" cy="18008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7EA1AC0D-3354-41AB-8AC8-ADF4BD8915B3}"/>
                </a:ext>
              </a:extLst>
            </p:cNvPr>
            <p:cNvCxnSpPr>
              <a:cxnSpLocks/>
              <a:stCxn id="301" idx="5"/>
            </p:cNvCxnSpPr>
            <p:nvPr userDrawn="1"/>
          </p:nvCxnSpPr>
          <p:spPr>
            <a:xfrm flipV="1">
              <a:off x="562732" y="7695"/>
              <a:ext cx="830501" cy="87785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25A6F784-BFC5-4301-80B3-14793CDF9D53}"/>
                </a:ext>
              </a:extLst>
            </p:cNvPr>
            <p:cNvCxnSpPr>
              <a:cxnSpLocks/>
              <a:stCxn id="282" idx="4"/>
            </p:cNvCxnSpPr>
            <p:nvPr userDrawn="1"/>
          </p:nvCxnSpPr>
          <p:spPr>
            <a:xfrm flipH="1" flipV="1">
              <a:off x="1913190" y="8940"/>
              <a:ext cx="60264" cy="67464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93EA3626-D595-4DCD-989D-13B860D94A44}"/>
                </a:ext>
              </a:extLst>
            </p:cNvPr>
            <p:cNvCxnSpPr>
              <a:cxnSpLocks/>
              <a:stCxn id="282" idx="5"/>
            </p:cNvCxnSpPr>
            <p:nvPr userDrawn="1"/>
          </p:nvCxnSpPr>
          <p:spPr>
            <a:xfrm flipV="1">
              <a:off x="2026273" y="21571"/>
              <a:ext cx="969507" cy="68389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A1DC40D-2213-4B14-8112-09C7A2865BD0}"/>
                </a:ext>
              </a:extLst>
            </p:cNvPr>
            <p:cNvCxnSpPr>
              <a:cxnSpLocks/>
              <a:stCxn id="283" idx="5"/>
            </p:cNvCxnSpPr>
            <p:nvPr userDrawn="1"/>
          </p:nvCxnSpPr>
          <p:spPr>
            <a:xfrm flipV="1">
              <a:off x="3868895" y="-11241"/>
              <a:ext cx="430441" cy="61257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B92997EF-6D7E-4C87-8D00-2F1ACB5AA962}"/>
                </a:ext>
              </a:extLst>
            </p:cNvPr>
            <p:cNvCxnSpPr>
              <a:cxnSpLocks/>
              <a:stCxn id="282" idx="6"/>
              <a:endCxn id="283" idx="2"/>
            </p:cNvCxnSpPr>
            <p:nvPr userDrawn="1"/>
          </p:nvCxnSpPr>
          <p:spPr>
            <a:xfrm flipV="1">
              <a:off x="2048150" y="680560"/>
              <a:ext cx="1629474" cy="7772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D79DE1C7-883C-47F4-8E70-58B4EB328FE5}"/>
                </a:ext>
              </a:extLst>
            </p:cNvPr>
            <p:cNvCxnSpPr>
              <a:cxnSpLocks/>
              <a:stCxn id="283" idx="6"/>
              <a:endCxn id="284" idx="3"/>
            </p:cNvCxnSpPr>
            <p:nvPr userDrawn="1"/>
          </p:nvCxnSpPr>
          <p:spPr>
            <a:xfrm>
              <a:off x="3901712" y="680560"/>
              <a:ext cx="1169856" cy="23484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AAFFB451-B1DC-4495-B341-6445EE8FC1C9}"/>
                </a:ext>
              </a:extLst>
            </p:cNvPr>
            <p:cNvCxnSpPr>
              <a:cxnSpLocks/>
              <a:stCxn id="285" idx="2"/>
              <a:endCxn id="284" idx="6"/>
            </p:cNvCxnSpPr>
            <p:nvPr userDrawn="1"/>
          </p:nvCxnSpPr>
          <p:spPr>
            <a:xfrm flipH="1" flipV="1">
              <a:off x="5273139" y="998896"/>
              <a:ext cx="895205" cy="21749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0B2ED9C-A273-40CD-A70E-F3C04E316367}"/>
                </a:ext>
              </a:extLst>
            </p:cNvPr>
            <p:cNvCxnSpPr>
              <a:cxnSpLocks/>
              <a:stCxn id="306" idx="0"/>
              <a:endCxn id="284" idx="5"/>
            </p:cNvCxnSpPr>
            <p:nvPr userDrawn="1"/>
          </p:nvCxnSpPr>
          <p:spPr>
            <a:xfrm flipH="1">
              <a:off x="5238555" y="-6145"/>
              <a:ext cx="1269576" cy="92154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A82FB7B0-F1F9-40A2-981C-E300FB4AB433}"/>
                </a:ext>
              </a:extLst>
            </p:cNvPr>
            <p:cNvCxnSpPr>
              <a:cxnSpLocks/>
              <a:endCxn id="284" idx="4"/>
            </p:cNvCxnSpPr>
            <p:nvPr userDrawn="1"/>
          </p:nvCxnSpPr>
          <p:spPr>
            <a:xfrm>
              <a:off x="4883094" y="-29536"/>
              <a:ext cx="271967" cy="91035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29EAA0FA-7783-40A6-A1D6-02C0356587F2}"/>
                </a:ext>
              </a:extLst>
            </p:cNvPr>
            <p:cNvCxnSpPr>
              <a:cxnSpLocks/>
              <a:stCxn id="306" idx="2"/>
              <a:endCxn id="285" idx="4"/>
            </p:cNvCxnSpPr>
            <p:nvPr userDrawn="1"/>
          </p:nvCxnSpPr>
          <p:spPr>
            <a:xfrm flipH="1">
              <a:off x="6243041" y="-5452"/>
              <a:ext cx="339634" cy="114714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EDF7C2EC-B2C6-4779-81E6-3FAFD227A155}"/>
                </a:ext>
              </a:extLst>
            </p:cNvPr>
            <p:cNvCxnSpPr>
              <a:cxnSpLocks/>
              <a:stCxn id="288" idx="2"/>
              <a:endCxn id="285" idx="6"/>
            </p:cNvCxnSpPr>
            <p:nvPr userDrawn="1"/>
          </p:nvCxnSpPr>
          <p:spPr>
            <a:xfrm flipH="1">
              <a:off x="6317737" y="517871"/>
              <a:ext cx="1357780" cy="69851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8B73CE0F-5857-4FBE-9AA5-1C086D8C8579}"/>
                </a:ext>
              </a:extLst>
            </p:cNvPr>
            <p:cNvCxnSpPr>
              <a:cxnSpLocks/>
              <a:stCxn id="288" idx="4"/>
            </p:cNvCxnSpPr>
            <p:nvPr userDrawn="1"/>
          </p:nvCxnSpPr>
          <p:spPr>
            <a:xfrm flipV="1">
              <a:off x="7750213" y="54467"/>
              <a:ext cx="93642" cy="38870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66750EFA-B553-44AA-BD0E-2F90E984FCA7}"/>
                </a:ext>
              </a:extLst>
            </p:cNvPr>
            <p:cNvCxnSpPr>
              <a:cxnSpLocks/>
              <a:stCxn id="289" idx="3"/>
            </p:cNvCxnSpPr>
            <p:nvPr userDrawn="1"/>
          </p:nvCxnSpPr>
          <p:spPr>
            <a:xfrm flipH="1" flipV="1">
              <a:off x="8652184" y="-11241"/>
              <a:ext cx="511421" cy="35677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042CC6A0-33D2-43B2-87FB-EFA2486811A5}"/>
                </a:ext>
              </a:extLst>
            </p:cNvPr>
            <p:cNvCxnSpPr>
              <a:cxnSpLocks/>
              <a:stCxn id="289" idx="2"/>
              <a:endCxn id="288" idx="6"/>
            </p:cNvCxnSpPr>
            <p:nvPr userDrawn="1"/>
          </p:nvCxnSpPr>
          <p:spPr>
            <a:xfrm flipH="1">
              <a:off x="7824909" y="424760"/>
              <a:ext cx="1305879" cy="9311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F72EFF0-E6EC-44B8-8475-8D1D7C14CDD1}"/>
                </a:ext>
              </a:extLst>
            </p:cNvPr>
            <p:cNvCxnSpPr>
              <a:cxnSpLocks/>
              <a:stCxn id="294" idx="4"/>
              <a:endCxn id="289" idx="0"/>
            </p:cNvCxnSpPr>
            <p:nvPr userDrawn="1"/>
          </p:nvCxnSpPr>
          <p:spPr>
            <a:xfrm flipH="1" flipV="1">
              <a:off x="9242832" y="536804"/>
              <a:ext cx="63844" cy="97887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9103CFC0-6C29-499B-AD29-181247A3253F}"/>
                </a:ext>
              </a:extLst>
            </p:cNvPr>
            <p:cNvCxnSpPr>
              <a:cxnSpLocks/>
              <a:stCxn id="293" idx="3"/>
              <a:endCxn id="289" idx="7"/>
            </p:cNvCxnSpPr>
            <p:nvPr userDrawn="1"/>
          </p:nvCxnSpPr>
          <p:spPr>
            <a:xfrm flipH="1" flipV="1">
              <a:off x="9322059" y="503987"/>
              <a:ext cx="1572968" cy="64967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11A6C73-62CF-42DA-9BB3-78A541EF9DD4}"/>
                </a:ext>
              </a:extLst>
            </p:cNvPr>
            <p:cNvCxnSpPr>
              <a:cxnSpLocks/>
              <a:stCxn id="293" idx="2"/>
              <a:endCxn id="294" idx="6"/>
            </p:cNvCxnSpPr>
            <p:nvPr userDrawn="1"/>
          </p:nvCxnSpPr>
          <p:spPr>
            <a:xfrm flipH="1">
              <a:off x="9418720" y="1237716"/>
              <a:ext cx="1459318" cy="39000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C9F5E034-3384-4868-B51D-0EF3FE4B1792}"/>
                </a:ext>
              </a:extLst>
            </p:cNvPr>
            <p:cNvCxnSpPr>
              <a:cxnSpLocks/>
              <a:stCxn id="293" idx="1"/>
              <a:endCxn id="295" idx="4"/>
            </p:cNvCxnSpPr>
            <p:nvPr userDrawn="1"/>
          </p:nvCxnSpPr>
          <p:spPr>
            <a:xfrm flipH="1">
              <a:off x="10349083" y="1309164"/>
              <a:ext cx="576378" cy="122196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E6E3F94C-B647-4CF0-AEF4-51CE460B6DA4}"/>
                </a:ext>
              </a:extLst>
            </p:cNvPr>
            <p:cNvCxnSpPr>
              <a:cxnSpLocks/>
              <a:stCxn id="291" idx="1"/>
              <a:endCxn id="295" idx="5"/>
            </p:cNvCxnSpPr>
            <p:nvPr userDrawn="1"/>
          </p:nvCxnSpPr>
          <p:spPr>
            <a:xfrm flipH="1">
              <a:off x="10401901" y="1774673"/>
              <a:ext cx="1757220" cy="77833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5A3A9FA-4DB7-4899-94CD-6831B6F1D132}"/>
                </a:ext>
              </a:extLst>
            </p:cNvPr>
            <p:cNvCxnSpPr>
              <a:cxnSpLocks/>
              <a:stCxn id="291" idx="0"/>
              <a:endCxn id="292" idx="4"/>
            </p:cNvCxnSpPr>
            <p:nvPr userDrawn="1"/>
          </p:nvCxnSpPr>
          <p:spPr>
            <a:xfrm flipH="1">
              <a:off x="11893491" y="1806534"/>
              <a:ext cx="313099" cy="95753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FB265748-D260-46F1-A07B-B7E62DF572FA}"/>
                </a:ext>
              </a:extLst>
            </p:cNvPr>
            <p:cNvCxnSpPr>
              <a:cxnSpLocks/>
              <a:stCxn id="363" idx="7"/>
              <a:endCxn id="428" idx="1"/>
            </p:cNvCxnSpPr>
            <p:nvPr userDrawn="1"/>
          </p:nvCxnSpPr>
          <p:spPr>
            <a:xfrm flipH="1" flipV="1">
              <a:off x="8117425" y="3321916"/>
              <a:ext cx="642685" cy="110611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AC966C4B-F642-4553-9E7F-D6F6DE484E1E}"/>
                </a:ext>
              </a:extLst>
            </p:cNvPr>
            <p:cNvCxnSpPr>
              <a:cxnSpLocks/>
              <a:endCxn id="290" idx="6"/>
            </p:cNvCxnSpPr>
            <p:nvPr userDrawn="1"/>
          </p:nvCxnSpPr>
          <p:spPr>
            <a:xfrm flipH="1">
              <a:off x="11941804" y="350882"/>
              <a:ext cx="294325" cy="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5F56F1BD-37DE-4583-920D-EDDFBE266103}"/>
                </a:ext>
              </a:extLst>
            </p:cNvPr>
            <p:cNvCxnSpPr>
              <a:cxnSpLocks/>
              <a:stCxn id="363" idx="0"/>
              <a:endCxn id="427" idx="3"/>
            </p:cNvCxnSpPr>
            <p:nvPr userDrawn="1"/>
          </p:nvCxnSpPr>
          <p:spPr>
            <a:xfrm flipV="1">
              <a:off x="8839337" y="3056346"/>
              <a:ext cx="575543" cy="133887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EE7AFFC2-B8F8-4AFD-B696-7BD0837B44BD}"/>
                </a:ext>
              </a:extLst>
            </p:cNvPr>
            <p:cNvCxnSpPr>
              <a:cxnSpLocks/>
              <a:stCxn id="375" idx="0"/>
              <a:endCxn id="426" idx="0"/>
            </p:cNvCxnSpPr>
            <p:nvPr userDrawn="1"/>
          </p:nvCxnSpPr>
          <p:spPr>
            <a:xfrm flipH="1" flipV="1">
              <a:off x="10593831" y="3434127"/>
              <a:ext cx="970340" cy="111667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969F3B65-E810-489E-A445-E77720D20165}"/>
                </a:ext>
              </a:extLst>
            </p:cNvPr>
            <p:cNvCxnSpPr>
              <a:cxnSpLocks/>
              <a:stCxn id="375" idx="1"/>
              <a:endCxn id="292" idx="0"/>
            </p:cNvCxnSpPr>
            <p:nvPr userDrawn="1"/>
          </p:nvCxnSpPr>
          <p:spPr>
            <a:xfrm flipV="1">
              <a:off x="11616989" y="2983008"/>
              <a:ext cx="228732" cy="158966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1B0BC112-A9C9-48B5-A6C1-4030CB95A28E}"/>
                </a:ext>
              </a:extLst>
            </p:cNvPr>
            <p:cNvCxnSpPr>
              <a:cxnSpLocks/>
              <a:stCxn id="292" idx="2"/>
              <a:endCxn id="295" idx="6"/>
            </p:cNvCxnSpPr>
            <p:nvPr userDrawn="1"/>
          </p:nvCxnSpPr>
          <p:spPr>
            <a:xfrm flipH="1" flipV="1">
              <a:off x="10423779" y="2605827"/>
              <a:ext cx="1336358" cy="24382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0934F7A6-399A-4CAC-A7E9-0BEB6E3ABF2D}"/>
                </a:ext>
              </a:extLst>
            </p:cNvPr>
            <p:cNvCxnSpPr>
              <a:cxnSpLocks/>
              <a:stCxn id="291" idx="2"/>
              <a:endCxn id="293" idx="6"/>
            </p:cNvCxnSpPr>
            <p:nvPr userDrawn="1"/>
          </p:nvCxnSpPr>
          <p:spPr>
            <a:xfrm flipH="1" flipV="1">
              <a:off x="11097954" y="1194675"/>
              <a:ext cx="1050131" cy="52390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8C5C9ECE-0069-4B5E-9CCE-19B46B9C941C}"/>
                </a:ext>
              </a:extLst>
            </p:cNvPr>
            <p:cNvCxnSpPr>
              <a:cxnSpLocks/>
              <a:stCxn id="290" idx="1"/>
              <a:endCxn id="293" idx="5"/>
            </p:cNvCxnSpPr>
            <p:nvPr userDrawn="1"/>
          </p:nvCxnSpPr>
          <p:spPr>
            <a:xfrm flipH="1">
              <a:off x="11050531" y="430109"/>
              <a:ext cx="700002" cy="69311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15F4530F-E483-40B9-88CD-C9476422E32F}"/>
                </a:ext>
              </a:extLst>
            </p:cNvPr>
            <p:cNvCxnSpPr>
              <a:cxnSpLocks/>
              <a:stCxn id="290" idx="3"/>
              <a:endCxn id="307" idx="1"/>
            </p:cNvCxnSpPr>
            <p:nvPr userDrawn="1"/>
          </p:nvCxnSpPr>
          <p:spPr>
            <a:xfrm flipH="1" flipV="1">
              <a:off x="10480717" y="1658"/>
              <a:ext cx="1269816" cy="26999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B8274BE7-0BBC-4EE9-B660-FFBF06EE36D5}"/>
                </a:ext>
              </a:extLst>
            </p:cNvPr>
            <p:cNvCxnSpPr>
              <a:cxnSpLocks/>
              <a:stCxn id="293" idx="4"/>
              <a:endCxn id="307" idx="2"/>
            </p:cNvCxnSpPr>
            <p:nvPr userDrawn="1"/>
          </p:nvCxnSpPr>
          <p:spPr>
            <a:xfrm flipH="1" flipV="1">
              <a:off x="10368902" y="619"/>
              <a:ext cx="597574" cy="110561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0BE2AC43-6ED1-4734-9019-8890AB14F57C}"/>
                </a:ext>
              </a:extLst>
            </p:cNvPr>
            <p:cNvCxnSpPr>
              <a:cxnSpLocks/>
              <a:stCxn id="289" idx="5"/>
              <a:endCxn id="307" idx="0"/>
            </p:cNvCxnSpPr>
            <p:nvPr userDrawn="1"/>
          </p:nvCxnSpPr>
          <p:spPr>
            <a:xfrm flipV="1">
              <a:off x="9322059" y="-420"/>
              <a:ext cx="935027" cy="34595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FBDBEEAC-A05D-45C3-94F5-81CB8E365434}"/>
                </a:ext>
              </a:extLst>
            </p:cNvPr>
            <p:cNvCxnSpPr>
              <a:cxnSpLocks/>
              <a:stCxn id="290" idx="7"/>
              <a:endCxn id="291" idx="3"/>
            </p:cNvCxnSpPr>
            <p:nvPr userDrawn="1"/>
          </p:nvCxnSpPr>
          <p:spPr>
            <a:xfrm>
              <a:off x="11908987" y="430109"/>
              <a:ext cx="270959" cy="124100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E4942A7A-00B9-48C7-8A5D-543DE034D568}"/>
                </a:ext>
              </a:extLst>
            </p:cNvPr>
            <p:cNvCxnSpPr>
              <a:cxnSpLocks/>
              <a:stCxn id="288" idx="7"/>
              <a:endCxn id="294" idx="3"/>
            </p:cNvCxnSpPr>
            <p:nvPr userDrawn="1"/>
          </p:nvCxnSpPr>
          <p:spPr>
            <a:xfrm>
              <a:off x="7803031" y="570690"/>
              <a:ext cx="1424418" cy="97780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06F2FA8-D822-486C-B518-F0178594347E}"/>
                </a:ext>
              </a:extLst>
            </p:cNvPr>
            <p:cNvCxnSpPr>
              <a:cxnSpLocks/>
              <a:endCxn id="290" idx="4"/>
            </p:cNvCxnSpPr>
            <p:nvPr userDrawn="1"/>
          </p:nvCxnSpPr>
          <p:spPr>
            <a:xfrm flipH="1">
              <a:off x="11829760" y="8940"/>
              <a:ext cx="14366" cy="22989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279" name="Oval 278">
              <a:extLst>
                <a:ext uri="{FF2B5EF4-FFF2-40B4-BE49-F238E27FC236}">
                  <a16:creationId xmlns:a16="http://schemas.microsoft.com/office/drawing/2014/main" id="{E04135AD-B34E-4C86-AE95-B91ED87D97D2}"/>
                </a:ext>
              </a:extLst>
            </p:cNvPr>
            <p:cNvSpPr/>
            <p:nvPr userDrawn="1"/>
          </p:nvSpPr>
          <p:spPr>
            <a:xfrm rot="1036530" flipV="1">
              <a:off x="3282465" y="2770682"/>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8C5492B1-9DA0-4566-AB89-4C3E942CFC6C}"/>
                </a:ext>
              </a:extLst>
            </p:cNvPr>
            <p:cNvSpPr/>
            <p:nvPr userDrawn="1"/>
          </p:nvSpPr>
          <p:spPr>
            <a:xfrm flipV="1">
              <a:off x="2747608" y="1509248"/>
              <a:ext cx="236156" cy="236156"/>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a:extLst>
                <a:ext uri="{FF2B5EF4-FFF2-40B4-BE49-F238E27FC236}">
                  <a16:creationId xmlns:a16="http://schemas.microsoft.com/office/drawing/2014/main" id="{30BDA989-BB89-4A73-9463-FBB3DE9CAE52}"/>
                </a:ext>
              </a:extLst>
            </p:cNvPr>
            <p:cNvSpPr/>
            <p:nvPr userDrawn="1"/>
          </p:nvSpPr>
          <p:spPr>
            <a:xfrm flipV="1">
              <a:off x="1393233" y="1713758"/>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a:extLst>
                <a:ext uri="{FF2B5EF4-FFF2-40B4-BE49-F238E27FC236}">
                  <a16:creationId xmlns:a16="http://schemas.microsoft.com/office/drawing/2014/main" id="{9410E2AC-D6AB-461E-885D-A3D40782ABF5}"/>
                </a:ext>
              </a:extLst>
            </p:cNvPr>
            <p:cNvSpPr>
              <a:spLocks noChangeAspect="1"/>
            </p:cNvSpPr>
            <p:nvPr userDrawn="1"/>
          </p:nvSpPr>
          <p:spPr>
            <a:xfrm flipV="1">
              <a:off x="1898758" y="683587"/>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115DDC6F-E401-4AC2-81B6-47486358B731}"/>
                </a:ext>
              </a:extLst>
            </p:cNvPr>
            <p:cNvSpPr>
              <a:spLocks noChangeAspect="1"/>
            </p:cNvSpPr>
            <p:nvPr userDrawn="1"/>
          </p:nvSpPr>
          <p:spPr>
            <a:xfrm flipV="1">
              <a:off x="3677624" y="568516"/>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Oval 283">
              <a:extLst>
                <a:ext uri="{FF2B5EF4-FFF2-40B4-BE49-F238E27FC236}">
                  <a16:creationId xmlns:a16="http://schemas.microsoft.com/office/drawing/2014/main" id="{01A58AE3-7F6F-47E6-950F-C1D07CA63104}"/>
                </a:ext>
              </a:extLst>
            </p:cNvPr>
            <p:cNvSpPr/>
            <p:nvPr userDrawn="1"/>
          </p:nvSpPr>
          <p:spPr>
            <a:xfrm flipV="1">
              <a:off x="5036983" y="880818"/>
              <a:ext cx="236156" cy="236156"/>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a:extLst>
                <a:ext uri="{FF2B5EF4-FFF2-40B4-BE49-F238E27FC236}">
                  <a16:creationId xmlns:a16="http://schemas.microsoft.com/office/drawing/2014/main" id="{C52BF545-6D1B-4DC6-B148-6B7619A7D8B1}"/>
                </a:ext>
              </a:extLst>
            </p:cNvPr>
            <p:cNvSpPr>
              <a:spLocks noChangeAspect="1"/>
            </p:cNvSpPr>
            <p:nvPr userDrawn="1"/>
          </p:nvSpPr>
          <p:spPr>
            <a:xfrm flipV="1">
              <a:off x="6168345" y="1141694"/>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a:extLst>
                <a:ext uri="{FF2B5EF4-FFF2-40B4-BE49-F238E27FC236}">
                  <a16:creationId xmlns:a16="http://schemas.microsoft.com/office/drawing/2014/main" id="{2FA6CD32-4868-4861-A413-A22D9747374F}"/>
                </a:ext>
              </a:extLst>
            </p:cNvPr>
            <p:cNvSpPr/>
            <p:nvPr userDrawn="1"/>
          </p:nvSpPr>
          <p:spPr>
            <a:xfrm flipV="1">
              <a:off x="6173566" y="2159704"/>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3DC86FF1-EF7B-49A4-8B8D-572E497E48B2}"/>
                </a:ext>
              </a:extLst>
            </p:cNvPr>
            <p:cNvSpPr/>
            <p:nvPr userDrawn="1"/>
          </p:nvSpPr>
          <p:spPr>
            <a:xfrm flipV="1">
              <a:off x="7625759" y="1610137"/>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a:extLst>
                <a:ext uri="{FF2B5EF4-FFF2-40B4-BE49-F238E27FC236}">
                  <a16:creationId xmlns:a16="http://schemas.microsoft.com/office/drawing/2014/main" id="{97186B5D-71E6-4754-A38C-299230BF8D83}"/>
                </a:ext>
              </a:extLst>
            </p:cNvPr>
            <p:cNvSpPr>
              <a:spLocks noChangeAspect="1"/>
            </p:cNvSpPr>
            <p:nvPr userDrawn="1"/>
          </p:nvSpPr>
          <p:spPr>
            <a:xfrm flipV="1">
              <a:off x="7675517" y="443175"/>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Oval 288">
              <a:extLst>
                <a:ext uri="{FF2B5EF4-FFF2-40B4-BE49-F238E27FC236}">
                  <a16:creationId xmlns:a16="http://schemas.microsoft.com/office/drawing/2014/main" id="{459398D9-3B32-4949-A360-59A3B04505A0}"/>
                </a:ext>
              </a:extLst>
            </p:cNvPr>
            <p:cNvSpPr/>
            <p:nvPr userDrawn="1"/>
          </p:nvSpPr>
          <p:spPr>
            <a:xfrm flipV="1">
              <a:off x="9130788" y="312716"/>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EB23C537-8A55-40FD-9D25-46F47EE25A0A}"/>
                </a:ext>
              </a:extLst>
            </p:cNvPr>
            <p:cNvSpPr/>
            <p:nvPr userDrawn="1"/>
          </p:nvSpPr>
          <p:spPr>
            <a:xfrm flipV="1">
              <a:off x="11717716" y="238838"/>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a:extLst>
                <a:ext uri="{FF2B5EF4-FFF2-40B4-BE49-F238E27FC236}">
                  <a16:creationId xmlns:a16="http://schemas.microsoft.com/office/drawing/2014/main" id="{2A8671FC-2DD8-4132-AD26-F6E446F3F53B}"/>
                </a:ext>
              </a:extLst>
            </p:cNvPr>
            <p:cNvSpPr>
              <a:spLocks noChangeAspect="1"/>
            </p:cNvSpPr>
            <p:nvPr userDrawn="1"/>
          </p:nvSpPr>
          <p:spPr>
            <a:xfrm rot="682168" flipV="1">
              <a:off x="12146619" y="1658608"/>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a:extLst>
                <a:ext uri="{FF2B5EF4-FFF2-40B4-BE49-F238E27FC236}">
                  <a16:creationId xmlns:a16="http://schemas.microsoft.com/office/drawing/2014/main" id="{186ABEF3-0B35-4039-A786-B65F7B13ABA5}"/>
                </a:ext>
              </a:extLst>
            </p:cNvPr>
            <p:cNvSpPr/>
            <p:nvPr userDrawn="1"/>
          </p:nvSpPr>
          <p:spPr>
            <a:xfrm rot="738506" flipV="1">
              <a:off x="11757562" y="2761495"/>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a:extLst>
                <a:ext uri="{FF2B5EF4-FFF2-40B4-BE49-F238E27FC236}">
                  <a16:creationId xmlns:a16="http://schemas.microsoft.com/office/drawing/2014/main" id="{5A7BDA52-027F-473E-9F7B-CD41955213E7}"/>
                </a:ext>
              </a:extLst>
            </p:cNvPr>
            <p:cNvSpPr/>
            <p:nvPr userDrawn="1"/>
          </p:nvSpPr>
          <p:spPr>
            <a:xfrm rot="20935587" flipV="1">
              <a:off x="10875952" y="1104151"/>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a:extLst>
                <a:ext uri="{FF2B5EF4-FFF2-40B4-BE49-F238E27FC236}">
                  <a16:creationId xmlns:a16="http://schemas.microsoft.com/office/drawing/2014/main" id="{5BD262F9-1571-4795-9B1F-B3C108AA58F8}"/>
                </a:ext>
              </a:extLst>
            </p:cNvPr>
            <p:cNvSpPr/>
            <p:nvPr userDrawn="1"/>
          </p:nvSpPr>
          <p:spPr>
            <a:xfrm flipV="1">
              <a:off x="9194632" y="1515677"/>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a:extLst>
                <a:ext uri="{FF2B5EF4-FFF2-40B4-BE49-F238E27FC236}">
                  <a16:creationId xmlns:a16="http://schemas.microsoft.com/office/drawing/2014/main" id="{4AED8A0C-A2D6-4093-AC16-074E30A6F1E1}"/>
                </a:ext>
              </a:extLst>
            </p:cNvPr>
            <p:cNvSpPr>
              <a:spLocks noChangeAspect="1"/>
            </p:cNvSpPr>
            <p:nvPr userDrawn="1"/>
          </p:nvSpPr>
          <p:spPr>
            <a:xfrm flipV="1">
              <a:off x="10274387" y="2531131"/>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a:extLst>
                <a:ext uri="{FF2B5EF4-FFF2-40B4-BE49-F238E27FC236}">
                  <a16:creationId xmlns:a16="http://schemas.microsoft.com/office/drawing/2014/main" id="{CCA917DF-8980-47F7-99A7-9BF89F3DDA33}"/>
                </a:ext>
              </a:extLst>
            </p:cNvPr>
            <p:cNvSpPr>
              <a:spLocks noChangeAspect="1"/>
            </p:cNvSpPr>
            <p:nvPr userDrawn="1"/>
          </p:nvSpPr>
          <p:spPr>
            <a:xfrm flipV="1">
              <a:off x="3780028" y="1301345"/>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a:extLst>
                <a:ext uri="{FF2B5EF4-FFF2-40B4-BE49-F238E27FC236}">
                  <a16:creationId xmlns:a16="http://schemas.microsoft.com/office/drawing/2014/main" id="{00B3F6E6-2F47-4C22-B19E-E352A509A57D}"/>
                </a:ext>
              </a:extLst>
            </p:cNvPr>
            <p:cNvSpPr>
              <a:spLocks noChangeAspect="1"/>
            </p:cNvSpPr>
            <p:nvPr userDrawn="1"/>
          </p:nvSpPr>
          <p:spPr>
            <a:xfrm flipV="1">
              <a:off x="4938273" y="2119800"/>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a:extLst>
                <a:ext uri="{FF2B5EF4-FFF2-40B4-BE49-F238E27FC236}">
                  <a16:creationId xmlns:a16="http://schemas.microsoft.com/office/drawing/2014/main" id="{0EE9B063-0452-4976-B9DE-023F10114FCC}"/>
                </a:ext>
              </a:extLst>
            </p:cNvPr>
            <p:cNvSpPr>
              <a:spLocks noChangeAspect="1"/>
            </p:cNvSpPr>
            <p:nvPr userDrawn="1"/>
          </p:nvSpPr>
          <p:spPr>
            <a:xfrm flipV="1">
              <a:off x="3888828" y="2078148"/>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9" name="Straight Connector 298">
              <a:extLst>
                <a:ext uri="{FF2B5EF4-FFF2-40B4-BE49-F238E27FC236}">
                  <a16:creationId xmlns:a16="http://schemas.microsoft.com/office/drawing/2014/main" id="{7E184B9C-2883-4B1E-AB02-A0C0E00F120A}"/>
                </a:ext>
              </a:extLst>
            </p:cNvPr>
            <p:cNvCxnSpPr>
              <a:cxnSpLocks/>
              <a:stCxn id="298" idx="2"/>
              <a:endCxn id="280" idx="7"/>
            </p:cNvCxnSpPr>
            <p:nvPr userDrawn="1"/>
          </p:nvCxnSpPr>
          <p:spPr>
            <a:xfrm flipH="1" flipV="1">
              <a:off x="2949180" y="1710820"/>
              <a:ext cx="939648" cy="44202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1E4CB873-E45B-4AC4-B721-87D85D6CC0AF}"/>
                </a:ext>
              </a:extLst>
            </p:cNvPr>
            <p:cNvCxnSpPr>
              <a:cxnSpLocks/>
              <a:stCxn id="281" idx="4"/>
              <a:endCxn id="282" idx="1"/>
            </p:cNvCxnSpPr>
            <p:nvPr userDrawn="1"/>
          </p:nvCxnSpPr>
          <p:spPr>
            <a:xfrm flipV="1">
              <a:off x="1505277" y="811101"/>
              <a:ext cx="415359" cy="90265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301" name="Oval 300">
              <a:extLst>
                <a:ext uri="{FF2B5EF4-FFF2-40B4-BE49-F238E27FC236}">
                  <a16:creationId xmlns:a16="http://schemas.microsoft.com/office/drawing/2014/main" id="{AA055FA6-A716-4E54-9407-7435933906B2}"/>
                </a:ext>
              </a:extLst>
            </p:cNvPr>
            <p:cNvSpPr>
              <a:spLocks noChangeAspect="1"/>
            </p:cNvSpPr>
            <p:nvPr userDrawn="1"/>
          </p:nvSpPr>
          <p:spPr>
            <a:xfrm flipV="1">
              <a:off x="435217" y="863669"/>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2" name="Straight Connector 301">
              <a:extLst>
                <a:ext uri="{FF2B5EF4-FFF2-40B4-BE49-F238E27FC236}">
                  <a16:creationId xmlns:a16="http://schemas.microsoft.com/office/drawing/2014/main" id="{85C74136-4162-4A64-B85E-586C91BFCCF6}"/>
                </a:ext>
              </a:extLst>
            </p:cNvPr>
            <p:cNvCxnSpPr>
              <a:cxnSpLocks/>
              <a:stCxn id="301" idx="3"/>
            </p:cNvCxnSpPr>
            <p:nvPr userDrawn="1"/>
          </p:nvCxnSpPr>
          <p:spPr>
            <a:xfrm flipH="1" flipV="1">
              <a:off x="14396" y="20999"/>
              <a:ext cx="442699" cy="86454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A0E9EDB8-8C42-473D-8C66-7867496BA187}"/>
                </a:ext>
              </a:extLst>
            </p:cNvPr>
            <p:cNvCxnSpPr>
              <a:cxnSpLocks/>
              <a:stCxn id="301" idx="2"/>
            </p:cNvCxnSpPr>
            <p:nvPr userDrawn="1"/>
          </p:nvCxnSpPr>
          <p:spPr>
            <a:xfrm flipH="1" flipV="1">
              <a:off x="-27532" y="832189"/>
              <a:ext cx="462749" cy="10617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E55D9255-3AF7-4C41-AE1F-8409B32F04C3}"/>
                </a:ext>
              </a:extLst>
            </p:cNvPr>
            <p:cNvCxnSpPr>
              <a:cxnSpLocks/>
              <a:stCxn id="301" idx="1"/>
            </p:cNvCxnSpPr>
            <p:nvPr userDrawn="1"/>
          </p:nvCxnSpPr>
          <p:spPr>
            <a:xfrm flipH="1">
              <a:off x="-27532" y="991183"/>
              <a:ext cx="484627" cy="49656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4344FD83-9983-4424-AAA6-148AE4CCFAD9}"/>
                </a:ext>
              </a:extLst>
            </p:cNvPr>
            <p:cNvCxnSpPr>
              <a:cxnSpLocks/>
              <a:endCxn id="281" idx="2"/>
            </p:cNvCxnSpPr>
            <p:nvPr userDrawn="1"/>
          </p:nvCxnSpPr>
          <p:spPr>
            <a:xfrm flipV="1">
              <a:off x="42498" y="1825802"/>
              <a:ext cx="1350735" cy="17745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306" name="Chord 305">
              <a:extLst>
                <a:ext uri="{FF2B5EF4-FFF2-40B4-BE49-F238E27FC236}">
                  <a16:creationId xmlns:a16="http://schemas.microsoft.com/office/drawing/2014/main" id="{28D4CFF2-1DBE-4876-B3BF-8A7776EF4157}"/>
                </a:ext>
              </a:extLst>
            </p:cNvPr>
            <p:cNvSpPr>
              <a:spLocks noChangeAspect="1"/>
            </p:cNvSpPr>
            <p:nvPr userDrawn="1"/>
          </p:nvSpPr>
          <p:spPr>
            <a:xfrm flipV="1">
              <a:off x="6507935" y="-75430"/>
              <a:ext cx="149392" cy="149392"/>
            </a:xfrm>
            <a:prstGeom prst="chord">
              <a:avLst>
                <a:gd name="adj1" fmla="val 10550803"/>
                <a:gd name="adj2" fmla="val 185318"/>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Chord 306">
              <a:extLst>
                <a:ext uri="{FF2B5EF4-FFF2-40B4-BE49-F238E27FC236}">
                  <a16:creationId xmlns:a16="http://schemas.microsoft.com/office/drawing/2014/main" id="{0F2AD8D5-59DD-42AF-8A54-081DDAA505F5}"/>
                </a:ext>
              </a:extLst>
            </p:cNvPr>
            <p:cNvSpPr>
              <a:spLocks noChangeAspect="1"/>
            </p:cNvSpPr>
            <p:nvPr userDrawn="1"/>
          </p:nvSpPr>
          <p:spPr>
            <a:xfrm flipV="1">
              <a:off x="10256792" y="-104349"/>
              <a:ext cx="224088" cy="224088"/>
            </a:xfrm>
            <a:prstGeom prst="chord">
              <a:avLst>
                <a:gd name="adj1" fmla="val 10550803"/>
                <a:gd name="adj2" fmla="val 185318"/>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8" name="Straight Connector 307">
              <a:extLst>
                <a:ext uri="{FF2B5EF4-FFF2-40B4-BE49-F238E27FC236}">
                  <a16:creationId xmlns:a16="http://schemas.microsoft.com/office/drawing/2014/main" id="{444FA6C2-DCD5-48E6-9B87-9C33B7C104C9}"/>
                </a:ext>
              </a:extLst>
            </p:cNvPr>
            <p:cNvCxnSpPr>
              <a:cxnSpLocks/>
              <a:stCxn id="306" idx="1"/>
              <a:endCxn id="288" idx="3"/>
            </p:cNvCxnSpPr>
            <p:nvPr userDrawn="1"/>
          </p:nvCxnSpPr>
          <p:spPr>
            <a:xfrm>
              <a:off x="6657218" y="-4759"/>
              <a:ext cx="1040177" cy="46981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EC17BC5D-1968-4A00-9612-60AF3C1DC048}"/>
                </a:ext>
              </a:extLst>
            </p:cNvPr>
            <p:cNvCxnSpPr>
              <a:cxnSpLocks/>
              <a:endCxn id="360" idx="1"/>
            </p:cNvCxnSpPr>
            <p:nvPr userDrawn="1"/>
          </p:nvCxnSpPr>
          <p:spPr>
            <a:xfrm flipH="1">
              <a:off x="11505573" y="5340915"/>
              <a:ext cx="674373" cy="39668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78C26D02-86DC-4F20-AD2A-20EE17100464}"/>
                </a:ext>
              </a:extLst>
            </p:cNvPr>
            <p:cNvCxnSpPr>
              <a:cxnSpLocks/>
              <a:endCxn id="375" idx="2"/>
            </p:cNvCxnSpPr>
            <p:nvPr userDrawn="1"/>
          </p:nvCxnSpPr>
          <p:spPr>
            <a:xfrm flipH="1">
              <a:off x="11638867" y="4355007"/>
              <a:ext cx="670058" cy="27048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B901A91C-F420-44C0-A758-2D50358BB2CF}"/>
                </a:ext>
              </a:extLst>
            </p:cNvPr>
            <p:cNvCxnSpPr>
              <a:cxnSpLocks/>
              <a:stCxn id="360" idx="0"/>
              <a:endCxn id="375" idx="4"/>
            </p:cNvCxnSpPr>
            <p:nvPr userDrawn="1"/>
          </p:nvCxnSpPr>
          <p:spPr>
            <a:xfrm flipV="1">
              <a:off x="11422079" y="4700191"/>
              <a:ext cx="142092" cy="100282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789DB2A7-80EE-4CFF-AC06-49621DD9B1D1}"/>
                </a:ext>
              </a:extLst>
            </p:cNvPr>
            <p:cNvCxnSpPr>
              <a:cxnSpLocks/>
              <a:stCxn id="426" idx="2"/>
              <a:endCxn id="362" idx="1"/>
            </p:cNvCxnSpPr>
            <p:nvPr userDrawn="1"/>
          </p:nvCxnSpPr>
          <p:spPr>
            <a:xfrm>
              <a:off x="10451194" y="3503136"/>
              <a:ext cx="31607" cy="69341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998575A5-C5D1-4804-B4EB-7907C235F278}"/>
                </a:ext>
              </a:extLst>
            </p:cNvPr>
            <p:cNvCxnSpPr>
              <a:cxnSpLocks/>
              <a:stCxn id="360" idx="7"/>
              <a:endCxn id="362" idx="3"/>
            </p:cNvCxnSpPr>
            <p:nvPr userDrawn="1"/>
          </p:nvCxnSpPr>
          <p:spPr>
            <a:xfrm flipH="1" flipV="1">
              <a:off x="10482801" y="4355007"/>
              <a:ext cx="855784" cy="138259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EA80B120-CD43-41C6-AC7B-E7CD8E94F0C4}"/>
                </a:ext>
              </a:extLst>
            </p:cNvPr>
            <p:cNvCxnSpPr>
              <a:cxnSpLocks/>
              <a:endCxn id="375" idx="3"/>
            </p:cNvCxnSpPr>
            <p:nvPr userDrawn="1"/>
          </p:nvCxnSpPr>
          <p:spPr>
            <a:xfrm flipH="1" flipV="1">
              <a:off x="11616989" y="4678313"/>
              <a:ext cx="692282" cy="40958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28C8C297-0234-4A22-A5F7-1B79EEC2A404}"/>
                </a:ext>
              </a:extLst>
            </p:cNvPr>
            <p:cNvCxnSpPr>
              <a:cxnSpLocks/>
              <a:stCxn id="375" idx="6"/>
              <a:endCxn id="362" idx="2"/>
            </p:cNvCxnSpPr>
            <p:nvPr userDrawn="1"/>
          </p:nvCxnSpPr>
          <p:spPr>
            <a:xfrm flipH="1" flipV="1">
              <a:off x="10515618" y="4275780"/>
              <a:ext cx="973856" cy="34971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FFF6B43D-DCD2-411F-98EE-485281DB961A}"/>
                </a:ext>
              </a:extLst>
            </p:cNvPr>
            <p:cNvCxnSpPr>
              <a:cxnSpLocks/>
              <a:stCxn id="361" idx="0"/>
              <a:endCxn id="362" idx="4"/>
            </p:cNvCxnSpPr>
            <p:nvPr userDrawn="1"/>
          </p:nvCxnSpPr>
          <p:spPr>
            <a:xfrm flipV="1">
              <a:off x="10334099" y="4387824"/>
              <a:ext cx="69475" cy="114108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C6138CA4-90DD-4B41-9514-5327FF10A391}"/>
                </a:ext>
              </a:extLst>
            </p:cNvPr>
            <p:cNvCxnSpPr>
              <a:cxnSpLocks/>
              <a:stCxn id="364" idx="1"/>
              <a:endCxn id="362" idx="5"/>
            </p:cNvCxnSpPr>
            <p:nvPr userDrawn="1"/>
          </p:nvCxnSpPr>
          <p:spPr>
            <a:xfrm flipV="1">
              <a:off x="8879746" y="4355007"/>
              <a:ext cx="1444602" cy="130374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1387748F-CA4F-45D8-85AF-1FBE8B866CA3}"/>
                </a:ext>
              </a:extLst>
            </p:cNvPr>
            <p:cNvCxnSpPr>
              <a:cxnSpLocks/>
              <a:stCxn id="364" idx="0"/>
              <a:endCxn id="363" idx="4"/>
            </p:cNvCxnSpPr>
            <p:nvPr userDrawn="1"/>
          </p:nvCxnSpPr>
          <p:spPr>
            <a:xfrm flipV="1">
              <a:off x="8826927" y="4619304"/>
              <a:ext cx="12410" cy="101756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2956221-B676-447C-B9DD-085A3BB85F21}"/>
                </a:ext>
              </a:extLst>
            </p:cNvPr>
            <p:cNvCxnSpPr>
              <a:cxnSpLocks/>
              <a:stCxn id="363" idx="2"/>
              <a:endCxn id="362" idx="6"/>
            </p:cNvCxnSpPr>
            <p:nvPr userDrawn="1"/>
          </p:nvCxnSpPr>
          <p:spPr>
            <a:xfrm flipV="1">
              <a:off x="8951381" y="4275780"/>
              <a:ext cx="1340149" cy="23148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5919CFFE-9B03-43F7-BB98-9DCE4363A413}"/>
                </a:ext>
              </a:extLst>
            </p:cNvPr>
            <p:cNvCxnSpPr>
              <a:cxnSpLocks/>
              <a:stCxn id="363" idx="7"/>
              <a:endCxn id="371" idx="2"/>
            </p:cNvCxnSpPr>
            <p:nvPr userDrawn="1"/>
          </p:nvCxnSpPr>
          <p:spPr>
            <a:xfrm flipH="1" flipV="1">
              <a:off x="6683226" y="3221226"/>
              <a:ext cx="2076884" cy="120680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CE6DAF90-054B-45FD-A8BE-AA4AD3F7304B}"/>
                </a:ext>
              </a:extLst>
            </p:cNvPr>
            <p:cNvCxnSpPr>
              <a:cxnSpLocks/>
              <a:stCxn id="363" idx="6"/>
              <a:endCxn id="370" idx="2"/>
            </p:cNvCxnSpPr>
            <p:nvPr userDrawn="1"/>
          </p:nvCxnSpPr>
          <p:spPr>
            <a:xfrm flipH="1">
              <a:off x="7382508" y="4507260"/>
              <a:ext cx="1344785" cy="9445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2B446FD8-EC95-4A59-81DC-AA0905A8FEA0}"/>
                </a:ext>
              </a:extLst>
            </p:cNvPr>
            <p:cNvCxnSpPr>
              <a:cxnSpLocks/>
              <a:stCxn id="370" idx="7"/>
              <a:endCxn id="371" idx="3"/>
            </p:cNvCxnSpPr>
            <p:nvPr userDrawn="1"/>
          </p:nvCxnSpPr>
          <p:spPr>
            <a:xfrm flipH="1" flipV="1">
              <a:off x="6661348" y="3274044"/>
              <a:ext cx="529889" cy="124844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D11C0E1F-126C-4C7C-9359-0B0EB7E23951}"/>
                </a:ext>
              </a:extLst>
            </p:cNvPr>
            <p:cNvCxnSpPr>
              <a:cxnSpLocks/>
              <a:stCxn id="427" idx="1"/>
              <a:endCxn id="362" idx="0"/>
            </p:cNvCxnSpPr>
            <p:nvPr userDrawn="1"/>
          </p:nvCxnSpPr>
          <p:spPr>
            <a:xfrm>
              <a:off x="9564537" y="3108409"/>
              <a:ext cx="839037" cy="105532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B1B077D1-AE77-4790-A4D3-EDDAFBE4AD79}"/>
                </a:ext>
              </a:extLst>
            </p:cNvPr>
            <p:cNvCxnSpPr>
              <a:cxnSpLocks/>
              <a:endCxn id="360" idx="3"/>
            </p:cNvCxnSpPr>
            <p:nvPr userDrawn="1"/>
          </p:nvCxnSpPr>
          <p:spPr>
            <a:xfrm flipH="1" flipV="1">
              <a:off x="11505573" y="5904589"/>
              <a:ext cx="674373" cy="32801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36A0B4EC-A9D5-4874-85D0-4DD07D4D5357}"/>
                </a:ext>
              </a:extLst>
            </p:cNvPr>
            <p:cNvCxnSpPr>
              <a:cxnSpLocks/>
              <a:stCxn id="361" idx="2"/>
              <a:endCxn id="360" idx="6"/>
            </p:cNvCxnSpPr>
            <p:nvPr userDrawn="1"/>
          </p:nvCxnSpPr>
          <p:spPr>
            <a:xfrm>
              <a:off x="10408795" y="5603601"/>
              <a:ext cx="895205" cy="21749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70AF63E9-A691-4C2B-96DC-E0A55EFE79B8}"/>
                </a:ext>
              </a:extLst>
            </p:cNvPr>
            <p:cNvCxnSpPr>
              <a:cxnSpLocks/>
              <a:stCxn id="376" idx="0"/>
              <a:endCxn id="360" idx="5"/>
            </p:cNvCxnSpPr>
            <p:nvPr userDrawn="1"/>
          </p:nvCxnSpPr>
          <p:spPr>
            <a:xfrm flipV="1">
              <a:off x="10069009" y="5904589"/>
              <a:ext cx="1269576" cy="92154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C98890E5-F733-4BD1-9F15-A377B562DE6C}"/>
                </a:ext>
              </a:extLst>
            </p:cNvPr>
            <p:cNvCxnSpPr>
              <a:cxnSpLocks/>
              <a:endCxn id="360" idx="4"/>
            </p:cNvCxnSpPr>
            <p:nvPr userDrawn="1"/>
          </p:nvCxnSpPr>
          <p:spPr>
            <a:xfrm flipH="1" flipV="1">
              <a:off x="11422079" y="5939173"/>
              <a:ext cx="271967" cy="91035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952932B9-3B9C-47F5-A4E7-1273B9D16590}"/>
                </a:ext>
              </a:extLst>
            </p:cNvPr>
            <p:cNvCxnSpPr>
              <a:cxnSpLocks/>
              <a:stCxn id="376" idx="2"/>
              <a:endCxn id="361" idx="4"/>
            </p:cNvCxnSpPr>
            <p:nvPr userDrawn="1"/>
          </p:nvCxnSpPr>
          <p:spPr>
            <a:xfrm flipV="1">
              <a:off x="9994466" y="5678297"/>
              <a:ext cx="339634" cy="114714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CEF81320-CCA6-48C5-90ED-C2CF9F3BB076}"/>
                </a:ext>
              </a:extLst>
            </p:cNvPr>
            <p:cNvCxnSpPr>
              <a:cxnSpLocks/>
              <a:stCxn id="364" idx="2"/>
              <a:endCxn id="361" idx="6"/>
            </p:cNvCxnSpPr>
            <p:nvPr userDrawn="1"/>
          </p:nvCxnSpPr>
          <p:spPr>
            <a:xfrm flipV="1">
              <a:off x="8901623" y="5603601"/>
              <a:ext cx="1357780" cy="10796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F7D6AFDB-8233-411A-AAD8-5F807321294C}"/>
                </a:ext>
              </a:extLst>
            </p:cNvPr>
            <p:cNvCxnSpPr>
              <a:cxnSpLocks/>
              <a:stCxn id="364" idx="4"/>
            </p:cNvCxnSpPr>
            <p:nvPr userDrawn="1"/>
          </p:nvCxnSpPr>
          <p:spPr>
            <a:xfrm flipH="1">
              <a:off x="8785593" y="5786266"/>
              <a:ext cx="41334" cy="104241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EC452515-2D1B-4D48-A0C4-14D38BBB5D0B}"/>
                </a:ext>
              </a:extLst>
            </p:cNvPr>
            <p:cNvCxnSpPr>
              <a:cxnSpLocks/>
              <a:stCxn id="365" idx="3"/>
            </p:cNvCxnSpPr>
            <p:nvPr userDrawn="1"/>
          </p:nvCxnSpPr>
          <p:spPr>
            <a:xfrm>
              <a:off x="7413535" y="5883908"/>
              <a:ext cx="565475" cy="95879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51039415-542D-43C0-A772-285C2A26B200}"/>
                </a:ext>
              </a:extLst>
            </p:cNvPr>
            <p:cNvCxnSpPr>
              <a:cxnSpLocks/>
              <a:stCxn id="365" idx="2"/>
              <a:endCxn id="364" idx="6"/>
            </p:cNvCxnSpPr>
            <p:nvPr userDrawn="1"/>
          </p:nvCxnSpPr>
          <p:spPr>
            <a:xfrm flipV="1">
              <a:off x="7446352" y="5711570"/>
              <a:ext cx="1305879" cy="9311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B2024C51-9B95-439A-AD66-53986FB726CC}"/>
                </a:ext>
              </a:extLst>
            </p:cNvPr>
            <p:cNvCxnSpPr>
              <a:cxnSpLocks/>
              <a:stCxn id="370" idx="4"/>
              <a:endCxn id="365" idx="0"/>
            </p:cNvCxnSpPr>
            <p:nvPr userDrawn="1"/>
          </p:nvCxnSpPr>
          <p:spPr>
            <a:xfrm>
              <a:off x="7270464" y="4713764"/>
              <a:ext cx="63844" cy="97887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4A55F1D2-4D93-468D-9F4C-6B767FF87608}"/>
                </a:ext>
              </a:extLst>
            </p:cNvPr>
            <p:cNvCxnSpPr>
              <a:cxnSpLocks/>
              <a:stCxn id="369" idx="3"/>
              <a:endCxn id="365" idx="7"/>
            </p:cNvCxnSpPr>
            <p:nvPr userDrawn="1"/>
          </p:nvCxnSpPr>
          <p:spPr>
            <a:xfrm>
              <a:off x="5682113" y="5075781"/>
              <a:ext cx="1572968" cy="64967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C19949A7-C92B-4983-BDEC-67F5A5078671}"/>
                </a:ext>
              </a:extLst>
            </p:cNvPr>
            <p:cNvCxnSpPr>
              <a:cxnSpLocks/>
              <a:stCxn id="369" idx="2"/>
              <a:endCxn id="370" idx="6"/>
            </p:cNvCxnSpPr>
            <p:nvPr userDrawn="1"/>
          </p:nvCxnSpPr>
          <p:spPr>
            <a:xfrm flipV="1">
              <a:off x="5699103" y="4601720"/>
              <a:ext cx="1459318" cy="39000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B755025B-01FD-4D43-9B4B-12A4866F4FAD}"/>
                </a:ext>
              </a:extLst>
            </p:cNvPr>
            <p:cNvCxnSpPr>
              <a:cxnSpLocks/>
              <a:stCxn id="369" idx="1"/>
              <a:endCxn id="371" idx="4"/>
            </p:cNvCxnSpPr>
            <p:nvPr userDrawn="1"/>
          </p:nvCxnSpPr>
          <p:spPr>
            <a:xfrm flipV="1">
              <a:off x="5651680" y="3295922"/>
              <a:ext cx="956850" cy="162435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F5F6DE21-CC6D-4EBC-84E4-E8F521B9CC9B}"/>
                </a:ext>
              </a:extLst>
            </p:cNvPr>
            <p:cNvCxnSpPr>
              <a:cxnSpLocks/>
              <a:stCxn id="367" idx="1"/>
              <a:endCxn id="371" idx="5"/>
            </p:cNvCxnSpPr>
            <p:nvPr userDrawn="1"/>
          </p:nvCxnSpPr>
          <p:spPr>
            <a:xfrm flipV="1">
              <a:off x="4477836" y="3274044"/>
              <a:ext cx="2077876" cy="177284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EB697230-A569-4613-A7AE-24FDCA8B57B8}"/>
                </a:ext>
              </a:extLst>
            </p:cNvPr>
            <p:cNvCxnSpPr>
              <a:cxnSpLocks/>
              <a:stCxn id="367" idx="0"/>
              <a:endCxn id="368" idx="4"/>
            </p:cNvCxnSpPr>
            <p:nvPr userDrawn="1"/>
          </p:nvCxnSpPr>
          <p:spPr>
            <a:xfrm flipV="1">
              <a:off x="4430367" y="4043431"/>
              <a:ext cx="58508" cy="97159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A3CE513B-D11A-452C-95F8-6EDE3B110406}"/>
                </a:ext>
              </a:extLst>
            </p:cNvPr>
            <p:cNvCxnSpPr>
              <a:cxnSpLocks/>
              <a:stCxn id="373" idx="0"/>
              <a:endCxn id="372" idx="4"/>
            </p:cNvCxnSpPr>
            <p:nvPr userDrawn="1"/>
          </p:nvCxnSpPr>
          <p:spPr>
            <a:xfrm flipV="1">
              <a:off x="2274960" y="3873481"/>
              <a:ext cx="236156" cy="115395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42DDD300-0B37-4843-B94A-6816EC4D236E}"/>
                </a:ext>
              </a:extLst>
            </p:cNvPr>
            <p:cNvCxnSpPr>
              <a:cxnSpLocks/>
              <a:stCxn id="401" idx="7"/>
              <a:endCxn id="372" idx="5"/>
            </p:cNvCxnSpPr>
            <p:nvPr userDrawn="1"/>
          </p:nvCxnSpPr>
          <p:spPr>
            <a:xfrm flipV="1">
              <a:off x="1153506" y="3840664"/>
              <a:ext cx="1278383" cy="71666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97E13790-07D9-42D8-9C81-CAB74D51E509}"/>
                </a:ext>
              </a:extLst>
            </p:cNvPr>
            <p:cNvCxnSpPr>
              <a:cxnSpLocks/>
              <a:endCxn id="373" idx="6"/>
            </p:cNvCxnSpPr>
            <p:nvPr userDrawn="1"/>
          </p:nvCxnSpPr>
          <p:spPr>
            <a:xfrm flipV="1">
              <a:off x="1109306" y="5139476"/>
              <a:ext cx="1053610" cy="42045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D88DB5DF-4EA5-4C04-8B59-6AB8C890CE3A}"/>
                </a:ext>
              </a:extLst>
            </p:cNvPr>
            <p:cNvCxnSpPr>
              <a:cxnSpLocks/>
              <a:stCxn id="400" idx="5"/>
              <a:endCxn id="374" idx="6"/>
            </p:cNvCxnSpPr>
            <p:nvPr userDrawn="1"/>
          </p:nvCxnSpPr>
          <p:spPr>
            <a:xfrm>
              <a:off x="1094332" y="5702233"/>
              <a:ext cx="1771424" cy="47755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3D10A8DE-876A-4EF9-9BCD-5A868CD92BF8}"/>
                </a:ext>
              </a:extLst>
            </p:cNvPr>
            <p:cNvCxnSpPr>
              <a:cxnSpLocks/>
              <a:endCxn id="374" idx="4"/>
            </p:cNvCxnSpPr>
            <p:nvPr userDrawn="1"/>
          </p:nvCxnSpPr>
          <p:spPr>
            <a:xfrm flipV="1">
              <a:off x="2739040" y="6254482"/>
              <a:ext cx="201412" cy="54393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05977368-D475-41FC-9BD1-7865E3B68B30}"/>
                </a:ext>
              </a:extLst>
            </p:cNvPr>
            <p:cNvCxnSpPr>
              <a:cxnSpLocks/>
              <a:stCxn id="374" idx="3"/>
            </p:cNvCxnSpPr>
            <p:nvPr userDrawn="1"/>
          </p:nvCxnSpPr>
          <p:spPr>
            <a:xfrm>
              <a:off x="2993271" y="6232605"/>
              <a:ext cx="836426" cy="56581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067275D2-B467-4C84-B854-CF85E21C0631}"/>
                </a:ext>
              </a:extLst>
            </p:cNvPr>
            <p:cNvCxnSpPr>
              <a:cxnSpLocks/>
              <a:stCxn id="374" idx="3"/>
              <a:endCxn id="366" idx="6"/>
            </p:cNvCxnSpPr>
            <p:nvPr userDrawn="1"/>
          </p:nvCxnSpPr>
          <p:spPr>
            <a:xfrm flipV="1">
              <a:off x="2993270" y="6187800"/>
              <a:ext cx="1496920" cy="4480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5F1EAD1F-105F-4CDC-92A1-B9091E1BE060}"/>
                </a:ext>
              </a:extLst>
            </p:cNvPr>
            <p:cNvCxnSpPr>
              <a:cxnSpLocks/>
              <a:stCxn id="374" idx="1"/>
              <a:endCxn id="367" idx="5"/>
            </p:cNvCxnSpPr>
            <p:nvPr userDrawn="1"/>
          </p:nvCxnSpPr>
          <p:spPr>
            <a:xfrm flipV="1">
              <a:off x="2993270" y="5129624"/>
              <a:ext cx="1360178" cy="99734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812A71D5-AB21-4848-879C-BF9E3225E6A5}"/>
                </a:ext>
              </a:extLst>
            </p:cNvPr>
            <p:cNvCxnSpPr>
              <a:cxnSpLocks/>
              <a:stCxn id="373" idx="2"/>
              <a:endCxn id="367" idx="6"/>
            </p:cNvCxnSpPr>
            <p:nvPr userDrawn="1"/>
          </p:nvCxnSpPr>
          <p:spPr>
            <a:xfrm flipV="1">
              <a:off x="2387004" y="5073530"/>
              <a:ext cx="1955408" cy="6594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E2633FAE-0F3D-4612-B80E-97B404C88C50}"/>
                </a:ext>
              </a:extLst>
            </p:cNvPr>
            <p:cNvCxnSpPr>
              <a:cxnSpLocks/>
              <a:stCxn id="372" idx="3"/>
              <a:endCxn id="367" idx="7"/>
            </p:cNvCxnSpPr>
            <p:nvPr userDrawn="1"/>
          </p:nvCxnSpPr>
          <p:spPr>
            <a:xfrm>
              <a:off x="2590343" y="3840664"/>
              <a:ext cx="1783930" cy="118539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6F109A7D-23F1-48B1-888C-220826EFB185}"/>
                </a:ext>
              </a:extLst>
            </p:cNvPr>
            <p:cNvCxnSpPr>
              <a:cxnSpLocks/>
              <a:stCxn id="372" idx="2"/>
              <a:endCxn id="368" idx="6"/>
            </p:cNvCxnSpPr>
            <p:nvPr userDrawn="1"/>
          </p:nvCxnSpPr>
          <p:spPr>
            <a:xfrm>
              <a:off x="2623160" y="3761437"/>
              <a:ext cx="1780131" cy="14864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FDCE7B84-963B-431A-8151-70B118C4B57A}"/>
                </a:ext>
              </a:extLst>
            </p:cNvPr>
            <p:cNvCxnSpPr>
              <a:cxnSpLocks/>
              <a:stCxn id="368" idx="1"/>
              <a:endCxn id="371" idx="6"/>
            </p:cNvCxnSpPr>
            <p:nvPr userDrawn="1"/>
          </p:nvCxnSpPr>
          <p:spPr>
            <a:xfrm flipV="1">
              <a:off x="4607055" y="3221226"/>
              <a:ext cx="1926779" cy="65221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82FAE79D-5228-4D29-B7FB-ED0B70163840}"/>
                </a:ext>
              </a:extLst>
            </p:cNvPr>
            <p:cNvCxnSpPr>
              <a:cxnSpLocks/>
              <a:stCxn id="367" idx="2"/>
              <a:endCxn id="369" idx="6"/>
            </p:cNvCxnSpPr>
            <p:nvPr userDrawn="1"/>
          </p:nvCxnSpPr>
          <p:spPr>
            <a:xfrm flipV="1">
              <a:off x="4488872" y="5034766"/>
              <a:ext cx="990314" cy="6821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4AF9E01C-B022-4431-9F06-E287DC35B90E}"/>
                </a:ext>
              </a:extLst>
            </p:cNvPr>
            <p:cNvCxnSpPr>
              <a:cxnSpLocks/>
              <a:stCxn id="366" idx="1"/>
              <a:endCxn id="369" idx="5"/>
            </p:cNvCxnSpPr>
            <p:nvPr userDrawn="1"/>
          </p:nvCxnSpPr>
          <p:spPr>
            <a:xfrm flipV="1">
              <a:off x="4681461" y="5106214"/>
              <a:ext cx="845148" cy="100235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E2E5F3D5-D0E1-452F-B41A-3A8311642A21}"/>
                </a:ext>
              </a:extLst>
            </p:cNvPr>
            <p:cNvCxnSpPr>
              <a:cxnSpLocks/>
              <a:stCxn id="366" idx="3"/>
              <a:endCxn id="377" idx="1"/>
            </p:cNvCxnSpPr>
            <p:nvPr userDrawn="1"/>
          </p:nvCxnSpPr>
          <p:spPr>
            <a:xfrm>
              <a:off x="4681461" y="6267027"/>
              <a:ext cx="1470253" cy="56805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D2CF1BE6-46B8-46E9-8A6D-88A1291EB9DB}"/>
                </a:ext>
              </a:extLst>
            </p:cNvPr>
            <p:cNvCxnSpPr>
              <a:cxnSpLocks/>
              <a:stCxn id="369" idx="4"/>
              <a:endCxn id="377" idx="2"/>
            </p:cNvCxnSpPr>
            <p:nvPr userDrawn="1"/>
          </p:nvCxnSpPr>
          <p:spPr>
            <a:xfrm>
              <a:off x="5610665" y="5123204"/>
              <a:ext cx="652864" cy="171292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E2464A55-51F4-41A6-BDCE-EEFEE9435F39}"/>
                </a:ext>
              </a:extLst>
            </p:cNvPr>
            <p:cNvCxnSpPr>
              <a:cxnSpLocks/>
              <a:stCxn id="365" idx="5"/>
              <a:endCxn id="377" idx="0"/>
            </p:cNvCxnSpPr>
            <p:nvPr userDrawn="1"/>
          </p:nvCxnSpPr>
          <p:spPr>
            <a:xfrm flipH="1">
              <a:off x="6375345" y="5883908"/>
              <a:ext cx="879736" cy="95325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CA017B64-0FAE-42FE-A697-95B0CD79CAFD}"/>
                </a:ext>
              </a:extLst>
            </p:cNvPr>
            <p:cNvCxnSpPr>
              <a:cxnSpLocks/>
              <a:stCxn id="366" idx="7"/>
              <a:endCxn id="367" idx="3"/>
            </p:cNvCxnSpPr>
            <p:nvPr userDrawn="1"/>
          </p:nvCxnSpPr>
          <p:spPr>
            <a:xfrm flipH="1" flipV="1">
              <a:off x="4457011" y="5150449"/>
              <a:ext cx="65996" cy="95812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FFA65365-4610-4BC3-ABDA-E05C4952074C}"/>
                </a:ext>
              </a:extLst>
            </p:cNvPr>
            <p:cNvCxnSpPr>
              <a:cxnSpLocks/>
              <a:stCxn id="364" idx="7"/>
              <a:endCxn id="370" idx="3"/>
            </p:cNvCxnSpPr>
            <p:nvPr userDrawn="1"/>
          </p:nvCxnSpPr>
          <p:spPr>
            <a:xfrm flipH="1" flipV="1">
              <a:off x="7349691" y="4680947"/>
              <a:ext cx="1424418" cy="97780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260044F5-AB8B-4D74-9DA2-22172CB47D7E}"/>
                </a:ext>
              </a:extLst>
            </p:cNvPr>
            <p:cNvCxnSpPr>
              <a:cxnSpLocks/>
              <a:endCxn id="366" idx="4"/>
            </p:cNvCxnSpPr>
            <p:nvPr userDrawn="1"/>
          </p:nvCxnSpPr>
          <p:spPr>
            <a:xfrm flipV="1">
              <a:off x="4489041" y="6299844"/>
              <a:ext cx="113193" cy="54614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CF997CB2-EE23-4B3F-8B33-A1AB4AABB123}"/>
                </a:ext>
              </a:extLst>
            </p:cNvPr>
            <p:cNvCxnSpPr>
              <a:cxnSpLocks/>
              <a:stCxn id="374" idx="7"/>
              <a:endCxn id="373" idx="4"/>
            </p:cNvCxnSpPr>
            <p:nvPr userDrawn="1"/>
          </p:nvCxnSpPr>
          <p:spPr>
            <a:xfrm flipH="1" flipV="1">
              <a:off x="2274960" y="5251520"/>
              <a:ext cx="612674" cy="87544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360" name="Oval 359">
              <a:extLst>
                <a:ext uri="{FF2B5EF4-FFF2-40B4-BE49-F238E27FC236}">
                  <a16:creationId xmlns:a16="http://schemas.microsoft.com/office/drawing/2014/main" id="{2BF7CF02-0951-4FC1-9A53-2DF098374936}"/>
                </a:ext>
              </a:extLst>
            </p:cNvPr>
            <p:cNvSpPr/>
            <p:nvPr userDrawn="1"/>
          </p:nvSpPr>
          <p:spPr>
            <a:xfrm flipH="1">
              <a:off x="11304001" y="5703017"/>
              <a:ext cx="236156" cy="236156"/>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Oval 360">
              <a:extLst>
                <a:ext uri="{FF2B5EF4-FFF2-40B4-BE49-F238E27FC236}">
                  <a16:creationId xmlns:a16="http://schemas.microsoft.com/office/drawing/2014/main" id="{6654CAAF-887A-4D94-8B94-CD62BC9B1A1E}"/>
                </a:ext>
              </a:extLst>
            </p:cNvPr>
            <p:cNvSpPr>
              <a:spLocks noChangeAspect="1"/>
            </p:cNvSpPr>
            <p:nvPr userDrawn="1"/>
          </p:nvSpPr>
          <p:spPr>
            <a:xfrm flipH="1">
              <a:off x="10259403" y="5528905"/>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Oval 361">
              <a:extLst>
                <a:ext uri="{FF2B5EF4-FFF2-40B4-BE49-F238E27FC236}">
                  <a16:creationId xmlns:a16="http://schemas.microsoft.com/office/drawing/2014/main" id="{2B3EEFCD-D1DF-4416-B576-493369DE4F56}"/>
                </a:ext>
              </a:extLst>
            </p:cNvPr>
            <p:cNvSpPr/>
            <p:nvPr userDrawn="1"/>
          </p:nvSpPr>
          <p:spPr>
            <a:xfrm flipH="1">
              <a:off x="10291530" y="4163736"/>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Oval 362">
              <a:extLst>
                <a:ext uri="{FF2B5EF4-FFF2-40B4-BE49-F238E27FC236}">
                  <a16:creationId xmlns:a16="http://schemas.microsoft.com/office/drawing/2014/main" id="{A723E2C2-B21B-4FF7-A5CE-794DD3642936}"/>
                </a:ext>
              </a:extLst>
            </p:cNvPr>
            <p:cNvSpPr/>
            <p:nvPr userDrawn="1"/>
          </p:nvSpPr>
          <p:spPr>
            <a:xfrm flipH="1">
              <a:off x="8727293" y="4395216"/>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EF7697D1-C724-466D-80AD-D298A03F93E8}"/>
                </a:ext>
              </a:extLst>
            </p:cNvPr>
            <p:cNvSpPr>
              <a:spLocks noChangeAspect="1"/>
            </p:cNvSpPr>
            <p:nvPr userDrawn="1"/>
          </p:nvSpPr>
          <p:spPr>
            <a:xfrm flipH="1">
              <a:off x="8752231" y="5636874"/>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B0E84311-C529-4F8F-B4D5-44FBD7BD8C72}"/>
                </a:ext>
              </a:extLst>
            </p:cNvPr>
            <p:cNvSpPr/>
            <p:nvPr userDrawn="1"/>
          </p:nvSpPr>
          <p:spPr>
            <a:xfrm flipH="1">
              <a:off x="7222264" y="5692637"/>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Oval 365">
              <a:extLst>
                <a:ext uri="{FF2B5EF4-FFF2-40B4-BE49-F238E27FC236}">
                  <a16:creationId xmlns:a16="http://schemas.microsoft.com/office/drawing/2014/main" id="{518A8EBF-F9A3-4656-A45C-2DCBE391AE92}"/>
                </a:ext>
              </a:extLst>
            </p:cNvPr>
            <p:cNvSpPr/>
            <p:nvPr userDrawn="1"/>
          </p:nvSpPr>
          <p:spPr>
            <a:xfrm flipH="1">
              <a:off x="4490190" y="6075756"/>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E62137AD-1423-40E5-9BDD-60190AB93310}"/>
                </a:ext>
              </a:extLst>
            </p:cNvPr>
            <p:cNvSpPr>
              <a:spLocks noChangeAspect="1"/>
            </p:cNvSpPr>
            <p:nvPr userDrawn="1"/>
          </p:nvSpPr>
          <p:spPr>
            <a:xfrm rot="682168" flipH="1">
              <a:off x="4340946" y="5013559"/>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D8048B5F-1A77-4CD2-90C8-C994712AC692}"/>
                </a:ext>
              </a:extLst>
            </p:cNvPr>
            <p:cNvSpPr/>
            <p:nvPr userDrawn="1"/>
          </p:nvSpPr>
          <p:spPr>
            <a:xfrm rot="738506" flipH="1">
              <a:off x="4400716" y="3821918"/>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9AF83336-CD92-4ADE-BF73-C6BE7C14D9C9}"/>
                </a:ext>
              </a:extLst>
            </p:cNvPr>
            <p:cNvSpPr/>
            <p:nvPr userDrawn="1"/>
          </p:nvSpPr>
          <p:spPr>
            <a:xfrm rot="20935587" flipH="1">
              <a:off x="5477100" y="4901202"/>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0CB98107-01D4-465B-AA20-F01889572F70}"/>
                </a:ext>
              </a:extLst>
            </p:cNvPr>
            <p:cNvSpPr/>
            <p:nvPr userDrawn="1"/>
          </p:nvSpPr>
          <p:spPr>
            <a:xfrm flipH="1">
              <a:off x="7158420" y="4489676"/>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D9FF8CC2-C847-4A18-AE88-C5BB34DD2E56}"/>
                </a:ext>
              </a:extLst>
            </p:cNvPr>
            <p:cNvSpPr>
              <a:spLocks noChangeAspect="1"/>
            </p:cNvSpPr>
            <p:nvPr userDrawn="1"/>
          </p:nvSpPr>
          <p:spPr>
            <a:xfrm flipH="1">
              <a:off x="6533834" y="3146530"/>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82E93249-E7CF-42C2-A5E3-8AF8D64027ED}"/>
                </a:ext>
              </a:extLst>
            </p:cNvPr>
            <p:cNvSpPr/>
            <p:nvPr userDrawn="1"/>
          </p:nvSpPr>
          <p:spPr>
            <a:xfrm flipH="1">
              <a:off x="2399072" y="3649393"/>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8CC0E03F-55C4-4142-98CE-C35224EEA87A}"/>
                </a:ext>
              </a:extLst>
            </p:cNvPr>
            <p:cNvSpPr/>
            <p:nvPr userDrawn="1"/>
          </p:nvSpPr>
          <p:spPr>
            <a:xfrm flipH="1">
              <a:off x="2162916" y="5027432"/>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Oval 373">
              <a:extLst>
                <a:ext uri="{FF2B5EF4-FFF2-40B4-BE49-F238E27FC236}">
                  <a16:creationId xmlns:a16="http://schemas.microsoft.com/office/drawing/2014/main" id="{1D4FEC50-175F-4F4A-A514-35FF8B7EDA73}"/>
                </a:ext>
              </a:extLst>
            </p:cNvPr>
            <p:cNvSpPr>
              <a:spLocks noChangeAspect="1"/>
            </p:cNvSpPr>
            <p:nvPr userDrawn="1"/>
          </p:nvSpPr>
          <p:spPr>
            <a:xfrm flipH="1">
              <a:off x="2865756" y="6105090"/>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Oval 374">
              <a:extLst>
                <a:ext uri="{FF2B5EF4-FFF2-40B4-BE49-F238E27FC236}">
                  <a16:creationId xmlns:a16="http://schemas.microsoft.com/office/drawing/2014/main" id="{152027B5-AA2B-4246-818E-E84A7D58DAD7}"/>
                </a:ext>
              </a:extLst>
            </p:cNvPr>
            <p:cNvSpPr>
              <a:spLocks noChangeAspect="1"/>
            </p:cNvSpPr>
            <p:nvPr userDrawn="1"/>
          </p:nvSpPr>
          <p:spPr>
            <a:xfrm flipH="1">
              <a:off x="11489475" y="4550799"/>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Chord 375">
              <a:extLst>
                <a:ext uri="{FF2B5EF4-FFF2-40B4-BE49-F238E27FC236}">
                  <a16:creationId xmlns:a16="http://schemas.microsoft.com/office/drawing/2014/main" id="{5377161F-1164-4F3A-BEB4-16EE81F7FFC0}"/>
                </a:ext>
              </a:extLst>
            </p:cNvPr>
            <p:cNvSpPr>
              <a:spLocks noChangeAspect="1"/>
            </p:cNvSpPr>
            <p:nvPr userDrawn="1"/>
          </p:nvSpPr>
          <p:spPr>
            <a:xfrm flipH="1">
              <a:off x="9919813" y="6746029"/>
              <a:ext cx="149392" cy="149392"/>
            </a:xfrm>
            <a:prstGeom prst="chord">
              <a:avLst>
                <a:gd name="adj1" fmla="val 10550803"/>
                <a:gd name="adj2" fmla="val 185318"/>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Chord 376">
              <a:extLst>
                <a:ext uri="{FF2B5EF4-FFF2-40B4-BE49-F238E27FC236}">
                  <a16:creationId xmlns:a16="http://schemas.microsoft.com/office/drawing/2014/main" id="{BBA07DEA-30DC-40D8-8F3F-386F5F00EECA}"/>
                </a:ext>
              </a:extLst>
            </p:cNvPr>
            <p:cNvSpPr>
              <a:spLocks noChangeAspect="1"/>
            </p:cNvSpPr>
            <p:nvPr userDrawn="1"/>
          </p:nvSpPr>
          <p:spPr>
            <a:xfrm flipH="1">
              <a:off x="6151551" y="6717004"/>
              <a:ext cx="224088" cy="224088"/>
            </a:xfrm>
            <a:prstGeom prst="chord">
              <a:avLst>
                <a:gd name="adj1" fmla="val 10550803"/>
                <a:gd name="adj2" fmla="val 185318"/>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8" name="Straight Connector 377">
              <a:extLst>
                <a:ext uri="{FF2B5EF4-FFF2-40B4-BE49-F238E27FC236}">
                  <a16:creationId xmlns:a16="http://schemas.microsoft.com/office/drawing/2014/main" id="{A39C8ABC-68DF-4391-B376-87C730E725A1}"/>
                </a:ext>
              </a:extLst>
            </p:cNvPr>
            <p:cNvCxnSpPr>
              <a:cxnSpLocks/>
              <a:stCxn id="376" idx="1"/>
              <a:endCxn id="364" idx="3"/>
            </p:cNvCxnSpPr>
            <p:nvPr userDrawn="1"/>
          </p:nvCxnSpPr>
          <p:spPr>
            <a:xfrm flipH="1" flipV="1">
              <a:off x="8879746" y="5764388"/>
              <a:ext cx="1040177" cy="106036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637B1A2B-A174-4773-8BE4-EAD1631DC62C}"/>
                </a:ext>
              </a:extLst>
            </p:cNvPr>
            <p:cNvCxnSpPr>
              <a:cxnSpLocks/>
              <a:stCxn id="398" idx="6"/>
              <a:endCxn id="372" idx="6"/>
            </p:cNvCxnSpPr>
            <p:nvPr userDrawn="1"/>
          </p:nvCxnSpPr>
          <p:spPr>
            <a:xfrm>
              <a:off x="1249806" y="3691601"/>
              <a:ext cx="1149266" cy="6983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4E784C83-9452-43CB-99B3-2F33E21084BF}"/>
                </a:ext>
              </a:extLst>
            </p:cNvPr>
            <p:cNvCxnSpPr>
              <a:cxnSpLocks/>
              <a:stCxn id="395" idx="4"/>
              <a:endCxn id="401" idx="1"/>
            </p:cNvCxnSpPr>
            <p:nvPr userDrawn="1"/>
          </p:nvCxnSpPr>
          <p:spPr>
            <a:xfrm>
              <a:off x="181389" y="3694736"/>
              <a:ext cx="833340" cy="86259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84147A60-A408-46E2-BBB4-F19B00237FE2}"/>
                </a:ext>
              </a:extLst>
            </p:cNvPr>
            <p:cNvCxnSpPr>
              <a:cxnSpLocks/>
              <a:stCxn id="401" idx="4"/>
              <a:endCxn id="400" idx="0"/>
            </p:cNvCxnSpPr>
            <p:nvPr userDrawn="1"/>
          </p:nvCxnSpPr>
          <p:spPr>
            <a:xfrm flipH="1">
              <a:off x="990250" y="4724846"/>
              <a:ext cx="93868" cy="72611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C57D33F0-D5D2-4E9C-8FDE-545F9AD95BE0}"/>
                </a:ext>
              </a:extLst>
            </p:cNvPr>
            <p:cNvCxnSpPr>
              <a:cxnSpLocks/>
              <a:stCxn id="399" idx="3"/>
            </p:cNvCxnSpPr>
            <p:nvPr userDrawn="1"/>
          </p:nvCxnSpPr>
          <p:spPr>
            <a:xfrm flipH="1">
              <a:off x="994391" y="6664731"/>
              <a:ext cx="195332" cy="193269"/>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6D73257D-6AA1-4DBE-8A91-09CF8AB21615}"/>
                </a:ext>
              </a:extLst>
            </p:cNvPr>
            <p:cNvCxnSpPr>
              <a:cxnSpLocks/>
              <a:stCxn id="399" idx="0"/>
              <a:endCxn id="400" idx="4"/>
            </p:cNvCxnSpPr>
            <p:nvPr userDrawn="1"/>
          </p:nvCxnSpPr>
          <p:spPr>
            <a:xfrm flipH="1" flipV="1">
              <a:off x="990250" y="5745345"/>
              <a:ext cx="303555" cy="66811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04A882FA-74F8-4630-8CFF-5E9A2B40024D}"/>
                </a:ext>
              </a:extLst>
            </p:cNvPr>
            <p:cNvCxnSpPr>
              <a:cxnSpLocks/>
              <a:stCxn id="409" idx="1"/>
              <a:endCxn id="395" idx="3"/>
            </p:cNvCxnSpPr>
            <p:nvPr userDrawn="1"/>
          </p:nvCxnSpPr>
          <p:spPr>
            <a:xfrm flipV="1">
              <a:off x="7025" y="3684478"/>
              <a:ext cx="62174" cy="103962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F3E8B179-88BD-4464-A9EE-5B5C2256A910}"/>
                </a:ext>
              </a:extLst>
            </p:cNvPr>
            <p:cNvCxnSpPr>
              <a:cxnSpLocks/>
              <a:stCxn id="400" idx="2"/>
              <a:endCxn id="409" idx="0"/>
            </p:cNvCxnSpPr>
            <p:nvPr userDrawn="1"/>
          </p:nvCxnSpPr>
          <p:spPr>
            <a:xfrm flipH="1" flipV="1">
              <a:off x="4947" y="4947737"/>
              <a:ext cx="838109" cy="65041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EF528E5C-5A1E-443B-B2C4-0B87FDE96BD7}"/>
                </a:ext>
              </a:extLst>
            </p:cNvPr>
            <p:cNvCxnSpPr>
              <a:cxnSpLocks/>
              <a:stCxn id="399" idx="1"/>
            </p:cNvCxnSpPr>
            <p:nvPr userDrawn="1"/>
          </p:nvCxnSpPr>
          <p:spPr>
            <a:xfrm flipH="1">
              <a:off x="0" y="6456567"/>
              <a:ext cx="1189723" cy="19055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A8077282-A72A-4C7B-A0F7-F39F8EB9EA46}"/>
                </a:ext>
              </a:extLst>
            </p:cNvPr>
            <p:cNvCxnSpPr>
              <a:cxnSpLocks/>
              <a:stCxn id="372" idx="1"/>
              <a:endCxn id="279" idx="0"/>
            </p:cNvCxnSpPr>
            <p:nvPr userDrawn="1"/>
          </p:nvCxnSpPr>
          <p:spPr>
            <a:xfrm flipV="1">
              <a:off x="2590343" y="2989715"/>
              <a:ext cx="770893" cy="69249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ABF27A6B-1B40-45AA-9ABA-4D754980B11B}"/>
                </a:ext>
              </a:extLst>
            </p:cNvPr>
            <p:cNvCxnSpPr>
              <a:cxnSpLocks/>
              <a:stCxn id="397" idx="6"/>
              <a:endCxn id="396" idx="2"/>
            </p:cNvCxnSpPr>
            <p:nvPr userDrawn="1"/>
          </p:nvCxnSpPr>
          <p:spPr>
            <a:xfrm>
              <a:off x="683818" y="2689233"/>
              <a:ext cx="1046792" cy="26097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015B63C6-D22A-4302-AD66-8DD0FEBFAD5C}"/>
                </a:ext>
              </a:extLst>
            </p:cNvPr>
            <p:cNvCxnSpPr>
              <a:cxnSpLocks/>
              <a:stCxn id="395" idx="7"/>
              <a:endCxn id="397" idx="3"/>
            </p:cNvCxnSpPr>
            <p:nvPr userDrawn="1"/>
          </p:nvCxnSpPr>
          <p:spPr>
            <a:xfrm flipV="1">
              <a:off x="206155" y="2793315"/>
              <a:ext cx="226387" cy="63057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33AC1887-C424-4C58-9440-EC5532EBF6AC}"/>
                </a:ext>
              </a:extLst>
            </p:cNvPr>
            <p:cNvCxnSpPr>
              <a:cxnSpLocks/>
              <a:stCxn id="395" idx="5"/>
              <a:endCxn id="398" idx="2"/>
            </p:cNvCxnSpPr>
            <p:nvPr userDrawn="1"/>
          </p:nvCxnSpPr>
          <p:spPr>
            <a:xfrm>
              <a:off x="267973" y="3622660"/>
              <a:ext cx="785574" cy="6894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CEDE98E8-BBB2-4081-B835-C364DBEFDA70}"/>
                </a:ext>
              </a:extLst>
            </p:cNvPr>
            <p:cNvCxnSpPr>
              <a:cxnSpLocks/>
              <a:stCxn id="396" idx="3"/>
              <a:endCxn id="398" idx="7"/>
            </p:cNvCxnSpPr>
            <p:nvPr userDrawn="1"/>
          </p:nvCxnSpPr>
          <p:spPr>
            <a:xfrm flipH="1">
              <a:off x="1221065" y="3059892"/>
              <a:ext cx="554979" cy="56232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FD33A178-AF11-4EAB-A111-22E1AB29BF48}"/>
                </a:ext>
              </a:extLst>
            </p:cNvPr>
            <p:cNvCxnSpPr>
              <a:cxnSpLocks/>
              <a:stCxn id="398" idx="4"/>
              <a:endCxn id="401" idx="0"/>
            </p:cNvCxnSpPr>
            <p:nvPr userDrawn="1"/>
          </p:nvCxnSpPr>
          <p:spPr>
            <a:xfrm flipH="1">
              <a:off x="1084118" y="3789730"/>
              <a:ext cx="67559" cy="738857"/>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22438091-5AE0-4B80-B41E-24CB0BA53200}"/>
                </a:ext>
              </a:extLst>
            </p:cNvPr>
            <p:cNvCxnSpPr>
              <a:cxnSpLocks/>
              <a:stCxn id="374" idx="2"/>
              <a:endCxn id="399" idx="2"/>
            </p:cNvCxnSpPr>
            <p:nvPr userDrawn="1"/>
          </p:nvCxnSpPr>
          <p:spPr>
            <a:xfrm flipH="1">
              <a:off x="1146611" y="6179786"/>
              <a:ext cx="1868537" cy="38086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3EDBF97C-81C6-4CCE-BE70-2A9563362942}"/>
                </a:ext>
              </a:extLst>
            </p:cNvPr>
            <p:cNvCxnSpPr>
              <a:cxnSpLocks/>
              <a:endCxn id="399" idx="5"/>
            </p:cNvCxnSpPr>
            <p:nvPr userDrawn="1"/>
          </p:nvCxnSpPr>
          <p:spPr>
            <a:xfrm flipH="1" flipV="1">
              <a:off x="1397887" y="6664731"/>
              <a:ext cx="704210" cy="27636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395" name="Oval 394">
              <a:extLst>
                <a:ext uri="{FF2B5EF4-FFF2-40B4-BE49-F238E27FC236}">
                  <a16:creationId xmlns:a16="http://schemas.microsoft.com/office/drawing/2014/main" id="{AB893935-70E6-48C7-96CF-A2D6B4C679A5}"/>
                </a:ext>
              </a:extLst>
            </p:cNvPr>
            <p:cNvSpPr/>
            <p:nvPr userDrawn="1"/>
          </p:nvSpPr>
          <p:spPr>
            <a:xfrm rot="20563470">
              <a:off x="-9517" y="3406988"/>
              <a:ext cx="294388" cy="2943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Oval 395">
              <a:extLst>
                <a:ext uri="{FF2B5EF4-FFF2-40B4-BE49-F238E27FC236}">
                  <a16:creationId xmlns:a16="http://schemas.microsoft.com/office/drawing/2014/main" id="{61CD8673-556C-4340-A7C5-23E34CDAC6C7}"/>
                </a:ext>
              </a:extLst>
            </p:cNvPr>
            <p:cNvSpPr/>
            <p:nvPr userDrawn="1"/>
          </p:nvSpPr>
          <p:spPr>
            <a:xfrm>
              <a:off x="1730610" y="2795084"/>
              <a:ext cx="310242" cy="31024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Oval 396">
              <a:extLst>
                <a:ext uri="{FF2B5EF4-FFF2-40B4-BE49-F238E27FC236}">
                  <a16:creationId xmlns:a16="http://schemas.microsoft.com/office/drawing/2014/main" id="{5585A82A-1F0E-48AA-9B04-D3453F213A46}"/>
                </a:ext>
              </a:extLst>
            </p:cNvPr>
            <p:cNvSpPr/>
            <p:nvPr userDrawn="1"/>
          </p:nvSpPr>
          <p:spPr>
            <a:xfrm>
              <a:off x="389430" y="2542039"/>
              <a:ext cx="294388" cy="2943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Oval 397">
              <a:extLst>
                <a:ext uri="{FF2B5EF4-FFF2-40B4-BE49-F238E27FC236}">
                  <a16:creationId xmlns:a16="http://schemas.microsoft.com/office/drawing/2014/main" id="{363A2D18-CE76-4553-A7D2-B05619B7473D}"/>
                </a:ext>
              </a:extLst>
            </p:cNvPr>
            <p:cNvSpPr>
              <a:spLocks noChangeAspect="1"/>
            </p:cNvSpPr>
            <p:nvPr userDrawn="1"/>
          </p:nvSpPr>
          <p:spPr>
            <a:xfrm>
              <a:off x="1053547" y="3593471"/>
              <a:ext cx="196259" cy="196259"/>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Oval 398">
              <a:extLst>
                <a:ext uri="{FF2B5EF4-FFF2-40B4-BE49-F238E27FC236}">
                  <a16:creationId xmlns:a16="http://schemas.microsoft.com/office/drawing/2014/main" id="{1DE03C71-F304-416A-9B90-0778A60E92F3}"/>
                </a:ext>
              </a:extLst>
            </p:cNvPr>
            <p:cNvSpPr>
              <a:spLocks noChangeAspect="1"/>
            </p:cNvSpPr>
            <p:nvPr userDrawn="1"/>
          </p:nvSpPr>
          <p:spPr>
            <a:xfrm>
              <a:off x="1146611" y="6413455"/>
              <a:ext cx="294388" cy="2943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Oval 399">
              <a:extLst>
                <a:ext uri="{FF2B5EF4-FFF2-40B4-BE49-F238E27FC236}">
                  <a16:creationId xmlns:a16="http://schemas.microsoft.com/office/drawing/2014/main" id="{0062CAFA-520B-4A9B-8B87-D9E58F3E8CD1}"/>
                </a:ext>
              </a:extLst>
            </p:cNvPr>
            <p:cNvSpPr>
              <a:spLocks noChangeAspect="1"/>
            </p:cNvSpPr>
            <p:nvPr userDrawn="1"/>
          </p:nvSpPr>
          <p:spPr>
            <a:xfrm>
              <a:off x="843056" y="5450957"/>
              <a:ext cx="294388" cy="2943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Oval 400">
              <a:extLst>
                <a:ext uri="{FF2B5EF4-FFF2-40B4-BE49-F238E27FC236}">
                  <a16:creationId xmlns:a16="http://schemas.microsoft.com/office/drawing/2014/main" id="{C198A024-AD4F-4ED3-AEB5-2EF7E2FFC24C}"/>
                </a:ext>
              </a:extLst>
            </p:cNvPr>
            <p:cNvSpPr>
              <a:spLocks noChangeAspect="1"/>
            </p:cNvSpPr>
            <p:nvPr userDrawn="1"/>
          </p:nvSpPr>
          <p:spPr>
            <a:xfrm>
              <a:off x="985988" y="4528587"/>
              <a:ext cx="196259" cy="196259"/>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2" name="Straight Connector 401">
              <a:extLst>
                <a:ext uri="{FF2B5EF4-FFF2-40B4-BE49-F238E27FC236}">
                  <a16:creationId xmlns:a16="http://schemas.microsoft.com/office/drawing/2014/main" id="{5F5E3FF3-8848-482F-A4BB-74BA13A3348D}"/>
                </a:ext>
              </a:extLst>
            </p:cNvPr>
            <p:cNvCxnSpPr>
              <a:cxnSpLocks/>
              <a:stCxn id="401" idx="3"/>
            </p:cNvCxnSpPr>
            <p:nvPr userDrawn="1"/>
          </p:nvCxnSpPr>
          <p:spPr>
            <a:xfrm flipH="1">
              <a:off x="125106" y="4696105"/>
              <a:ext cx="889623" cy="16285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B3903467-D446-466D-BB68-30D8587378A1}"/>
                </a:ext>
              </a:extLst>
            </p:cNvPr>
            <p:cNvCxnSpPr>
              <a:cxnSpLocks/>
              <a:stCxn id="397" idx="4"/>
              <a:endCxn id="398" idx="1"/>
            </p:cNvCxnSpPr>
            <p:nvPr userDrawn="1"/>
          </p:nvCxnSpPr>
          <p:spPr>
            <a:xfrm>
              <a:off x="536624" y="2836427"/>
              <a:ext cx="545664" cy="78578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404" name="Oval 403">
              <a:extLst>
                <a:ext uri="{FF2B5EF4-FFF2-40B4-BE49-F238E27FC236}">
                  <a16:creationId xmlns:a16="http://schemas.microsoft.com/office/drawing/2014/main" id="{1D60BC83-A17D-4675-AC61-F331D505BBE5}"/>
                </a:ext>
              </a:extLst>
            </p:cNvPr>
            <p:cNvSpPr>
              <a:spLocks noChangeAspect="1"/>
            </p:cNvSpPr>
            <p:nvPr userDrawn="1"/>
          </p:nvSpPr>
          <p:spPr>
            <a:xfrm>
              <a:off x="4972557" y="2874980"/>
              <a:ext cx="196259" cy="196259"/>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5" name="Straight Connector 404">
              <a:extLst>
                <a:ext uri="{FF2B5EF4-FFF2-40B4-BE49-F238E27FC236}">
                  <a16:creationId xmlns:a16="http://schemas.microsoft.com/office/drawing/2014/main" id="{EBDDAE6B-1B1A-4150-8EF6-6CCF0533C1F3}"/>
                </a:ext>
              </a:extLst>
            </p:cNvPr>
            <p:cNvCxnSpPr>
              <a:cxnSpLocks/>
              <a:stCxn id="404" idx="3"/>
              <a:endCxn id="368" idx="0"/>
            </p:cNvCxnSpPr>
            <p:nvPr userDrawn="1"/>
          </p:nvCxnSpPr>
          <p:spPr>
            <a:xfrm flipH="1">
              <a:off x="4536645" y="3042498"/>
              <a:ext cx="464653" cy="781995"/>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A7A66A6D-9C9F-4674-915F-B1B1731409F3}"/>
                </a:ext>
              </a:extLst>
            </p:cNvPr>
            <p:cNvCxnSpPr>
              <a:cxnSpLocks/>
              <a:stCxn id="404" idx="2"/>
              <a:endCxn id="279" idx="6"/>
            </p:cNvCxnSpPr>
            <p:nvPr userDrawn="1"/>
          </p:nvCxnSpPr>
          <p:spPr>
            <a:xfrm flipH="1" flipV="1">
              <a:off x="3501498" y="2915999"/>
              <a:ext cx="1471059" cy="5711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A2936015-02CE-4462-B5BF-E3F6E19A897E}"/>
                </a:ext>
              </a:extLst>
            </p:cNvPr>
            <p:cNvCxnSpPr>
              <a:cxnSpLocks/>
              <a:stCxn id="397" idx="7"/>
              <a:endCxn id="281" idx="1"/>
            </p:cNvCxnSpPr>
            <p:nvPr userDrawn="1"/>
          </p:nvCxnSpPr>
          <p:spPr>
            <a:xfrm flipV="1">
              <a:off x="640706" y="1905029"/>
              <a:ext cx="785344" cy="68012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151E4D2E-B015-4BD1-870D-E36CEC2ADB0D}"/>
                </a:ext>
              </a:extLst>
            </p:cNvPr>
            <p:cNvCxnSpPr>
              <a:cxnSpLocks/>
              <a:endCxn id="397" idx="1"/>
            </p:cNvCxnSpPr>
            <p:nvPr userDrawn="1"/>
          </p:nvCxnSpPr>
          <p:spPr>
            <a:xfrm>
              <a:off x="-60734" y="2344833"/>
              <a:ext cx="493276" cy="24031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409" name="Chord 408">
              <a:extLst>
                <a:ext uri="{FF2B5EF4-FFF2-40B4-BE49-F238E27FC236}">
                  <a16:creationId xmlns:a16="http://schemas.microsoft.com/office/drawing/2014/main" id="{74D27A8B-8228-4975-94EB-908B6260892E}"/>
                </a:ext>
              </a:extLst>
            </p:cNvPr>
            <p:cNvSpPr>
              <a:spLocks noChangeAspect="1"/>
            </p:cNvSpPr>
            <p:nvPr userDrawn="1"/>
          </p:nvSpPr>
          <p:spPr>
            <a:xfrm rot="5400000" flipH="1">
              <a:off x="-98982" y="4723943"/>
              <a:ext cx="224088" cy="224088"/>
            </a:xfrm>
            <a:prstGeom prst="chord">
              <a:avLst>
                <a:gd name="adj1" fmla="val 10550803"/>
                <a:gd name="adj2" fmla="val 185318"/>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0" name="Straight Connector 409">
              <a:extLst>
                <a:ext uri="{FF2B5EF4-FFF2-40B4-BE49-F238E27FC236}">
                  <a16:creationId xmlns:a16="http://schemas.microsoft.com/office/drawing/2014/main" id="{95957489-9EDF-44CA-8471-37B1195688BE}"/>
                </a:ext>
              </a:extLst>
            </p:cNvPr>
            <p:cNvCxnSpPr>
              <a:cxnSpLocks/>
              <a:stCxn id="400" idx="3"/>
            </p:cNvCxnSpPr>
            <p:nvPr userDrawn="1"/>
          </p:nvCxnSpPr>
          <p:spPr>
            <a:xfrm flipH="1">
              <a:off x="0" y="5702233"/>
              <a:ext cx="886168" cy="56479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7B950646-9F93-4F73-9801-191066E643C3}"/>
                </a:ext>
              </a:extLst>
            </p:cNvPr>
            <p:cNvCxnSpPr>
              <a:cxnSpLocks/>
              <a:stCxn id="396" idx="6"/>
              <a:endCxn id="279" idx="1"/>
            </p:cNvCxnSpPr>
            <p:nvPr userDrawn="1"/>
          </p:nvCxnSpPr>
          <p:spPr>
            <a:xfrm flipV="1">
              <a:off x="2040852" y="2934851"/>
              <a:ext cx="1254476" cy="1535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E0FE4ADE-08CB-409A-B7C5-3C0AA04B6698}"/>
                </a:ext>
              </a:extLst>
            </p:cNvPr>
            <p:cNvCxnSpPr>
              <a:cxnSpLocks/>
              <a:stCxn id="396" idx="5"/>
              <a:endCxn id="372" idx="0"/>
            </p:cNvCxnSpPr>
            <p:nvPr userDrawn="1"/>
          </p:nvCxnSpPr>
          <p:spPr>
            <a:xfrm>
              <a:off x="1995418" y="3059892"/>
              <a:ext cx="515698" cy="58950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AADE9625-03BE-4779-97DF-E23F9DB47D77}"/>
                </a:ext>
              </a:extLst>
            </p:cNvPr>
            <p:cNvCxnSpPr>
              <a:cxnSpLocks/>
              <a:stCxn id="281" idx="0"/>
              <a:endCxn id="396" idx="0"/>
            </p:cNvCxnSpPr>
            <p:nvPr userDrawn="1"/>
          </p:nvCxnSpPr>
          <p:spPr>
            <a:xfrm>
              <a:off x="1505277" y="1937846"/>
              <a:ext cx="380454" cy="85723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286A631-CCFF-4507-907D-0DD436B90B60}"/>
                </a:ext>
              </a:extLst>
            </p:cNvPr>
            <p:cNvCxnSpPr>
              <a:cxnSpLocks/>
              <a:stCxn id="401" idx="5"/>
              <a:endCxn id="373" idx="7"/>
            </p:cNvCxnSpPr>
            <p:nvPr userDrawn="1"/>
          </p:nvCxnSpPr>
          <p:spPr>
            <a:xfrm>
              <a:off x="1153506" y="4696105"/>
              <a:ext cx="1042227" cy="364144"/>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AC6F06B5-7365-4709-9504-3B7BC024E347}"/>
                </a:ext>
              </a:extLst>
            </p:cNvPr>
            <p:cNvCxnSpPr>
              <a:cxnSpLocks/>
              <a:stCxn id="368" idx="7"/>
              <a:endCxn id="279" idx="7"/>
            </p:cNvCxnSpPr>
            <p:nvPr userDrawn="1"/>
          </p:nvCxnSpPr>
          <p:spPr>
            <a:xfrm flipH="1" flipV="1">
              <a:off x="3446634" y="2981907"/>
              <a:ext cx="1005609" cy="85776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75786A9E-316F-4012-A125-F1F4D0533DCF}"/>
                </a:ext>
              </a:extLst>
            </p:cNvPr>
            <p:cNvCxnSpPr>
              <a:cxnSpLocks/>
              <a:stCxn id="297" idx="7"/>
              <a:endCxn id="404" idx="0"/>
            </p:cNvCxnSpPr>
            <p:nvPr userDrawn="1"/>
          </p:nvCxnSpPr>
          <p:spPr>
            <a:xfrm>
              <a:off x="5065787" y="2247314"/>
              <a:ext cx="4900" cy="62766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71D0DA9B-47D4-4497-8052-846DDBFD844F}"/>
                </a:ext>
              </a:extLst>
            </p:cNvPr>
            <p:cNvCxnSpPr>
              <a:cxnSpLocks/>
              <a:stCxn id="371" idx="7"/>
              <a:endCxn id="286" idx="0"/>
            </p:cNvCxnSpPr>
            <p:nvPr userDrawn="1"/>
          </p:nvCxnSpPr>
          <p:spPr>
            <a:xfrm flipH="1" flipV="1">
              <a:off x="6285610" y="2383792"/>
              <a:ext cx="270102" cy="78461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B05A7A40-84A4-4833-B0A6-DBC8A66C6EA5}"/>
                </a:ext>
              </a:extLst>
            </p:cNvPr>
            <p:cNvCxnSpPr>
              <a:cxnSpLocks/>
              <a:stCxn id="371" idx="6"/>
              <a:endCxn id="404" idx="5"/>
            </p:cNvCxnSpPr>
            <p:nvPr userDrawn="1"/>
          </p:nvCxnSpPr>
          <p:spPr>
            <a:xfrm flipH="1" flipV="1">
              <a:off x="5140075" y="3042498"/>
              <a:ext cx="1393759" cy="17872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82394A9E-28D2-465A-8607-D81F9F87C35C}"/>
                </a:ext>
              </a:extLst>
            </p:cNvPr>
            <p:cNvCxnSpPr>
              <a:cxnSpLocks/>
              <a:stCxn id="287" idx="0"/>
              <a:endCxn id="371" idx="1"/>
            </p:cNvCxnSpPr>
            <p:nvPr userDrawn="1"/>
          </p:nvCxnSpPr>
          <p:spPr>
            <a:xfrm flipH="1">
              <a:off x="6661348" y="1834225"/>
              <a:ext cx="1076455" cy="1334183"/>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4A5A7BAB-8CF4-47EC-AFB4-413954452E75}"/>
                </a:ext>
              </a:extLst>
            </p:cNvPr>
            <p:cNvCxnSpPr>
              <a:cxnSpLocks/>
              <a:stCxn id="427" idx="0"/>
              <a:endCxn id="426" idx="4"/>
            </p:cNvCxnSpPr>
            <p:nvPr userDrawn="1"/>
          </p:nvCxnSpPr>
          <p:spPr>
            <a:xfrm>
              <a:off x="9621563" y="3044363"/>
              <a:ext cx="760622" cy="316136"/>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83FE8D99-5BCF-437C-B9D6-FF1DF3EBEC5F}"/>
                </a:ext>
              </a:extLst>
            </p:cNvPr>
            <p:cNvCxnSpPr>
              <a:cxnSpLocks/>
              <a:stCxn id="295" idx="0"/>
              <a:endCxn id="426" idx="5"/>
            </p:cNvCxnSpPr>
            <p:nvPr userDrawn="1"/>
          </p:nvCxnSpPr>
          <p:spPr>
            <a:xfrm>
              <a:off x="10349083" y="2680523"/>
              <a:ext cx="90128" cy="61593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1AC3CE58-ED52-42C4-A8DD-68C5BE4091F4}"/>
                </a:ext>
              </a:extLst>
            </p:cNvPr>
            <p:cNvCxnSpPr>
              <a:cxnSpLocks/>
              <a:stCxn id="294" idx="0"/>
              <a:endCxn id="427" idx="6"/>
            </p:cNvCxnSpPr>
            <p:nvPr userDrawn="1"/>
          </p:nvCxnSpPr>
          <p:spPr>
            <a:xfrm>
              <a:off x="9306676" y="1739765"/>
              <a:ext cx="245878" cy="116196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953DE94E-36D7-477D-872A-3D0D03E70AAF}"/>
                </a:ext>
              </a:extLst>
            </p:cNvPr>
            <p:cNvCxnSpPr>
              <a:cxnSpLocks/>
              <a:stCxn id="371" idx="1"/>
              <a:endCxn id="428" idx="5"/>
            </p:cNvCxnSpPr>
            <p:nvPr userDrawn="1"/>
          </p:nvCxnSpPr>
          <p:spPr>
            <a:xfrm>
              <a:off x="6661348" y="3168408"/>
              <a:ext cx="1391015" cy="1902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D2C91B2-6F94-4004-8417-DB426FC29673}"/>
                </a:ext>
              </a:extLst>
            </p:cNvPr>
            <p:cNvCxnSpPr>
              <a:cxnSpLocks/>
              <a:stCxn id="287" idx="0"/>
              <a:endCxn id="428" idx="5"/>
            </p:cNvCxnSpPr>
            <p:nvPr userDrawn="1"/>
          </p:nvCxnSpPr>
          <p:spPr>
            <a:xfrm>
              <a:off x="7737803" y="1834225"/>
              <a:ext cx="314560" cy="1353211"/>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C8050FDA-32DD-4AF0-BB11-5B8129C4BDA5}"/>
                </a:ext>
              </a:extLst>
            </p:cNvPr>
            <p:cNvCxnSpPr>
              <a:cxnSpLocks/>
              <a:stCxn id="428" idx="7"/>
              <a:endCxn id="427" idx="4"/>
            </p:cNvCxnSpPr>
            <p:nvPr userDrawn="1"/>
          </p:nvCxnSpPr>
          <p:spPr>
            <a:xfrm flipV="1">
              <a:off x="8152134" y="2970735"/>
              <a:ext cx="1257783" cy="251410"/>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sp>
          <p:nvSpPr>
            <p:cNvPr id="426" name="Oval 425">
              <a:extLst>
                <a:ext uri="{FF2B5EF4-FFF2-40B4-BE49-F238E27FC236}">
                  <a16:creationId xmlns:a16="http://schemas.microsoft.com/office/drawing/2014/main" id="{66581318-BA3B-44C0-94F8-E43172A6EA03}"/>
                </a:ext>
              </a:extLst>
            </p:cNvPr>
            <p:cNvSpPr/>
            <p:nvPr userDrawn="1"/>
          </p:nvSpPr>
          <p:spPr>
            <a:xfrm rot="17350916" flipV="1">
              <a:off x="10375964" y="3285269"/>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0CBBA3F5-760F-4E15-A6AE-386B8A36AF22}"/>
                </a:ext>
              </a:extLst>
            </p:cNvPr>
            <p:cNvSpPr/>
            <p:nvPr userDrawn="1"/>
          </p:nvSpPr>
          <p:spPr>
            <a:xfrm rot="17350916" flipV="1">
              <a:off x="9403696" y="2895505"/>
              <a:ext cx="224088" cy="224088"/>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Oval 427">
              <a:extLst>
                <a:ext uri="{FF2B5EF4-FFF2-40B4-BE49-F238E27FC236}">
                  <a16:creationId xmlns:a16="http://schemas.microsoft.com/office/drawing/2014/main" id="{A0C321F2-1BEB-4EA8-AEA4-64BF9BD4F220}"/>
                </a:ext>
              </a:extLst>
            </p:cNvPr>
            <p:cNvSpPr>
              <a:spLocks noChangeAspect="1"/>
            </p:cNvSpPr>
            <p:nvPr userDrawn="1"/>
          </p:nvSpPr>
          <p:spPr>
            <a:xfrm rot="17350916" flipV="1">
              <a:off x="8010198" y="3179980"/>
              <a:ext cx="149392" cy="149392"/>
            </a:xfrm>
            <a:prstGeom prst="ellipse">
              <a:avLst/>
            </a:prstGeom>
            <a:grpFill/>
            <a:ln>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9" name="Straight Connector 428">
              <a:extLst>
                <a:ext uri="{FF2B5EF4-FFF2-40B4-BE49-F238E27FC236}">
                  <a16:creationId xmlns:a16="http://schemas.microsoft.com/office/drawing/2014/main" id="{F7FAA5CA-27EA-4652-89CC-517C73FE9F2E}"/>
                </a:ext>
              </a:extLst>
            </p:cNvPr>
            <p:cNvCxnSpPr>
              <a:cxnSpLocks/>
              <a:stCxn id="292" idx="0"/>
              <a:endCxn id="426" idx="7"/>
            </p:cNvCxnSpPr>
            <p:nvPr userDrawn="1"/>
          </p:nvCxnSpPr>
          <p:spPr>
            <a:xfrm flipH="1">
              <a:off x="10588868" y="2983008"/>
              <a:ext cx="1256853" cy="365508"/>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C500C6D4-0F38-4F5E-A2AE-21E20CE66DB1}"/>
                </a:ext>
              </a:extLst>
            </p:cNvPr>
            <p:cNvCxnSpPr>
              <a:cxnSpLocks/>
              <a:endCxn id="292" idx="7"/>
            </p:cNvCxnSpPr>
            <p:nvPr userDrawn="1"/>
          </p:nvCxnSpPr>
          <p:spPr>
            <a:xfrm flipH="1" flipV="1">
              <a:off x="11930123" y="2967834"/>
              <a:ext cx="291194" cy="286842"/>
            </a:xfrm>
            <a:prstGeom prst="line">
              <a:avLst/>
            </a:prstGeom>
            <a:grpFill/>
            <a:ln>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955856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7DE3309-E3BD-440C-A265-E5CFA19AE917}"/>
              </a:ext>
            </a:extLst>
          </p:cNvPr>
          <p:cNvSpPr/>
          <p:nvPr userDrawn="1"/>
        </p:nvSpPr>
        <p:spPr>
          <a:xfrm>
            <a:off x="5727510" y="772807"/>
            <a:ext cx="5921560" cy="5594628"/>
          </a:xfrm>
          <a:custGeom>
            <a:avLst/>
            <a:gdLst>
              <a:gd name="connsiteX0" fmla="*/ 723125 w 810025"/>
              <a:gd name="connsiteY0" fmla="*/ 630843 h 765303"/>
              <a:gd name="connsiteX1" fmla="*/ 791038 w 810025"/>
              <a:gd name="connsiteY1" fmla="*/ 492921 h 765303"/>
              <a:gd name="connsiteX2" fmla="*/ 798658 w 810025"/>
              <a:gd name="connsiteY2" fmla="*/ 461393 h 765303"/>
              <a:gd name="connsiteX3" fmla="*/ 720363 w 810025"/>
              <a:gd name="connsiteY3" fmla="*/ 143068 h 765303"/>
              <a:gd name="connsiteX4" fmla="*/ 688645 w 810025"/>
              <a:gd name="connsiteY4" fmla="*/ 106397 h 765303"/>
              <a:gd name="connsiteX5" fmla="*/ 506336 w 810025"/>
              <a:gd name="connsiteY5" fmla="*/ 11432 h 765303"/>
              <a:gd name="connsiteX6" fmla="*/ 48374 w 810025"/>
              <a:gd name="connsiteY6" fmla="*/ 192598 h 765303"/>
              <a:gd name="connsiteX7" fmla="*/ 19132 w 810025"/>
              <a:gd name="connsiteY7" fmla="*/ 472442 h 765303"/>
              <a:gd name="connsiteX8" fmla="*/ 111429 w 810025"/>
              <a:gd name="connsiteY8" fmla="*/ 653798 h 765303"/>
              <a:gd name="connsiteX9" fmla="*/ 411086 w 810025"/>
              <a:gd name="connsiteY9" fmla="*/ 764288 h 765303"/>
              <a:gd name="connsiteX10" fmla="*/ 478428 w 810025"/>
              <a:gd name="connsiteY10" fmla="*/ 759050 h 765303"/>
              <a:gd name="connsiteX11" fmla="*/ 615588 w 810025"/>
              <a:gd name="connsiteY11" fmla="*/ 719330 h 765303"/>
              <a:gd name="connsiteX12" fmla="*/ 723125 w 810025"/>
              <a:gd name="connsiteY12" fmla="*/ 630843 h 76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0025" h="765303">
                <a:moveTo>
                  <a:pt x="723125" y="630843"/>
                </a:moveTo>
                <a:cubicBezTo>
                  <a:pt x="755891" y="590267"/>
                  <a:pt x="778751" y="543880"/>
                  <a:pt x="791038" y="492921"/>
                </a:cubicBezTo>
                <a:lnTo>
                  <a:pt x="798658" y="461393"/>
                </a:lnTo>
                <a:cubicBezTo>
                  <a:pt x="829519" y="297373"/>
                  <a:pt x="795610" y="230126"/>
                  <a:pt x="720363" y="143068"/>
                </a:cubicBezTo>
                <a:lnTo>
                  <a:pt x="688645" y="106397"/>
                </a:lnTo>
                <a:cubicBezTo>
                  <a:pt x="644544" y="55438"/>
                  <a:pt x="572821" y="19814"/>
                  <a:pt x="506336" y="11432"/>
                </a:cubicBezTo>
                <a:cubicBezTo>
                  <a:pt x="219062" y="-24667"/>
                  <a:pt x="138480" y="21815"/>
                  <a:pt x="48374" y="192598"/>
                </a:cubicBezTo>
                <a:cubicBezTo>
                  <a:pt x="5797" y="273275"/>
                  <a:pt x="-19635" y="350332"/>
                  <a:pt x="19132" y="472442"/>
                </a:cubicBezTo>
                <a:cubicBezTo>
                  <a:pt x="39516" y="536641"/>
                  <a:pt x="65424" y="602935"/>
                  <a:pt x="111429" y="653798"/>
                </a:cubicBezTo>
                <a:cubicBezTo>
                  <a:pt x="182867" y="732761"/>
                  <a:pt x="307930" y="772289"/>
                  <a:pt x="411086" y="764288"/>
                </a:cubicBezTo>
                <a:lnTo>
                  <a:pt x="478428" y="759050"/>
                </a:lnTo>
                <a:cubicBezTo>
                  <a:pt x="526815" y="755335"/>
                  <a:pt x="572154" y="740381"/>
                  <a:pt x="615588" y="719330"/>
                </a:cubicBezTo>
                <a:cubicBezTo>
                  <a:pt x="671023" y="692660"/>
                  <a:pt x="693502" y="667514"/>
                  <a:pt x="723125" y="630843"/>
                </a:cubicBezTo>
              </a:path>
            </a:pathLst>
          </a:custGeom>
          <a:solidFill>
            <a:srgbClr val="FFFFFF"/>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F9D114F1-77B8-4A7D-A2AE-70635DC16421}"/>
              </a:ext>
            </a:extLst>
          </p:cNvPr>
          <p:cNvSpPr/>
          <p:nvPr userDrawn="1"/>
        </p:nvSpPr>
        <p:spPr>
          <a:xfrm>
            <a:off x="10972300" y="5711180"/>
            <a:ext cx="676770" cy="682554"/>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6BE8EAB1-B954-497F-8E5A-A7CA405D4EC3}"/>
              </a:ext>
            </a:extLst>
          </p:cNvPr>
          <p:cNvSpPr/>
          <p:nvPr userDrawn="1"/>
        </p:nvSpPr>
        <p:spPr>
          <a:xfrm>
            <a:off x="9783552" y="340496"/>
            <a:ext cx="2032829" cy="2039252"/>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chemeClr val="accent1"/>
          </a:solidFill>
          <a:ln w="9525" cap="flat">
            <a:noFill/>
            <a:prstDash val="solid"/>
            <a:miter/>
          </a:ln>
        </p:spPr>
        <p:txBody>
          <a:bodyPr rtlCol="0" anchor="ctr"/>
          <a:lstStyle/>
          <a:p>
            <a:endParaRPr lang="en-GB"/>
          </a:p>
        </p:txBody>
      </p:sp>
      <p:pic>
        <p:nvPicPr>
          <p:cNvPr id="11" name="Picture 10" descr="A close up of a logo&#10;&#10;Description automatically generated">
            <a:extLst>
              <a:ext uri="{FF2B5EF4-FFF2-40B4-BE49-F238E27FC236}">
                <a16:creationId xmlns:a16="http://schemas.microsoft.com/office/drawing/2014/main" id="{2DC147B4-65A8-4596-80CA-C28F2DFA5791}"/>
              </a:ext>
            </a:extLst>
          </p:cNvPr>
          <p:cNvPicPr>
            <a:picLocks noChangeAspect="1"/>
          </p:cNvPicPr>
          <p:nvPr userDrawn="1"/>
        </p:nvPicPr>
        <p:blipFill rotWithShape="1">
          <a:blip r:embed="rId2"/>
          <a:srcRect l="7093" t="20833" r="7093" b="20972"/>
          <a:stretch/>
        </p:blipFill>
        <p:spPr>
          <a:xfrm>
            <a:off x="337517" y="327795"/>
            <a:ext cx="2011459" cy="767579"/>
          </a:xfrm>
          <a:prstGeom prst="rect">
            <a:avLst/>
          </a:prstGeom>
        </p:spPr>
      </p:pic>
      <p:sp>
        <p:nvSpPr>
          <p:cNvPr id="2" name="Title 1">
            <a:extLst>
              <a:ext uri="{FF2B5EF4-FFF2-40B4-BE49-F238E27FC236}">
                <a16:creationId xmlns:a16="http://schemas.microsoft.com/office/drawing/2014/main" id="{A8A4E94C-4277-4BF8-8675-8E7134B37E48}"/>
              </a:ext>
            </a:extLst>
          </p:cNvPr>
          <p:cNvSpPr>
            <a:spLocks noGrp="1"/>
          </p:cNvSpPr>
          <p:nvPr>
            <p:ph type="ctrTitle" hasCustomPrompt="1"/>
          </p:nvPr>
        </p:nvSpPr>
        <p:spPr>
          <a:xfrm>
            <a:off x="7129707" y="2357724"/>
            <a:ext cx="3240000" cy="1661993"/>
          </a:xfrm>
        </p:spPr>
        <p:txBody>
          <a:bodyPr anchor="b" anchorCtr="0">
            <a:noAutofit/>
          </a:bodyPr>
          <a:lstStyle>
            <a:lvl1pPr algn="r">
              <a:defRPr sz="4000">
                <a:solidFill>
                  <a:schemeClr val="accent1"/>
                </a:solidFill>
              </a:defRPr>
            </a:lvl1pPr>
          </a:lstStyle>
          <a:p>
            <a:r>
              <a:rPr lang="en-US"/>
              <a:t>Presentation title goes here</a:t>
            </a:r>
          </a:p>
        </p:txBody>
      </p:sp>
      <p:sp>
        <p:nvSpPr>
          <p:cNvPr id="3" name="Subtitle 2">
            <a:extLst>
              <a:ext uri="{FF2B5EF4-FFF2-40B4-BE49-F238E27FC236}">
                <a16:creationId xmlns:a16="http://schemas.microsoft.com/office/drawing/2014/main" id="{085545D8-EA0D-47E0-8A53-918DFC169B42}"/>
              </a:ext>
            </a:extLst>
          </p:cNvPr>
          <p:cNvSpPr>
            <a:spLocks noGrp="1"/>
          </p:cNvSpPr>
          <p:nvPr>
            <p:ph type="subTitle" idx="1" hasCustomPrompt="1"/>
          </p:nvPr>
        </p:nvSpPr>
        <p:spPr>
          <a:xfrm>
            <a:off x="7129299" y="4285760"/>
            <a:ext cx="3240000" cy="1655762"/>
          </a:xfrm>
        </p:spPr>
        <p:txBody>
          <a:bodyPr/>
          <a:lstStyle>
            <a:lvl1pPr marL="0" indent="0" algn="r">
              <a:spcBef>
                <a:spcPts val="0"/>
              </a:spcBef>
              <a:spcAft>
                <a:spcPts val="600"/>
              </a:spcAft>
              <a:buNone/>
              <a:defRPr sz="1800" b="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Date: [00/00/00]</a:t>
            </a:r>
          </a:p>
          <a:p>
            <a:r>
              <a:rPr lang="en-GB"/>
              <a:t>Version number: [1]</a:t>
            </a:r>
          </a:p>
        </p:txBody>
      </p:sp>
    </p:spTree>
    <p:extLst>
      <p:ext uri="{BB962C8B-B14F-4D97-AF65-F5344CB8AC3E}">
        <p14:creationId xmlns:p14="http://schemas.microsoft.com/office/powerpoint/2010/main" val="7398227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Pink">
    <p:bg>
      <p:bgPr>
        <a:solidFill>
          <a:schemeClr val="accent4"/>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7DE3309-E3BD-440C-A265-E5CFA19AE917}"/>
              </a:ext>
            </a:extLst>
          </p:cNvPr>
          <p:cNvSpPr/>
          <p:nvPr userDrawn="1"/>
        </p:nvSpPr>
        <p:spPr>
          <a:xfrm>
            <a:off x="5727510" y="772807"/>
            <a:ext cx="5921560" cy="5594628"/>
          </a:xfrm>
          <a:custGeom>
            <a:avLst/>
            <a:gdLst>
              <a:gd name="connsiteX0" fmla="*/ 723125 w 810025"/>
              <a:gd name="connsiteY0" fmla="*/ 630843 h 765303"/>
              <a:gd name="connsiteX1" fmla="*/ 791038 w 810025"/>
              <a:gd name="connsiteY1" fmla="*/ 492921 h 765303"/>
              <a:gd name="connsiteX2" fmla="*/ 798658 w 810025"/>
              <a:gd name="connsiteY2" fmla="*/ 461393 h 765303"/>
              <a:gd name="connsiteX3" fmla="*/ 720363 w 810025"/>
              <a:gd name="connsiteY3" fmla="*/ 143068 h 765303"/>
              <a:gd name="connsiteX4" fmla="*/ 688645 w 810025"/>
              <a:gd name="connsiteY4" fmla="*/ 106397 h 765303"/>
              <a:gd name="connsiteX5" fmla="*/ 506336 w 810025"/>
              <a:gd name="connsiteY5" fmla="*/ 11432 h 765303"/>
              <a:gd name="connsiteX6" fmla="*/ 48374 w 810025"/>
              <a:gd name="connsiteY6" fmla="*/ 192598 h 765303"/>
              <a:gd name="connsiteX7" fmla="*/ 19132 w 810025"/>
              <a:gd name="connsiteY7" fmla="*/ 472442 h 765303"/>
              <a:gd name="connsiteX8" fmla="*/ 111429 w 810025"/>
              <a:gd name="connsiteY8" fmla="*/ 653798 h 765303"/>
              <a:gd name="connsiteX9" fmla="*/ 411086 w 810025"/>
              <a:gd name="connsiteY9" fmla="*/ 764288 h 765303"/>
              <a:gd name="connsiteX10" fmla="*/ 478428 w 810025"/>
              <a:gd name="connsiteY10" fmla="*/ 759050 h 765303"/>
              <a:gd name="connsiteX11" fmla="*/ 615588 w 810025"/>
              <a:gd name="connsiteY11" fmla="*/ 719330 h 765303"/>
              <a:gd name="connsiteX12" fmla="*/ 723125 w 810025"/>
              <a:gd name="connsiteY12" fmla="*/ 630843 h 76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0025" h="765303">
                <a:moveTo>
                  <a:pt x="723125" y="630843"/>
                </a:moveTo>
                <a:cubicBezTo>
                  <a:pt x="755891" y="590267"/>
                  <a:pt x="778751" y="543880"/>
                  <a:pt x="791038" y="492921"/>
                </a:cubicBezTo>
                <a:lnTo>
                  <a:pt x="798658" y="461393"/>
                </a:lnTo>
                <a:cubicBezTo>
                  <a:pt x="829519" y="297373"/>
                  <a:pt x="795610" y="230126"/>
                  <a:pt x="720363" y="143068"/>
                </a:cubicBezTo>
                <a:lnTo>
                  <a:pt x="688645" y="106397"/>
                </a:lnTo>
                <a:cubicBezTo>
                  <a:pt x="644544" y="55438"/>
                  <a:pt x="572821" y="19814"/>
                  <a:pt x="506336" y="11432"/>
                </a:cubicBezTo>
                <a:cubicBezTo>
                  <a:pt x="219062" y="-24667"/>
                  <a:pt x="138480" y="21815"/>
                  <a:pt x="48374" y="192598"/>
                </a:cubicBezTo>
                <a:cubicBezTo>
                  <a:pt x="5797" y="273275"/>
                  <a:pt x="-19635" y="350332"/>
                  <a:pt x="19132" y="472442"/>
                </a:cubicBezTo>
                <a:cubicBezTo>
                  <a:pt x="39516" y="536641"/>
                  <a:pt x="65424" y="602935"/>
                  <a:pt x="111429" y="653798"/>
                </a:cubicBezTo>
                <a:cubicBezTo>
                  <a:pt x="182867" y="732761"/>
                  <a:pt x="307930" y="772289"/>
                  <a:pt x="411086" y="764288"/>
                </a:cubicBezTo>
                <a:lnTo>
                  <a:pt x="478428" y="759050"/>
                </a:lnTo>
                <a:cubicBezTo>
                  <a:pt x="526815" y="755335"/>
                  <a:pt x="572154" y="740381"/>
                  <a:pt x="615588" y="719330"/>
                </a:cubicBezTo>
                <a:cubicBezTo>
                  <a:pt x="671023" y="692660"/>
                  <a:pt x="693502" y="667514"/>
                  <a:pt x="723125" y="630843"/>
                </a:cubicBezTo>
              </a:path>
            </a:pathLst>
          </a:custGeom>
          <a:solidFill>
            <a:srgbClr val="FFFFFF"/>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F9D114F1-77B8-4A7D-A2AE-70635DC16421}"/>
              </a:ext>
            </a:extLst>
          </p:cNvPr>
          <p:cNvSpPr/>
          <p:nvPr userDrawn="1"/>
        </p:nvSpPr>
        <p:spPr>
          <a:xfrm>
            <a:off x="10972300" y="5711180"/>
            <a:ext cx="676770" cy="682554"/>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6BE8EAB1-B954-497F-8E5A-A7CA405D4EC3}"/>
              </a:ext>
            </a:extLst>
          </p:cNvPr>
          <p:cNvSpPr/>
          <p:nvPr userDrawn="1"/>
        </p:nvSpPr>
        <p:spPr>
          <a:xfrm>
            <a:off x="9783552" y="340496"/>
            <a:ext cx="2032829" cy="2039252"/>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chemeClr val="accent1"/>
          </a:solidFill>
          <a:ln w="9525" cap="flat">
            <a:noFill/>
            <a:prstDash val="solid"/>
            <a:miter/>
          </a:ln>
        </p:spPr>
        <p:txBody>
          <a:bodyPr rtlCol="0" anchor="ctr"/>
          <a:lstStyle/>
          <a:p>
            <a:endParaRPr lang="en-GB"/>
          </a:p>
        </p:txBody>
      </p:sp>
      <p:pic>
        <p:nvPicPr>
          <p:cNvPr id="11" name="Picture 10" descr="A close up of a logo&#10;&#10;Description automatically generated">
            <a:extLst>
              <a:ext uri="{FF2B5EF4-FFF2-40B4-BE49-F238E27FC236}">
                <a16:creationId xmlns:a16="http://schemas.microsoft.com/office/drawing/2014/main" id="{2DC147B4-65A8-4596-80CA-C28F2DFA5791}"/>
              </a:ext>
            </a:extLst>
          </p:cNvPr>
          <p:cNvPicPr>
            <a:picLocks noChangeAspect="1"/>
          </p:cNvPicPr>
          <p:nvPr userDrawn="1"/>
        </p:nvPicPr>
        <p:blipFill rotWithShape="1">
          <a:blip r:embed="rId2"/>
          <a:srcRect l="7093" t="20833" r="7093" b="20972"/>
          <a:stretch/>
        </p:blipFill>
        <p:spPr>
          <a:xfrm>
            <a:off x="337517" y="327795"/>
            <a:ext cx="2011459" cy="767579"/>
          </a:xfrm>
          <a:prstGeom prst="rect">
            <a:avLst/>
          </a:prstGeom>
        </p:spPr>
      </p:pic>
      <p:sp>
        <p:nvSpPr>
          <p:cNvPr id="2" name="Title 1">
            <a:extLst>
              <a:ext uri="{FF2B5EF4-FFF2-40B4-BE49-F238E27FC236}">
                <a16:creationId xmlns:a16="http://schemas.microsoft.com/office/drawing/2014/main" id="{A8A4E94C-4277-4BF8-8675-8E7134B37E48}"/>
              </a:ext>
            </a:extLst>
          </p:cNvPr>
          <p:cNvSpPr>
            <a:spLocks noGrp="1"/>
          </p:cNvSpPr>
          <p:nvPr>
            <p:ph type="ctrTitle" hasCustomPrompt="1"/>
          </p:nvPr>
        </p:nvSpPr>
        <p:spPr>
          <a:xfrm>
            <a:off x="7129707" y="2357724"/>
            <a:ext cx="3240000" cy="1661993"/>
          </a:xfrm>
        </p:spPr>
        <p:txBody>
          <a:bodyPr anchor="b" anchorCtr="0">
            <a:noAutofit/>
          </a:bodyPr>
          <a:lstStyle>
            <a:lvl1pPr algn="r">
              <a:defRPr sz="4000">
                <a:solidFill>
                  <a:schemeClr val="accent1"/>
                </a:solidFill>
              </a:defRPr>
            </a:lvl1pPr>
          </a:lstStyle>
          <a:p>
            <a:r>
              <a:rPr lang="en-US"/>
              <a:t>Presentation title goes here</a:t>
            </a:r>
          </a:p>
        </p:txBody>
      </p:sp>
      <p:sp>
        <p:nvSpPr>
          <p:cNvPr id="3" name="Subtitle 2">
            <a:extLst>
              <a:ext uri="{FF2B5EF4-FFF2-40B4-BE49-F238E27FC236}">
                <a16:creationId xmlns:a16="http://schemas.microsoft.com/office/drawing/2014/main" id="{085545D8-EA0D-47E0-8A53-918DFC169B42}"/>
              </a:ext>
            </a:extLst>
          </p:cNvPr>
          <p:cNvSpPr>
            <a:spLocks noGrp="1"/>
          </p:cNvSpPr>
          <p:nvPr>
            <p:ph type="subTitle" idx="1" hasCustomPrompt="1"/>
          </p:nvPr>
        </p:nvSpPr>
        <p:spPr>
          <a:xfrm>
            <a:off x="7129299" y="4285760"/>
            <a:ext cx="3240000" cy="1655762"/>
          </a:xfrm>
        </p:spPr>
        <p:txBody>
          <a:bodyPr/>
          <a:lstStyle>
            <a:lvl1pPr marL="0" indent="0" algn="r">
              <a:spcBef>
                <a:spcPts val="0"/>
              </a:spcBef>
              <a:spcAft>
                <a:spcPts val="600"/>
              </a:spcAft>
              <a:buNone/>
              <a:defRPr sz="1800" b="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Date: [00/00/00]</a:t>
            </a:r>
          </a:p>
          <a:p>
            <a:r>
              <a:rPr lang="en-GB"/>
              <a:t>Version number: [1]</a:t>
            </a:r>
          </a:p>
        </p:txBody>
      </p:sp>
    </p:spTree>
    <p:extLst>
      <p:ext uri="{BB962C8B-B14F-4D97-AF65-F5344CB8AC3E}">
        <p14:creationId xmlns:p14="http://schemas.microsoft.com/office/powerpoint/2010/main" val="7159422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Plain">
    <p:bg>
      <p:bgPr>
        <a:solidFill>
          <a:schemeClr val="accent3"/>
        </a:solidFill>
        <a:effectLst/>
      </p:bgPr>
    </p:bg>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2DC147B4-65A8-4596-80CA-C28F2DFA5791}"/>
              </a:ext>
            </a:extLst>
          </p:cNvPr>
          <p:cNvPicPr>
            <a:picLocks noChangeAspect="1"/>
          </p:cNvPicPr>
          <p:nvPr userDrawn="1"/>
        </p:nvPicPr>
        <p:blipFill rotWithShape="1">
          <a:blip r:embed="rId2"/>
          <a:srcRect l="7093" t="20833" r="7093" b="20972"/>
          <a:stretch/>
        </p:blipFill>
        <p:spPr>
          <a:xfrm>
            <a:off x="337517" y="327795"/>
            <a:ext cx="2011459" cy="767579"/>
          </a:xfrm>
          <a:prstGeom prst="rect">
            <a:avLst/>
          </a:prstGeom>
        </p:spPr>
      </p:pic>
      <p:sp>
        <p:nvSpPr>
          <p:cNvPr id="2" name="Title 1">
            <a:extLst>
              <a:ext uri="{FF2B5EF4-FFF2-40B4-BE49-F238E27FC236}">
                <a16:creationId xmlns:a16="http://schemas.microsoft.com/office/drawing/2014/main" id="{A8A4E94C-4277-4BF8-8675-8E7134B37E48}"/>
              </a:ext>
            </a:extLst>
          </p:cNvPr>
          <p:cNvSpPr>
            <a:spLocks noGrp="1"/>
          </p:cNvSpPr>
          <p:nvPr>
            <p:ph type="ctrTitle" hasCustomPrompt="1"/>
          </p:nvPr>
        </p:nvSpPr>
        <p:spPr>
          <a:xfrm>
            <a:off x="7129707" y="2357724"/>
            <a:ext cx="3240000" cy="1661993"/>
          </a:xfrm>
        </p:spPr>
        <p:txBody>
          <a:bodyPr anchor="b" anchorCtr="0">
            <a:noAutofit/>
          </a:bodyPr>
          <a:lstStyle>
            <a:lvl1pPr algn="r">
              <a:defRPr sz="4000">
                <a:solidFill>
                  <a:schemeClr val="accent1"/>
                </a:solidFill>
              </a:defRPr>
            </a:lvl1pPr>
          </a:lstStyle>
          <a:p>
            <a:r>
              <a:rPr lang="en-US"/>
              <a:t>Presentation title goes here</a:t>
            </a:r>
          </a:p>
        </p:txBody>
      </p:sp>
      <p:sp>
        <p:nvSpPr>
          <p:cNvPr id="3" name="Subtitle 2">
            <a:extLst>
              <a:ext uri="{FF2B5EF4-FFF2-40B4-BE49-F238E27FC236}">
                <a16:creationId xmlns:a16="http://schemas.microsoft.com/office/drawing/2014/main" id="{085545D8-EA0D-47E0-8A53-918DFC169B42}"/>
              </a:ext>
            </a:extLst>
          </p:cNvPr>
          <p:cNvSpPr>
            <a:spLocks noGrp="1"/>
          </p:cNvSpPr>
          <p:nvPr>
            <p:ph type="subTitle" idx="1" hasCustomPrompt="1"/>
          </p:nvPr>
        </p:nvSpPr>
        <p:spPr>
          <a:xfrm>
            <a:off x="7129299" y="4285760"/>
            <a:ext cx="3240000" cy="1655762"/>
          </a:xfrm>
        </p:spPr>
        <p:txBody>
          <a:bodyPr/>
          <a:lstStyle>
            <a:lvl1pPr marL="0" indent="0" algn="r">
              <a:spcBef>
                <a:spcPts val="0"/>
              </a:spcBef>
              <a:spcAft>
                <a:spcPts val="600"/>
              </a:spcAft>
              <a:buNone/>
              <a:defRPr sz="1800" b="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Date: [00/00/00]</a:t>
            </a:r>
          </a:p>
          <a:p>
            <a:r>
              <a:rPr lang="en-GB"/>
              <a:t>Version number: [1]</a:t>
            </a:r>
          </a:p>
        </p:txBody>
      </p:sp>
    </p:spTree>
    <p:extLst>
      <p:ext uri="{BB962C8B-B14F-4D97-AF65-F5344CB8AC3E}">
        <p14:creationId xmlns:p14="http://schemas.microsoft.com/office/powerpoint/2010/main" val="200352747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5998-F277-4CC4-8AA0-099B84B2216C}"/>
              </a:ext>
            </a:extLst>
          </p:cNvPr>
          <p:cNvSpPr>
            <a:spLocks noGrp="1"/>
          </p:cNvSpPr>
          <p:nvPr>
            <p:ph type="title" hasCustomPrompt="1"/>
          </p:nvPr>
        </p:nvSpPr>
        <p:spPr>
          <a:xfrm>
            <a:off x="1044747" y="2940911"/>
            <a:ext cx="3960000" cy="2852737"/>
          </a:xfrm>
        </p:spPr>
        <p:txBody>
          <a:bodyPr anchor="t" anchorCtr="0"/>
          <a:lstStyle>
            <a:lvl1pPr>
              <a:defRPr sz="4400">
                <a:solidFill>
                  <a:schemeClr val="bg1"/>
                </a:solidFill>
              </a:defRPr>
            </a:lvl1pPr>
          </a:lstStyle>
          <a:p>
            <a:r>
              <a:rPr lang="en-GB"/>
              <a:t>Section divider title goes here</a:t>
            </a:r>
          </a:p>
        </p:txBody>
      </p:sp>
      <p:sp>
        <p:nvSpPr>
          <p:cNvPr id="16" name="Freeform: Shape 15">
            <a:extLst>
              <a:ext uri="{FF2B5EF4-FFF2-40B4-BE49-F238E27FC236}">
                <a16:creationId xmlns:a16="http://schemas.microsoft.com/office/drawing/2014/main" id="{700F6EE5-6D36-454E-BFE8-95DDCD53BE78}"/>
              </a:ext>
            </a:extLst>
          </p:cNvPr>
          <p:cNvSpPr/>
          <p:nvPr userDrawn="1"/>
        </p:nvSpPr>
        <p:spPr>
          <a:xfrm>
            <a:off x="5231903" y="4365102"/>
            <a:ext cx="4320482" cy="2492898"/>
          </a:xfrm>
          <a:custGeom>
            <a:avLst/>
            <a:gdLst>
              <a:gd name="connsiteX0" fmla="*/ 2195872 w 4320482"/>
              <a:gd name="connsiteY0" fmla="*/ 383 h 2492898"/>
              <a:gd name="connsiteX1" fmla="*/ 2384430 w 4320482"/>
              <a:gd name="connsiteY1" fmla="*/ 7912 h 2492898"/>
              <a:gd name="connsiteX2" fmla="*/ 2495472 w 4320482"/>
              <a:gd name="connsiteY2" fmla="*/ 20256 h 2492898"/>
              <a:gd name="connsiteX3" fmla="*/ 3590676 w 4320482"/>
              <a:gd name="connsiteY3" fmla="*/ 569670 h 2492898"/>
              <a:gd name="connsiteX4" fmla="*/ 3671239 w 4320482"/>
              <a:gd name="connsiteY4" fmla="*/ 649502 h 2492898"/>
              <a:gd name="connsiteX5" fmla="*/ 3747445 w 4320482"/>
              <a:gd name="connsiteY5" fmla="*/ 732969 h 2492898"/>
              <a:gd name="connsiteX6" fmla="*/ 3816396 w 4320482"/>
              <a:gd name="connsiteY6" fmla="*/ 816436 h 2492898"/>
              <a:gd name="connsiteX7" fmla="*/ 4132837 w 4320482"/>
              <a:gd name="connsiteY7" fmla="*/ 1350611 h 2492898"/>
              <a:gd name="connsiteX8" fmla="*/ 4171301 w 4320482"/>
              <a:gd name="connsiteY8" fmla="*/ 1447138 h 2492898"/>
              <a:gd name="connsiteX9" fmla="*/ 4312325 w 4320482"/>
              <a:gd name="connsiteY9" fmla="*/ 2374624 h 2492898"/>
              <a:gd name="connsiteX10" fmla="*/ 4298071 w 4320482"/>
              <a:gd name="connsiteY10" fmla="*/ 2492898 h 2492898"/>
              <a:gd name="connsiteX11" fmla="*/ 45159 w 4320482"/>
              <a:gd name="connsiteY11" fmla="*/ 2492898 h 2492898"/>
              <a:gd name="connsiteX12" fmla="*/ 31440 w 4320482"/>
              <a:gd name="connsiteY12" fmla="*/ 2424044 h 2492898"/>
              <a:gd name="connsiteX13" fmla="*/ 16201 w 4320482"/>
              <a:gd name="connsiteY13" fmla="*/ 2310091 h 2492898"/>
              <a:gd name="connsiteX14" fmla="*/ 351508 w 4320482"/>
              <a:gd name="connsiteY14" fmla="*/ 1069732 h 2492898"/>
              <a:gd name="connsiteX15" fmla="*/ 926328 w 4320482"/>
              <a:gd name="connsiteY15" fmla="*/ 531930 h 2492898"/>
              <a:gd name="connsiteX16" fmla="*/ 1010519 w 4320482"/>
              <a:gd name="connsiteY16" fmla="*/ 466606 h 2492898"/>
              <a:gd name="connsiteX17" fmla="*/ 2195872 w 4320482"/>
              <a:gd name="connsiteY17" fmla="*/ 383 h 2492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20482" h="2492898">
                <a:moveTo>
                  <a:pt x="2195872" y="383"/>
                </a:moveTo>
                <a:cubicBezTo>
                  <a:pt x="2258053" y="-1013"/>
                  <a:pt x="2320924" y="1380"/>
                  <a:pt x="2384430" y="7912"/>
                </a:cubicBezTo>
                <a:cubicBezTo>
                  <a:pt x="2421439" y="10815"/>
                  <a:pt x="2458456" y="15173"/>
                  <a:pt x="2495472" y="20256"/>
                </a:cubicBezTo>
                <a:cubicBezTo>
                  <a:pt x="2902634" y="79042"/>
                  <a:pt x="3296012" y="291694"/>
                  <a:pt x="3590676" y="569670"/>
                </a:cubicBezTo>
                <a:cubicBezTo>
                  <a:pt x="3618259" y="595798"/>
                  <a:pt x="3645111" y="622650"/>
                  <a:pt x="3671239" y="649502"/>
                </a:cubicBezTo>
                <a:cubicBezTo>
                  <a:pt x="3697367" y="677086"/>
                  <a:pt x="3722772" y="704662"/>
                  <a:pt x="3747445" y="732969"/>
                </a:cubicBezTo>
                <a:cubicBezTo>
                  <a:pt x="3771393" y="760553"/>
                  <a:pt x="3793895" y="788129"/>
                  <a:pt x="3816396" y="816436"/>
                </a:cubicBezTo>
                <a:cubicBezTo>
                  <a:pt x="3944133" y="979735"/>
                  <a:pt x="4051549" y="1159729"/>
                  <a:pt x="4132837" y="1350611"/>
                </a:cubicBezTo>
                <a:cubicBezTo>
                  <a:pt x="4146629" y="1382546"/>
                  <a:pt x="4158965" y="1414480"/>
                  <a:pt x="4171301" y="1447138"/>
                </a:cubicBezTo>
                <a:cubicBezTo>
                  <a:pt x="4297680" y="1741806"/>
                  <a:pt x="4340149" y="2060369"/>
                  <a:pt x="4312325" y="2374624"/>
                </a:cubicBezTo>
                <a:lnTo>
                  <a:pt x="4298071" y="2492898"/>
                </a:lnTo>
                <a:lnTo>
                  <a:pt x="45159" y="2492898"/>
                </a:lnTo>
                <a:lnTo>
                  <a:pt x="31440" y="2424044"/>
                </a:lnTo>
                <a:cubicBezTo>
                  <a:pt x="24910" y="2385572"/>
                  <a:pt x="19828" y="2347831"/>
                  <a:pt x="16201" y="2310091"/>
                </a:cubicBezTo>
                <a:cubicBezTo>
                  <a:pt x="-40414" y="1865912"/>
                  <a:pt x="46680" y="1397785"/>
                  <a:pt x="351508" y="1069732"/>
                </a:cubicBezTo>
                <a:cubicBezTo>
                  <a:pt x="529331" y="874499"/>
                  <a:pt x="719482" y="695952"/>
                  <a:pt x="926328" y="531930"/>
                </a:cubicBezTo>
                <a:cubicBezTo>
                  <a:pt x="953911" y="509429"/>
                  <a:pt x="982219" y="487659"/>
                  <a:pt x="1010519" y="466606"/>
                </a:cubicBezTo>
                <a:cubicBezTo>
                  <a:pt x="1359171" y="205602"/>
                  <a:pt x="1760609" y="10158"/>
                  <a:pt x="2195872" y="383"/>
                </a:cubicBezTo>
                <a:close/>
              </a:path>
            </a:pathLst>
          </a:custGeom>
          <a:solidFill>
            <a:srgbClr val="007CB9"/>
          </a:solidFill>
          <a:ln w="9525" cap="flat">
            <a:noFill/>
            <a:prstDash val="solid"/>
            <a:miter/>
          </a:ln>
        </p:spPr>
        <p:txBody>
          <a:bodyPr wrap="square" rtlCol="0" anchor="ctr">
            <a:noAutofit/>
          </a:bodyPr>
          <a:lstStyle/>
          <a:p>
            <a:endParaRPr lang="en-GB"/>
          </a:p>
        </p:txBody>
      </p:sp>
      <p:sp>
        <p:nvSpPr>
          <p:cNvPr id="26" name="Freeform: Shape 25">
            <a:extLst>
              <a:ext uri="{FF2B5EF4-FFF2-40B4-BE49-F238E27FC236}">
                <a16:creationId xmlns:a16="http://schemas.microsoft.com/office/drawing/2014/main" id="{5E234B4E-6E27-418B-8FAA-BC83304FA313}"/>
              </a:ext>
            </a:extLst>
          </p:cNvPr>
          <p:cNvSpPr/>
          <p:nvPr userDrawn="1"/>
        </p:nvSpPr>
        <p:spPr>
          <a:xfrm>
            <a:off x="10200456" y="980728"/>
            <a:ext cx="1991544" cy="2846763"/>
          </a:xfrm>
          <a:custGeom>
            <a:avLst/>
            <a:gdLst>
              <a:gd name="connsiteX0" fmla="*/ 1405152 w 1991544"/>
              <a:gd name="connsiteY0" fmla="*/ 196 h 2846763"/>
              <a:gd name="connsiteX1" fmla="*/ 1906215 w 1991544"/>
              <a:gd name="connsiteY1" fmla="*/ 71890 h 2846763"/>
              <a:gd name="connsiteX2" fmla="*/ 1991544 w 1991544"/>
              <a:gd name="connsiteY2" fmla="*/ 102681 h 2846763"/>
              <a:gd name="connsiteX3" fmla="*/ 1991544 w 1991544"/>
              <a:gd name="connsiteY3" fmla="*/ 2727575 h 2846763"/>
              <a:gd name="connsiteX4" fmla="*/ 1914719 w 1991544"/>
              <a:gd name="connsiteY4" fmla="*/ 2760991 h 2846763"/>
              <a:gd name="connsiteX5" fmla="*/ 1642563 w 1991544"/>
              <a:gd name="connsiteY5" fmla="*/ 2828859 h 2846763"/>
              <a:gd name="connsiteX6" fmla="*/ 1137834 w 1991544"/>
              <a:gd name="connsiteY6" fmla="*/ 2796946 h 2846763"/>
              <a:gd name="connsiteX7" fmla="*/ 675510 w 1991544"/>
              <a:gd name="connsiteY7" fmla="*/ 2564314 h 2846763"/>
              <a:gd name="connsiteX8" fmla="*/ 484031 w 1991544"/>
              <a:gd name="connsiteY8" fmla="*/ 2413147 h 2846763"/>
              <a:gd name="connsiteX9" fmla="*/ 150206 w 1991544"/>
              <a:gd name="connsiteY9" fmla="*/ 2015072 h 2846763"/>
              <a:gd name="connsiteX10" fmla="*/ 170781 w 1991544"/>
              <a:gd name="connsiteY10" fmla="*/ 690680 h 2846763"/>
              <a:gd name="connsiteX11" fmla="*/ 895547 w 1991544"/>
              <a:gd name="connsiteY11" fmla="*/ 88527 h 2846763"/>
              <a:gd name="connsiteX12" fmla="*/ 1405152 w 1991544"/>
              <a:gd name="connsiteY12" fmla="*/ 196 h 284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1544" h="2846763">
                <a:moveTo>
                  <a:pt x="1405152" y="196"/>
                </a:moveTo>
                <a:cubicBezTo>
                  <a:pt x="1576311" y="-2448"/>
                  <a:pt x="1746046" y="21579"/>
                  <a:pt x="1906215" y="71890"/>
                </a:cubicBezTo>
                <a:lnTo>
                  <a:pt x="1991544" y="102681"/>
                </a:lnTo>
                <a:lnTo>
                  <a:pt x="1991544" y="2727575"/>
                </a:lnTo>
                <a:lnTo>
                  <a:pt x="1914719" y="2760991"/>
                </a:lnTo>
                <a:cubicBezTo>
                  <a:pt x="1827325" y="2793377"/>
                  <a:pt x="1736414" y="2816053"/>
                  <a:pt x="1642563" y="2828859"/>
                </a:cubicBezTo>
                <a:cubicBezTo>
                  <a:pt x="1472920" y="2851955"/>
                  <a:pt x="1351148" y="2862871"/>
                  <a:pt x="1137834" y="2796946"/>
                </a:cubicBezTo>
                <a:cubicBezTo>
                  <a:pt x="970289" y="2744877"/>
                  <a:pt x="812822" y="2673072"/>
                  <a:pt x="675510" y="2564314"/>
                </a:cubicBezTo>
                <a:lnTo>
                  <a:pt x="484031" y="2413147"/>
                </a:lnTo>
                <a:cubicBezTo>
                  <a:pt x="345463" y="2303551"/>
                  <a:pt x="233346" y="2169599"/>
                  <a:pt x="150206" y="2015072"/>
                </a:cubicBezTo>
                <a:cubicBezTo>
                  <a:pt x="-72767" y="1599783"/>
                  <a:pt x="-32037" y="1101772"/>
                  <a:pt x="170781" y="690680"/>
                </a:cubicBezTo>
                <a:cubicBezTo>
                  <a:pt x="314392" y="399683"/>
                  <a:pt x="582292" y="194768"/>
                  <a:pt x="895547" y="88527"/>
                </a:cubicBezTo>
                <a:cubicBezTo>
                  <a:pt x="1061410" y="32155"/>
                  <a:pt x="1233993" y="2840"/>
                  <a:pt x="1405152" y="196"/>
                </a:cubicBezTo>
                <a:close/>
              </a:path>
            </a:pathLst>
          </a:custGeom>
          <a:solidFill>
            <a:srgbClr val="F7D0E4"/>
          </a:solidFill>
          <a:ln w="9525" cap="flat">
            <a:noFill/>
            <a:prstDash val="solid"/>
            <a:miter/>
          </a:ln>
        </p:spPr>
        <p:txBody>
          <a:bodyPr wrap="square" rtlCol="0" anchor="ctr">
            <a:noAutofit/>
          </a:bodyPr>
          <a:lstStyle/>
          <a:p>
            <a:endParaRPr lang="en-GB"/>
          </a:p>
        </p:txBody>
      </p:sp>
      <p:sp>
        <p:nvSpPr>
          <p:cNvPr id="9" name="Freeform: Shape 8">
            <a:extLst>
              <a:ext uri="{FF2B5EF4-FFF2-40B4-BE49-F238E27FC236}">
                <a16:creationId xmlns:a16="http://schemas.microsoft.com/office/drawing/2014/main" id="{B3EBBA88-ED34-41AC-91F9-D11C7594AE77}"/>
              </a:ext>
            </a:extLst>
          </p:cNvPr>
          <p:cNvSpPr/>
          <p:nvPr userDrawn="1"/>
        </p:nvSpPr>
        <p:spPr>
          <a:xfrm>
            <a:off x="7684096" y="1393472"/>
            <a:ext cx="459370" cy="463296"/>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chemeClr val="accent5"/>
          </a:solidFill>
          <a:ln w="95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64B609E2-45AF-4957-8588-3BC7684122D6}"/>
              </a:ext>
            </a:extLst>
          </p:cNvPr>
          <p:cNvSpPr/>
          <p:nvPr userDrawn="1"/>
        </p:nvSpPr>
        <p:spPr>
          <a:xfrm>
            <a:off x="912560" y="1146468"/>
            <a:ext cx="1440160" cy="1444711"/>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chemeClr val="bg1"/>
          </a:solidFill>
          <a:ln w="9525"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E8683384-862C-498A-A06D-3604B81B3F68}"/>
              </a:ext>
            </a:extLst>
          </p:cNvPr>
          <p:cNvSpPr/>
          <p:nvPr userDrawn="1"/>
        </p:nvSpPr>
        <p:spPr>
          <a:xfrm>
            <a:off x="2787393" y="0"/>
            <a:ext cx="1852004" cy="1146468"/>
          </a:xfrm>
          <a:custGeom>
            <a:avLst/>
            <a:gdLst>
              <a:gd name="connsiteX0" fmla="*/ 15250 w 1852004"/>
              <a:gd name="connsiteY0" fmla="*/ 0 h 1146468"/>
              <a:gd name="connsiteX1" fmla="*/ 1824221 w 1852004"/>
              <a:gd name="connsiteY1" fmla="*/ 0 h 1146468"/>
              <a:gd name="connsiteX2" fmla="*/ 1850615 w 1852004"/>
              <a:gd name="connsiteY2" fmla="*/ 184419 h 1146468"/>
              <a:gd name="connsiteX3" fmla="*/ 1841276 w 1852004"/>
              <a:gd name="connsiteY3" fmla="*/ 405115 h 1146468"/>
              <a:gd name="connsiteX4" fmla="*/ 1832630 w 1852004"/>
              <a:gd name="connsiteY4" fmla="*/ 443869 h 1146468"/>
              <a:gd name="connsiteX5" fmla="*/ 1828616 w 1852004"/>
              <a:gd name="connsiteY5" fmla="*/ 461472 h 1146468"/>
              <a:gd name="connsiteX6" fmla="*/ 1604118 w 1852004"/>
              <a:gd name="connsiteY6" fmla="*/ 871095 h 1146468"/>
              <a:gd name="connsiteX7" fmla="*/ 1196194 w 1852004"/>
              <a:gd name="connsiteY7" fmla="*/ 1098679 h 1146468"/>
              <a:gd name="connsiteX8" fmla="*/ 1084870 w 1852004"/>
              <a:gd name="connsiteY8" fmla="*/ 1124619 h 1146468"/>
              <a:gd name="connsiteX9" fmla="*/ 883687 w 1852004"/>
              <a:gd name="connsiteY9" fmla="*/ 1146390 h 1146468"/>
              <a:gd name="connsiteX10" fmla="*/ 833507 w 1852004"/>
              <a:gd name="connsiteY10" fmla="*/ 1144228 h 1146468"/>
              <a:gd name="connsiteX11" fmla="*/ 338502 w 1852004"/>
              <a:gd name="connsiteY11" fmla="*/ 920193 h 1146468"/>
              <a:gd name="connsiteX12" fmla="*/ 299439 w 1852004"/>
              <a:gd name="connsiteY12" fmla="*/ 887616 h 1146468"/>
              <a:gd name="connsiteX13" fmla="*/ 80653 w 1852004"/>
              <a:gd name="connsiteY13" fmla="*/ 576963 h 1146468"/>
              <a:gd name="connsiteX14" fmla="*/ 8394 w 1852004"/>
              <a:gd name="connsiteY14" fmla="*/ 39034 h 114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52004" h="1146468">
                <a:moveTo>
                  <a:pt x="15250" y="0"/>
                </a:moveTo>
                <a:lnTo>
                  <a:pt x="1824221" y="0"/>
                </a:lnTo>
                <a:lnTo>
                  <a:pt x="1850615" y="184419"/>
                </a:lnTo>
                <a:cubicBezTo>
                  <a:pt x="1854169" y="259052"/>
                  <a:pt x="1850849" y="333319"/>
                  <a:pt x="1841276" y="405115"/>
                </a:cubicBezTo>
                <a:cubicBezTo>
                  <a:pt x="1838188" y="419165"/>
                  <a:pt x="1834946" y="433370"/>
                  <a:pt x="1832630" y="443869"/>
                </a:cubicBezTo>
                <a:cubicBezTo>
                  <a:pt x="1830159" y="454369"/>
                  <a:pt x="1828616" y="461472"/>
                  <a:pt x="1828616" y="461472"/>
                </a:cubicBezTo>
                <a:cubicBezTo>
                  <a:pt x="1793721" y="616490"/>
                  <a:pt x="1716213" y="758228"/>
                  <a:pt x="1604118" y="871095"/>
                </a:cubicBezTo>
                <a:cubicBezTo>
                  <a:pt x="1492178" y="983961"/>
                  <a:pt x="1351056" y="1062705"/>
                  <a:pt x="1196194" y="1098679"/>
                </a:cubicBezTo>
                <a:lnTo>
                  <a:pt x="1084870" y="1124619"/>
                </a:lnTo>
                <a:cubicBezTo>
                  <a:pt x="1018323" y="1140059"/>
                  <a:pt x="950697" y="1147316"/>
                  <a:pt x="883687" y="1146390"/>
                </a:cubicBezTo>
                <a:cubicBezTo>
                  <a:pt x="866857" y="1146235"/>
                  <a:pt x="850182" y="1145463"/>
                  <a:pt x="833507" y="1144228"/>
                </a:cubicBezTo>
                <a:cubicBezTo>
                  <a:pt x="657955" y="1121377"/>
                  <a:pt x="484100" y="1036765"/>
                  <a:pt x="338502" y="920193"/>
                </a:cubicBezTo>
                <a:cubicBezTo>
                  <a:pt x="325222" y="909540"/>
                  <a:pt x="312253" y="898733"/>
                  <a:pt x="299439" y="887616"/>
                </a:cubicBezTo>
                <a:cubicBezTo>
                  <a:pt x="201702" y="797754"/>
                  <a:pt x="122342" y="700637"/>
                  <a:pt x="80653" y="576963"/>
                </a:cubicBezTo>
                <a:cubicBezTo>
                  <a:pt x="25069" y="400330"/>
                  <a:pt x="-19089" y="223696"/>
                  <a:pt x="8394" y="39034"/>
                </a:cubicBezTo>
                <a:close/>
              </a:path>
            </a:pathLst>
          </a:custGeom>
          <a:solidFill>
            <a:schemeClr val="accent1"/>
          </a:solidFill>
          <a:ln w="9525" cap="flat">
            <a:noFill/>
            <a:prstDash val="solid"/>
            <a:miter/>
          </a:ln>
        </p:spPr>
        <p:txBody>
          <a:bodyPr wrap="square" rtlCol="0" anchor="ctr">
            <a:noAutofit/>
          </a:bodyPr>
          <a:lstStyle/>
          <a:p>
            <a:endParaRPr lang="en-GB"/>
          </a:p>
        </p:txBody>
      </p:sp>
      <p:sp>
        <p:nvSpPr>
          <p:cNvPr id="18" name="Text Placeholder 2">
            <a:extLst>
              <a:ext uri="{FF2B5EF4-FFF2-40B4-BE49-F238E27FC236}">
                <a16:creationId xmlns:a16="http://schemas.microsoft.com/office/drawing/2014/main" id="{E9EFFB58-7E87-4DB5-A8EA-F8F38946999B}"/>
              </a:ext>
            </a:extLst>
          </p:cNvPr>
          <p:cNvSpPr>
            <a:spLocks noGrp="1"/>
          </p:cNvSpPr>
          <p:nvPr>
            <p:ph type="body" idx="1" hasCustomPrompt="1"/>
          </p:nvPr>
        </p:nvSpPr>
        <p:spPr>
          <a:xfrm>
            <a:off x="1100520" y="1410073"/>
            <a:ext cx="1231106" cy="997196"/>
          </a:xfrm>
        </p:spPr>
        <p:txBody>
          <a:bodyPr wrap="none" anchor="t" anchorCtr="0">
            <a:noAutofit/>
          </a:bodyPr>
          <a:lstStyle>
            <a:lvl1pPr marL="0" indent="0">
              <a:buNone/>
              <a:defRPr sz="7200" b="1">
                <a:solidFill>
                  <a:schemeClr val="accent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pic>
        <p:nvPicPr>
          <p:cNvPr id="3" name="Picture 2" descr="A close up of a logo&#10;&#10;Description automatically generated">
            <a:extLst>
              <a:ext uri="{FF2B5EF4-FFF2-40B4-BE49-F238E27FC236}">
                <a16:creationId xmlns:a16="http://schemas.microsoft.com/office/drawing/2014/main" id="{F8302BA7-41A3-4E36-8FEF-8A0C699C518F}"/>
              </a:ext>
            </a:extLst>
          </p:cNvPr>
          <p:cNvPicPr>
            <a:picLocks noChangeAspect="1"/>
          </p:cNvPicPr>
          <p:nvPr userDrawn="1"/>
        </p:nvPicPr>
        <p:blipFill rotWithShape="1">
          <a:blip r:embed="rId2"/>
          <a:srcRect l="7093" t="20833" r="7093" b="20972"/>
          <a:stretch/>
        </p:blipFill>
        <p:spPr>
          <a:xfrm>
            <a:off x="352425" y="6161531"/>
            <a:ext cx="901577" cy="344044"/>
          </a:xfrm>
          <a:prstGeom prst="rect">
            <a:avLst/>
          </a:prstGeom>
        </p:spPr>
      </p:pic>
    </p:spTree>
    <p:extLst>
      <p:ext uri="{BB962C8B-B14F-4D97-AF65-F5344CB8AC3E}">
        <p14:creationId xmlns:p14="http://schemas.microsoft.com/office/powerpoint/2010/main" val="37160992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Section Header: Pink">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5998-F277-4CC4-8AA0-099B84B2216C}"/>
              </a:ext>
            </a:extLst>
          </p:cNvPr>
          <p:cNvSpPr>
            <a:spLocks noGrp="1"/>
          </p:cNvSpPr>
          <p:nvPr>
            <p:ph type="title" hasCustomPrompt="1"/>
          </p:nvPr>
        </p:nvSpPr>
        <p:spPr>
          <a:xfrm>
            <a:off x="1044747" y="2940911"/>
            <a:ext cx="3960000" cy="2852737"/>
          </a:xfrm>
        </p:spPr>
        <p:txBody>
          <a:bodyPr anchor="t" anchorCtr="0"/>
          <a:lstStyle>
            <a:lvl1pPr>
              <a:defRPr sz="4400">
                <a:solidFill>
                  <a:schemeClr val="bg1"/>
                </a:solidFill>
              </a:defRPr>
            </a:lvl1pPr>
          </a:lstStyle>
          <a:p>
            <a:r>
              <a:rPr lang="en-GB"/>
              <a:t>Section divider title goes here</a:t>
            </a:r>
          </a:p>
        </p:txBody>
      </p:sp>
      <p:sp>
        <p:nvSpPr>
          <p:cNvPr id="9" name="Freeform: Shape 8">
            <a:extLst>
              <a:ext uri="{FF2B5EF4-FFF2-40B4-BE49-F238E27FC236}">
                <a16:creationId xmlns:a16="http://schemas.microsoft.com/office/drawing/2014/main" id="{B3EBBA88-ED34-41AC-91F9-D11C7594AE77}"/>
              </a:ext>
            </a:extLst>
          </p:cNvPr>
          <p:cNvSpPr/>
          <p:nvPr userDrawn="1"/>
        </p:nvSpPr>
        <p:spPr>
          <a:xfrm>
            <a:off x="7684096" y="1393472"/>
            <a:ext cx="459370" cy="463296"/>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chemeClr val="accent5"/>
          </a:solidFill>
          <a:ln w="95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64B609E2-45AF-4957-8588-3BC7684122D6}"/>
              </a:ext>
            </a:extLst>
          </p:cNvPr>
          <p:cNvSpPr/>
          <p:nvPr userDrawn="1"/>
        </p:nvSpPr>
        <p:spPr>
          <a:xfrm>
            <a:off x="912560" y="1146468"/>
            <a:ext cx="1440160" cy="1444711"/>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chemeClr val="bg1"/>
          </a:solidFill>
          <a:ln w="9525" cap="flat">
            <a:noFill/>
            <a:prstDash val="solid"/>
            <a:miter/>
          </a:ln>
        </p:spPr>
        <p:txBody>
          <a:bodyPr rtlCol="0" anchor="ctr"/>
          <a:lstStyle/>
          <a:p>
            <a:endParaRPr lang="en-GB"/>
          </a:p>
        </p:txBody>
      </p:sp>
      <p:sp>
        <p:nvSpPr>
          <p:cNvPr id="18" name="Text Placeholder 2">
            <a:extLst>
              <a:ext uri="{FF2B5EF4-FFF2-40B4-BE49-F238E27FC236}">
                <a16:creationId xmlns:a16="http://schemas.microsoft.com/office/drawing/2014/main" id="{E9EFFB58-7E87-4DB5-A8EA-F8F38946999B}"/>
              </a:ext>
            </a:extLst>
          </p:cNvPr>
          <p:cNvSpPr>
            <a:spLocks noGrp="1"/>
          </p:cNvSpPr>
          <p:nvPr>
            <p:ph type="body" idx="1" hasCustomPrompt="1"/>
          </p:nvPr>
        </p:nvSpPr>
        <p:spPr>
          <a:xfrm>
            <a:off x="1100520" y="1410073"/>
            <a:ext cx="1231106" cy="997196"/>
          </a:xfrm>
        </p:spPr>
        <p:txBody>
          <a:bodyPr wrap="none" anchor="t" anchorCtr="0">
            <a:noAutofit/>
          </a:bodyPr>
          <a:lstStyle>
            <a:lvl1pPr marL="0" indent="0">
              <a:buNone/>
              <a:defRPr sz="7200" b="1">
                <a:solidFill>
                  <a:schemeClr val="accent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pic>
        <p:nvPicPr>
          <p:cNvPr id="3" name="Picture 2" descr="A close up of a logo&#10;&#10;Description automatically generated">
            <a:extLst>
              <a:ext uri="{FF2B5EF4-FFF2-40B4-BE49-F238E27FC236}">
                <a16:creationId xmlns:a16="http://schemas.microsoft.com/office/drawing/2014/main" id="{6F11E687-F7C2-4438-95FB-FE0D83DD9366}"/>
              </a:ext>
            </a:extLst>
          </p:cNvPr>
          <p:cNvPicPr>
            <a:picLocks noChangeAspect="1"/>
          </p:cNvPicPr>
          <p:nvPr userDrawn="1"/>
        </p:nvPicPr>
        <p:blipFill rotWithShape="1">
          <a:blip r:embed="rId2"/>
          <a:srcRect l="7093" t="20833" r="7093" b="20972"/>
          <a:stretch/>
        </p:blipFill>
        <p:spPr>
          <a:xfrm>
            <a:off x="352425" y="6161531"/>
            <a:ext cx="901577" cy="344044"/>
          </a:xfrm>
          <a:prstGeom prst="rect">
            <a:avLst/>
          </a:prstGeom>
        </p:spPr>
      </p:pic>
      <p:sp>
        <p:nvSpPr>
          <p:cNvPr id="4" name="Freeform: Shape 3">
            <a:extLst>
              <a:ext uri="{FF2B5EF4-FFF2-40B4-BE49-F238E27FC236}">
                <a16:creationId xmlns:a16="http://schemas.microsoft.com/office/drawing/2014/main" id="{1C6E8E86-7330-41E3-A54F-FC52FFDB8F4A}"/>
              </a:ext>
            </a:extLst>
          </p:cNvPr>
          <p:cNvSpPr/>
          <p:nvPr userDrawn="1"/>
        </p:nvSpPr>
        <p:spPr>
          <a:xfrm>
            <a:off x="5231903" y="4365102"/>
            <a:ext cx="4320482" cy="2492898"/>
          </a:xfrm>
          <a:custGeom>
            <a:avLst/>
            <a:gdLst>
              <a:gd name="connsiteX0" fmla="*/ 2195872 w 4320482"/>
              <a:gd name="connsiteY0" fmla="*/ 383 h 2492898"/>
              <a:gd name="connsiteX1" fmla="*/ 2384430 w 4320482"/>
              <a:gd name="connsiteY1" fmla="*/ 7912 h 2492898"/>
              <a:gd name="connsiteX2" fmla="*/ 2495472 w 4320482"/>
              <a:gd name="connsiteY2" fmla="*/ 20256 h 2492898"/>
              <a:gd name="connsiteX3" fmla="*/ 3590676 w 4320482"/>
              <a:gd name="connsiteY3" fmla="*/ 569670 h 2492898"/>
              <a:gd name="connsiteX4" fmla="*/ 3671239 w 4320482"/>
              <a:gd name="connsiteY4" fmla="*/ 649502 h 2492898"/>
              <a:gd name="connsiteX5" fmla="*/ 3747445 w 4320482"/>
              <a:gd name="connsiteY5" fmla="*/ 732969 h 2492898"/>
              <a:gd name="connsiteX6" fmla="*/ 3816396 w 4320482"/>
              <a:gd name="connsiteY6" fmla="*/ 816436 h 2492898"/>
              <a:gd name="connsiteX7" fmla="*/ 4132837 w 4320482"/>
              <a:gd name="connsiteY7" fmla="*/ 1350611 h 2492898"/>
              <a:gd name="connsiteX8" fmla="*/ 4171301 w 4320482"/>
              <a:gd name="connsiteY8" fmla="*/ 1447138 h 2492898"/>
              <a:gd name="connsiteX9" fmla="*/ 4312325 w 4320482"/>
              <a:gd name="connsiteY9" fmla="*/ 2374624 h 2492898"/>
              <a:gd name="connsiteX10" fmla="*/ 4298071 w 4320482"/>
              <a:gd name="connsiteY10" fmla="*/ 2492898 h 2492898"/>
              <a:gd name="connsiteX11" fmla="*/ 45159 w 4320482"/>
              <a:gd name="connsiteY11" fmla="*/ 2492898 h 2492898"/>
              <a:gd name="connsiteX12" fmla="*/ 31440 w 4320482"/>
              <a:gd name="connsiteY12" fmla="*/ 2424044 h 2492898"/>
              <a:gd name="connsiteX13" fmla="*/ 16201 w 4320482"/>
              <a:gd name="connsiteY13" fmla="*/ 2310091 h 2492898"/>
              <a:gd name="connsiteX14" fmla="*/ 351508 w 4320482"/>
              <a:gd name="connsiteY14" fmla="*/ 1069732 h 2492898"/>
              <a:gd name="connsiteX15" fmla="*/ 926328 w 4320482"/>
              <a:gd name="connsiteY15" fmla="*/ 531930 h 2492898"/>
              <a:gd name="connsiteX16" fmla="*/ 1010519 w 4320482"/>
              <a:gd name="connsiteY16" fmla="*/ 466606 h 2492898"/>
              <a:gd name="connsiteX17" fmla="*/ 2195872 w 4320482"/>
              <a:gd name="connsiteY17" fmla="*/ 383 h 2492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20482" h="2492898">
                <a:moveTo>
                  <a:pt x="2195872" y="383"/>
                </a:moveTo>
                <a:cubicBezTo>
                  <a:pt x="2258053" y="-1013"/>
                  <a:pt x="2320924" y="1380"/>
                  <a:pt x="2384430" y="7912"/>
                </a:cubicBezTo>
                <a:cubicBezTo>
                  <a:pt x="2421439" y="10815"/>
                  <a:pt x="2458456" y="15173"/>
                  <a:pt x="2495472" y="20256"/>
                </a:cubicBezTo>
                <a:cubicBezTo>
                  <a:pt x="2902634" y="79042"/>
                  <a:pt x="3296012" y="291694"/>
                  <a:pt x="3590676" y="569670"/>
                </a:cubicBezTo>
                <a:cubicBezTo>
                  <a:pt x="3618259" y="595798"/>
                  <a:pt x="3645111" y="622650"/>
                  <a:pt x="3671239" y="649502"/>
                </a:cubicBezTo>
                <a:cubicBezTo>
                  <a:pt x="3697367" y="677086"/>
                  <a:pt x="3722772" y="704662"/>
                  <a:pt x="3747445" y="732969"/>
                </a:cubicBezTo>
                <a:cubicBezTo>
                  <a:pt x="3771393" y="760553"/>
                  <a:pt x="3793895" y="788129"/>
                  <a:pt x="3816396" y="816436"/>
                </a:cubicBezTo>
                <a:cubicBezTo>
                  <a:pt x="3944133" y="979735"/>
                  <a:pt x="4051549" y="1159729"/>
                  <a:pt x="4132837" y="1350611"/>
                </a:cubicBezTo>
                <a:cubicBezTo>
                  <a:pt x="4146629" y="1382546"/>
                  <a:pt x="4158965" y="1414480"/>
                  <a:pt x="4171301" y="1447138"/>
                </a:cubicBezTo>
                <a:cubicBezTo>
                  <a:pt x="4297680" y="1741806"/>
                  <a:pt x="4340149" y="2060369"/>
                  <a:pt x="4312325" y="2374624"/>
                </a:cubicBezTo>
                <a:lnTo>
                  <a:pt x="4298071" y="2492898"/>
                </a:lnTo>
                <a:lnTo>
                  <a:pt x="45159" y="2492898"/>
                </a:lnTo>
                <a:lnTo>
                  <a:pt x="31440" y="2424044"/>
                </a:lnTo>
                <a:cubicBezTo>
                  <a:pt x="24910" y="2385572"/>
                  <a:pt x="19828" y="2347831"/>
                  <a:pt x="16201" y="2310091"/>
                </a:cubicBezTo>
                <a:cubicBezTo>
                  <a:pt x="-40414" y="1865912"/>
                  <a:pt x="46680" y="1397785"/>
                  <a:pt x="351508" y="1069732"/>
                </a:cubicBezTo>
                <a:cubicBezTo>
                  <a:pt x="529331" y="874499"/>
                  <a:pt x="719482" y="695952"/>
                  <a:pt x="926328" y="531930"/>
                </a:cubicBezTo>
                <a:cubicBezTo>
                  <a:pt x="953911" y="509429"/>
                  <a:pt x="982219" y="487659"/>
                  <a:pt x="1010519" y="466606"/>
                </a:cubicBezTo>
                <a:cubicBezTo>
                  <a:pt x="1359171" y="205602"/>
                  <a:pt x="1760609" y="10158"/>
                  <a:pt x="2195872" y="383"/>
                </a:cubicBezTo>
                <a:close/>
              </a:path>
            </a:pathLst>
          </a:custGeom>
          <a:solidFill>
            <a:srgbClr val="007CB9"/>
          </a:solidFill>
          <a:ln w="9525" cap="flat">
            <a:noFill/>
            <a:prstDash val="solid"/>
            <a:miter/>
          </a:ln>
        </p:spPr>
        <p:txBody>
          <a:bodyPr wrap="square" rtlCol="0" anchor="ctr">
            <a:noAutofit/>
          </a:bodyPr>
          <a:lstStyle/>
          <a:p>
            <a:endParaRPr lang="en-GB"/>
          </a:p>
        </p:txBody>
      </p:sp>
      <p:sp>
        <p:nvSpPr>
          <p:cNvPr id="6" name="Freeform: Shape 5">
            <a:extLst>
              <a:ext uri="{FF2B5EF4-FFF2-40B4-BE49-F238E27FC236}">
                <a16:creationId xmlns:a16="http://schemas.microsoft.com/office/drawing/2014/main" id="{DB8AC165-3EFF-41F5-A5BB-B0FE2C3CB6D4}"/>
              </a:ext>
            </a:extLst>
          </p:cNvPr>
          <p:cNvSpPr/>
          <p:nvPr userDrawn="1"/>
        </p:nvSpPr>
        <p:spPr>
          <a:xfrm>
            <a:off x="10200456" y="980728"/>
            <a:ext cx="1991544" cy="2846763"/>
          </a:xfrm>
          <a:custGeom>
            <a:avLst/>
            <a:gdLst>
              <a:gd name="connsiteX0" fmla="*/ 1405152 w 1991544"/>
              <a:gd name="connsiteY0" fmla="*/ 196 h 2846763"/>
              <a:gd name="connsiteX1" fmla="*/ 1906215 w 1991544"/>
              <a:gd name="connsiteY1" fmla="*/ 71890 h 2846763"/>
              <a:gd name="connsiteX2" fmla="*/ 1991544 w 1991544"/>
              <a:gd name="connsiteY2" fmla="*/ 102681 h 2846763"/>
              <a:gd name="connsiteX3" fmla="*/ 1991544 w 1991544"/>
              <a:gd name="connsiteY3" fmla="*/ 2727575 h 2846763"/>
              <a:gd name="connsiteX4" fmla="*/ 1914719 w 1991544"/>
              <a:gd name="connsiteY4" fmla="*/ 2760991 h 2846763"/>
              <a:gd name="connsiteX5" fmla="*/ 1642563 w 1991544"/>
              <a:gd name="connsiteY5" fmla="*/ 2828859 h 2846763"/>
              <a:gd name="connsiteX6" fmla="*/ 1137834 w 1991544"/>
              <a:gd name="connsiteY6" fmla="*/ 2796946 h 2846763"/>
              <a:gd name="connsiteX7" fmla="*/ 675510 w 1991544"/>
              <a:gd name="connsiteY7" fmla="*/ 2564314 h 2846763"/>
              <a:gd name="connsiteX8" fmla="*/ 484031 w 1991544"/>
              <a:gd name="connsiteY8" fmla="*/ 2413147 h 2846763"/>
              <a:gd name="connsiteX9" fmla="*/ 150206 w 1991544"/>
              <a:gd name="connsiteY9" fmla="*/ 2015072 h 2846763"/>
              <a:gd name="connsiteX10" fmla="*/ 170781 w 1991544"/>
              <a:gd name="connsiteY10" fmla="*/ 690680 h 2846763"/>
              <a:gd name="connsiteX11" fmla="*/ 895547 w 1991544"/>
              <a:gd name="connsiteY11" fmla="*/ 88527 h 2846763"/>
              <a:gd name="connsiteX12" fmla="*/ 1405152 w 1991544"/>
              <a:gd name="connsiteY12" fmla="*/ 196 h 284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1544" h="2846763">
                <a:moveTo>
                  <a:pt x="1405152" y="196"/>
                </a:moveTo>
                <a:cubicBezTo>
                  <a:pt x="1576311" y="-2448"/>
                  <a:pt x="1746046" y="21579"/>
                  <a:pt x="1906215" y="71890"/>
                </a:cubicBezTo>
                <a:lnTo>
                  <a:pt x="1991544" y="102681"/>
                </a:lnTo>
                <a:lnTo>
                  <a:pt x="1991544" y="2727575"/>
                </a:lnTo>
                <a:lnTo>
                  <a:pt x="1914719" y="2760991"/>
                </a:lnTo>
                <a:cubicBezTo>
                  <a:pt x="1827325" y="2793377"/>
                  <a:pt x="1736414" y="2816053"/>
                  <a:pt x="1642563" y="2828859"/>
                </a:cubicBezTo>
                <a:cubicBezTo>
                  <a:pt x="1472920" y="2851955"/>
                  <a:pt x="1351148" y="2862871"/>
                  <a:pt x="1137834" y="2796946"/>
                </a:cubicBezTo>
                <a:cubicBezTo>
                  <a:pt x="970289" y="2744877"/>
                  <a:pt x="812822" y="2673072"/>
                  <a:pt x="675510" y="2564314"/>
                </a:cubicBezTo>
                <a:lnTo>
                  <a:pt x="484031" y="2413147"/>
                </a:lnTo>
                <a:cubicBezTo>
                  <a:pt x="345463" y="2303551"/>
                  <a:pt x="233346" y="2169599"/>
                  <a:pt x="150206" y="2015072"/>
                </a:cubicBezTo>
                <a:cubicBezTo>
                  <a:pt x="-72767" y="1599783"/>
                  <a:pt x="-32037" y="1101772"/>
                  <a:pt x="170781" y="690680"/>
                </a:cubicBezTo>
                <a:cubicBezTo>
                  <a:pt x="314392" y="399683"/>
                  <a:pt x="582292" y="194768"/>
                  <a:pt x="895547" y="88527"/>
                </a:cubicBezTo>
                <a:cubicBezTo>
                  <a:pt x="1061410" y="32155"/>
                  <a:pt x="1233993" y="2840"/>
                  <a:pt x="1405152" y="196"/>
                </a:cubicBezTo>
                <a:close/>
              </a:path>
            </a:pathLst>
          </a:custGeom>
          <a:solidFill>
            <a:schemeClr val="accent3"/>
          </a:solidFill>
          <a:ln w="9525" cap="flat">
            <a:noFill/>
            <a:prstDash val="solid"/>
            <a:miter/>
          </a:ln>
        </p:spPr>
        <p:txBody>
          <a:bodyPr wrap="square" rtlCol="0" anchor="ctr">
            <a:noAutofit/>
          </a:bodyPr>
          <a:lstStyle/>
          <a:p>
            <a:endParaRPr lang="en-GB"/>
          </a:p>
        </p:txBody>
      </p:sp>
      <p:sp>
        <p:nvSpPr>
          <p:cNvPr id="8" name="Freeform: Shape 7">
            <a:extLst>
              <a:ext uri="{FF2B5EF4-FFF2-40B4-BE49-F238E27FC236}">
                <a16:creationId xmlns:a16="http://schemas.microsoft.com/office/drawing/2014/main" id="{289431FE-0897-4178-B3FE-EB0A07A2D5C1}"/>
              </a:ext>
            </a:extLst>
          </p:cNvPr>
          <p:cNvSpPr/>
          <p:nvPr userDrawn="1"/>
        </p:nvSpPr>
        <p:spPr>
          <a:xfrm>
            <a:off x="2787393" y="0"/>
            <a:ext cx="1852004" cy="1146468"/>
          </a:xfrm>
          <a:custGeom>
            <a:avLst/>
            <a:gdLst>
              <a:gd name="connsiteX0" fmla="*/ 15250 w 1852004"/>
              <a:gd name="connsiteY0" fmla="*/ 0 h 1146468"/>
              <a:gd name="connsiteX1" fmla="*/ 1824221 w 1852004"/>
              <a:gd name="connsiteY1" fmla="*/ 0 h 1146468"/>
              <a:gd name="connsiteX2" fmla="*/ 1850615 w 1852004"/>
              <a:gd name="connsiteY2" fmla="*/ 184419 h 1146468"/>
              <a:gd name="connsiteX3" fmla="*/ 1841276 w 1852004"/>
              <a:gd name="connsiteY3" fmla="*/ 405115 h 1146468"/>
              <a:gd name="connsiteX4" fmla="*/ 1832630 w 1852004"/>
              <a:gd name="connsiteY4" fmla="*/ 443869 h 1146468"/>
              <a:gd name="connsiteX5" fmla="*/ 1828616 w 1852004"/>
              <a:gd name="connsiteY5" fmla="*/ 461472 h 1146468"/>
              <a:gd name="connsiteX6" fmla="*/ 1604118 w 1852004"/>
              <a:gd name="connsiteY6" fmla="*/ 871095 h 1146468"/>
              <a:gd name="connsiteX7" fmla="*/ 1196194 w 1852004"/>
              <a:gd name="connsiteY7" fmla="*/ 1098679 h 1146468"/>
              <a:gd name="connsiteX8" fmla="*/ 1084870 w 1852004"/>
              <a:gd name="connsiteY8" fmla="*/ 1124619 h 1146468"/>
              <a:gd name="connsiteX9" fmla="*/ 883687 w 1852004"/>
              <a:gd name="connsiteY9" fmla="*/ 1146390 h 1146468"/>
              <a:gd name="connsiteX10" fmla="*/ 833507 w 1852004"/>
              <a:gd name="connsiteY10" fmla="*/ 1144228 h 1146468"/>
              <a:gd name="connsiteX11" fmla="*/ 338502 w 1852004"/>
              <a:gd name="connsiteY11" fmla="*/ 920193 h 1146468"/>
              <a:gd name="connsiteX12" fmla="*/ 299439 w 1852004"/>
              <a:gd name="connsiteY12" fmla="*/ 887616 h 1146468"/>
              <a:gd name="connsiteX13" fmla="*/ 80653 w 1852004"/>
              <a:gd name="connsiteY13" fmla="*/ 576963 h 1146468"/>
              <a:gd name="connsiteX14" fmla="*/ 8394 w 1852004"/>
              <a:gd name="connsiteY14" fmla="*/ 39034 h 114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52004" h="1146468">
                <a:moveTo>
                  <a:pt x="15250" y="0"/>
                </a:moveTo>
                <a:lnTo>
                  <a:pt x="1824221" y="0"/>
                </a:lnTo>
                <a:lnTo>
                  <a:pt x="1850615" y="184419"/>
                </a:lnTo>
                <a:cubicBezTo>
                  <a:pt x="1854169" y="259052"/>
                  <a:pt x="1850849" y="333319"/>
                  <a:pt x="1841276" y="405115"/>
                </a:cubicBezTo>
                <a:cubicBezTo>
                  <a:pt x="1838188" y="419165"/>
                  <a:pt x="1834946" y="433370"/>
                  <a:pt x="1832630" y="443869"/>
                </a:cubicBezTo>
                <a:cubicBezTo>
                  <a:pt x="1830159" y="454369"/>
                  <a:pt x="1828616" y="461472"/>
                  <a:pt x="1828616" y="461472"/>
                </a:cubicBezTo>
                <a:cubicBezTo>
                  <a:pt x="1793721" y="616490"/>
                  <a:pt x="1716213" y="758228"/>
                  <a:pt x="1604118" y="871095"/>
                </a:cubicBezTo>
                <a:cubicBezTo>
                  <a:pt x="1492178" y="983961"/>
                  <a:pt x="1351056" y="1062705"/>
                  <a:pt x="1196194" y="1098679"/>
                </a:cubicBezTo>
                <a:lnTo>
                  <a:pt x="1084870" y="1124619"/>
                </a:lnTo>
                <a:cubicBezTo>
                  <a:pt x="1018323" y="1140059"/>
                  <a:pt x="950697" y="1147316"/>
                  <a:pt x="883687" y="1146390"/>
                </a:cubicBezTo>
                <a:cubicBezTo>
                  <a:pt x="866857" y="1146235"/>
                  <a:pt x="850182" y="1145463"/>
                  <a:pt x="833507" y="1144228"/>
                </a:cubicBezTo>
                <a:cubicBezTo>
                  <a:pt x="657955" y="1121377"/>
                  <a:pt x="484100" y="1036765"/>
                  <a:pt x="338502" y="920193"/>
                </a:cubicBezTo>
                <a:cubicBezTo>
                  <a:pt x="325222" y="909540"/>
                  <a:pt x="312253" y="898733"/>
                  <a:pt x="299439" y="887616"/>
                </a:cubicBezTo>
                <a:cubicBezTo>
                  <a:pt x="201702" y="797754"/>
                  <a:pt x="122342" y="700637"/>
                  <a:pt x="80653" y="576963"/>
                </a:cubicBezTo>
                <a:cubicBezTo>
                  <a:pt x="25069" y="400330"/>
                  <a:pt x="-19089" y="223696"/>
                  <a:pt x="8394" y="39034"/>
                </a:cubicBezTo>
                <a:close/>
              </a:path>
            </a:pathLst>
          </a:custGeom>
          <a:solidFill>
            <a:schemeClr val="accent1"/>
          </a:solidFill>
          <a:ln w="9525" cap="flat">
            <a:noFill/>
            <a:prstDash val="solid"/>
            <a:miter/>
          </a:ln>
        </p:spPr>
        <p:txBody>
          <a:bodyPr wrap="square" rtlCol="0" anchor="ctr">
            <a:noAutofit/>
          </a:bodyPr>
          <a:lstStyle/>
          <a:p>
            <a:endParaRPr lang="en-GB"/>
          </a:p>
        </p:txBody>
      </p:sp>
    </p:spTree>
    <p:extLst>
      <p:ext uri="{BB962C8B-B14F-4D97-AF65-F5344CB8AC3E}">
        <p14:creationId xmlns:p14="http://schemas.microsoft.com/office/powerpoint/2010/main" val="21959853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5998-F277-4CC4-8AA0-099B84B2216C}"/>
              </a:ext>
            </a:extLst>
          </p:cNvPr>
          <p:cNvSpPr>
            <a:spLocks noGrp="1"/>
          </p:cNvSpPr>
          <p:nvPr>
            <p:ph type="title" hasCustomPrompt="1"/>
          </p:nvPr>
        </p:nvSpPr>
        <p:spPr>
          <a:xfrm>
            <a:off x="1044747" y="2940911"/>
            <a:ext cx="3960000" cy="2852737"/>
          </a:xfrm>
        </p:spPr>
        <p:txBody>
          <a:bodyPr anchor="t" anchorCtr="0"/>
          <a:lstStyle>
            <a:lvl1pPr>
              <a:defRPr sz="4400">
                <a:solidFill>
                  <a:schemeClr val="accent1"/>
                </a:solidFill>
              </a:defRPr>
            </a:lvl1pPr>
          </a:lstStyle>
          <a:p>
            <a:r>
              <a:rPr lang="en-GB"/>
              <a:t>Section divider title goes here</a:t>
            </a:r>
          </a:p>
        </p:txBody>
      </p:sp>
      <p:sp>
        <p:nvSpPr>
          <p:cNvPr id="9" name="Freeform: Shape 8">
            <a:extLst>
              <a:ext uri="{FF2B5EF4-FFF2-40B4-BE49-F238E27FC236}">
                <a16:creationId xmlns:a16="http://schemas.microsoft.com/office/drawing/2014/main" id="{B3EBBA88-ED34-41AC-91F9-D11C7594AE77}"/>
              </a:ext>
            </a:extLst>
          </p:cNvPr>
          <p:cNvSpPr/>
          <p:nvPr userDrawn="1"/>
        </p:nvSpPr>
        <p:spPr>
          <a:xfrm>
            <a:off x="7684096" y="1393472"/>
            <a:ext cx="459370" cy="463296"/>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chemeClr val="accent5"/>
          </a:solidFill>
          <a:ln w="95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64B609E2-45AF-4957-8588-3BC7684122D6}"/>
              </a:ext>
            </a:extLst>
          </p:cNvPr>
          <p:cNvSpPr/>
          <p:nvPr userDrawn="1"/>
        </p:nvSpPr>
        <p:spPr>
          <a:xfrm>
            <a:off x="912560" y="1146468"/>
            <a:ext cx="1440160" cy="1444711"/>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chemeClr val="accent3"/>
          </a:solidFill>
          <a:ln w="9525" cap="flat">
            <a:noFill/>
            <a:prstDash val="solid"/>
            <a:miter/>
          </a:ln>
        </p:spPr>
        <p:txBody>
          <a:bodyPr rtlCol="0" anchor="ctr"/>
          <a:lstStyle/>
          <a:p>
            <a:endParaRPr lang="en-GB"/>
          </a:p>
        </p:txBody>
      </p:sp>
      <p:sp>
        <p:nvSpPr>
          <p:cNvPr id="18" name="Text Placeholder 2">
            <a:extLst>
              <a:ext uri="{FF2B5EF4-FFF2-40B4-BE49-F238E27FC236}">
                <a16:creationId xmlns:a16="http://schemas.microsoft.com/office/drawing/2014/main" id="{E9EFFB58-7E87-4DB5-A8EA-F8F38946999B}"/>
              </a:ext>
            </a:extLst>
          </p:cNvPr>
          <p:cNvSpPr>
            <a:spLocks noGrp="1"/>
          </p:cNvSpPr>
          <p:nvPr>
            <p:ph type="body" idx="1" hasCustomPrompt="1"/>
          </p:nvPr>
        </p:nvSpPr>
        <p:spPr>
          <a:xfrm>
            <a:off x="1100520" y="1410073"/>
            <a:ext cx="1231106" cy="997196"/>
          </a:xfrm>
        </p:spPr>
        <p:txBody>
          <a:bodyPr wrap="none" anchor="t" anchorCtr="0">
            <a:noAutofit/>
          </a:bodyPr>
          <a:lstStyle>
            <a:lvl1pPr marL="0" indent="0">
              <a:buNone/>
              <a:defRPr sz="7200" b="1">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4" name="Freeform: Shape 3">
            <a:extLst>
              <a:ext uri="{FF2B5EF4-FFF2-40B4-BE49-F238E27FC236}">
                <a16:creationId xmlns:a16="http://schemas.microsoft.com/office/drawing/2014/main" id="{85192ECB-6DAA-457E-B417-9C8E2CC6FD03}"/>
              </a:ext>
            </a:extLst>
          </p:cNvPr>
          <p:cNvSpPr/>
          <p:nvPr userDrawn="1"/>
        </p:nvSpPr>
        <p:spPr>
          <a:xfrm>
            <a:off x="5231903" y="4365102"/>
            <a:ext cx="4320482" cy="2492898"/>
          </a:xfrm>
          <a:custGeom>
            <a:avLst/>
            <a:gdLst>
              <a:gd name="connsiteX0" fmla="*/ 2195872 w 4320482"/>
              <a:gd name="connsiteY0" fmla="*/ 383 h 2492898"/>
              <a:gd name="connsiteX1" fmla="*/ 2384430 w 4320482"/>
              <a:gd name="connsiteY1" fmla="*/ 7912 h 2492898"/>
              <a:gd name="connsiteX2" fmla="*/ 2495472 w 4320482"/>
              <a:gd name="connsiteY2" fmla="*/ 20256 h 2492898"/>
              <a:gd name="connsiteX3" fmla="*/ 3590676 w 4320482"/>
              <a:gd name="connsiteY3" fmla="*/ 569670 h 2492898"/>
              <a:gd name="connsiteX4" fmla="*/ 3671239 w 4320482"/>
              <a:gd name="connsiteY4" fmla="*/ 649502 h 2492898"/>
              <a:gd name="connsiteX5" fmla="*/ 3747445 w 4320482"/>
              <a:gd name="connsiteY5" fmla="*/ 732969 h 2492898"/>
              <a:gd name="connsiteX6" fmla="*/ 3816396 w 4320482"/>
              <a:gd name="connsiteY6" fmla="*/ 816436 h 2492898"/>
              <a:gd name="connsiteX7" fmla="*/ 4132837 w 4320482"/>
              <a:gd name="connsiteY7" fmla="*/ 1350611 h 2492898"/>
              <a:gd name="connsiteX8" fmla="*/ 4171301 w 4320482"/>
              <a:gd name="connsiteY8" fmla="*/ 1447138 h 2492898"/>
              <a:gd name="connsiteX9" fmla="*/ 4312325 w 4320482"/>
              <a:gd name="connsiteY9" fmla="*/ 2374624 h 2492898"/>
              <a:gd name="connsiteX10" fmla="*/ 4298071 w 4320482"/>
              <a:gd name="connsiteY10" fmla="*/ 2492898 h 2492898"/>
              <a:gd name="connsiteX11" fmla="*/ 45159 w 4320482"/>
              <a:gd name="connsiteY11" fmla="*/ 2492898 h 2492898"/>
              <a:gd name="connsiteX12" fmla="*/ 31440 w 4320482"/>
              <a:gd name="connsiteY12" fmla="*/ 2424044 h 2492898"/>
              <a:gd name="connsiteX13" fmla="*/ 16201 w 4320482"/>
              <a:gd name="connsiteY13" fmla="*/ 2310091 h 2492898"/>
              <a:gd name="connsiteX14" fmla="*/ 351508 w 4320482"/>
              <a:gd name="connsiteY14" fmla="*/ 1069732 h 2492898"/>
              <a:gd name="connsiteX15" fmla="*/ 926328 w 4320482"/>
              <a:gd name="connsiteY15" fmla="*/ 531930 h 2492898"/>
              <a:gd name="connsiteX16" fmla="*/ 1010519 w 4320482"/>
              <a:gd name="connsiteY16" fmla="*/ 466606 h 2492898"/>
              <a:gd name="connsiteX17" fmla="*/ 2195872 w 4320482"/>
              <a:gd name="connsiteY17" fmla="*/ 383 h 2492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20482" h="2492898">
                <a:moveTo>
                  <a:pt x="2195872" y="383"/>
                </a:moveTo>
                <a:cubicBezTo>
                  <a:pt x="2258053" y="-1013"/>
                  <a:pt x="2320924" y="1380"/>
                  <a:pt x="2384430" y="7912"/>
                </a:cubicBezTo>
                <a:cubicBezTo>
                  <a:pt x="2421439" y="10815"/>
                  <a:pt x="2458456" y="15173"/>
                  <a:pt x="2495472" y="20256"/>
                </a:cubicBezTo>
                <a:cubicBezTo>
                  <a:pt x="2902634" y="79042"/>
                  <a:pt x="3296012" y="291694"/>
                  <a:pt x="3590676" y="569670"/>
                </a:cubicBezTo>
                <a:cubicBezTo>
                  <a:pt x="3618259" y="595798"/>
                  <a:pt x="3645111" y="622650"/>
                  <a:pt x="3671239" y="649502"/>
                </a:cubicBezTo>
                <a:cubicBezTo>
                  <a:pt x="3697367" y="677086"/>
                  <a:pt x="3722772" y="704662"/>
                  <a:pt x="3747445" y="732969"/>
                </a:cubicBezTo>
                <a:cubicBezTo>
                  <a:pt x="3771393" y="760553"/>
                  <a:pt x="3793895" y="788129"/>
                  <a:pt x="3816396" y="816436"/>
                </a:cubicBezTo>
                <a:cubicBezTo>
                  <a:pt x="3944133" y="979735"/>
                  <a:pt x="4051549" y="1159729"/>
                  <a:pt x="4132837" y="1350611"/>
                </a:cubicBezTo>
                <a:cubicBezTo>
                  <a:pt x="4146629" y="1382546"/>
                  <a:pt x="4158965" y="1414480"/>
                  <a:pt x="4171301" y="1447138"/>
                </a:cubicBezTo>
                <a:cubicBezTo>
                  <a:pt x="4297680" y="1741806"/>
                  <a:pt x="4340149" y="2060369"/>
                  <a:pt x="4312325" y="2374624"/>
                </a:cubicBezTo>
                <a:lnTo>
                  <a:pt x="4298071" y="2492898"/>
                </a:lnTo>
                <a:lnTo>
                  <a:pt x="45159" y="2492898"/>
                </a:lnTo>
                <a:lnTo>
                  <a:pt x="31440" y="2424044"/>
                </a:lnTo>
                <a:cubicBezTo>
                  <a:pt x="24910" y="2385572"/>
                  <a:pt x="19828" y="2347831"/>
                  <a:pt x="16201" y="2310091"/>
                </a:cubicBezTo>
                <a:cubicBezTo>
                  <a:pt x="-40414" y="1865912"/>
                  <a:pt x="46680" y="1397785"/>
                  <a:pt x="351508" y="1069732"/>
                </a:cubicBezTo>
                <a:cubicBezTo>
                  <a:pt x="529331" y="874499"/>
                  <a:pt x="719482" y="695952"/>
                  <a:pt x="926328" y="531930"/>
                </a:cubicBezTo>
                <a:cubicBezTo>
                  <a:pt x="953911" y="509429"/>
                  <a:pt x="982219" y="487659"/>
                  <a:pt x="1010519" y="466606"/>
                </a:cubicBezTo>
                <a:cubicBezTo>
                  <a:pt x="1359171" y="205602"/>
                  <a:pt x="1760609" y="10158"/>
                  <a:pt x="2195872" y="383"/>
                </a:cubicBezTo>
                <a:close/>
              </a:path>
            </a:pathLst>
          </a:custGeom>
          <a:solidFill>
            <a:srgbClr val="007CB9"/>
          </a:solidFill>
          <a:ln w="9525" cap="flat">
            <a:noFill/>
            <a:prstDash val="solid"/>
            <a:miter/>
          </a:ln>
        </p:spPr>
        <p:txBody>
          <a:bodyPr wrap="square" rtlCol="0" anchor="ctr">
            <a:noAutofit/>
          </a:bodyPr>
          <a:lstStyle/>
          <a:p>
            <a:endParaRPr lang="en-GB"/>
          </a:p>
        </p:txBody>
      </p:sp>
      <p:sp>
        <p:nvSpPr>
          <p:cNvPr id="6" name="Freeform: Shape 5">
            <a:extLst>
              <a:ext uri="{FF2B5EF4-FFF2-40B4-BE49-F238E27FC236}">
                <a16:creationId xmlns:a16="http://schemas.microsoft.com/office/drawing/2014/main" id="{09F12884-3BD9-404D-8445-7811E92B4B19}"/>
              </a:ext>
            </a:extLst>
          </p:cNvPr>
          <p:cNvSpPr/>
          <p:nvPr userDrawn="1"/>
        </p:nvSpPr>
        <p:spPr>
          <a:xfrm>
            <a:off x="10200456" y="980728"/>
            <a:ext cx="1991544" cy="2846763"/>
          </a:xfrm>
          <a:custGeom>
            <a:avLst/>
            <a:gdLst>
              <a:gd name="connsiteX0" fmla="*/ 1405152 w 1991544"/>
              <a:gd name="connsiteY0" fmla="*/ 196 h 2846763"/>
              <a:gd name="connsiteX1" fmla="*/ 1906215 w 1991544"/>
              <a:gd name="connsiteY1" fmla="*/ 71890 h 2846763"/>
              <a:gd name="connsiteX2" fmla="*/ 1991544 w 1991544"/>
              <a:gd name="connsiteY2" fmla="*/ 102681 h 2846763"/>
              <a:gd name="connsiteX3" fmla="*/ 1991544 w 1991544"/>
              <a:gd name="connsiteY3" fmla="*/ 2727575 h 2846763"/>
              <a:gd name="connsiteX4" fmla="*/ 1914719 w 1991544"/>
              <a:gd name="connsiteY4" fmla="*/ 2760991 h 2846763"/>
              <a:gd name="connsiteX5" fmla="*/ 1642563 w 1991544"/>
              <a:gd name="connsiteY5" fmla="*/ 2828859 h 2846763"/>
              <a:gd name="connsiteX6" fmla="*/ 1137834 w 1991544"/>
              <a:gd name="connsiteY6" fmla="*/ 2796946 h 2846763"/>
              <a:gd name="connsiteX7" fmla="*/ 675510 w 1991544"/>
              <a:gd name="connsiteY7" fmla="*/ 2564314 h 2846763"/>
              <a:gd name="connsiteX8" fmla="*/ 484031 w 1991544"/>
              <a:gd name="connsiteY8" fmla="*/ 2413147 h 2846763"/>
              <a:gd name="connsiteX9" fmla="*/ 150206 w 1991544"/>
              <a:gd name="connsiteY9" fmla="*/ 2015072 h 2846763"/>
              <a:gd name="connsiteX10" fmla="*/ 170781 w 1991544"/>
              <a:gd name="connsiteY10" fmla="*/ 690680 h 2846763"/>
              <a:gd name="connsiteX11" fmla="*/ 895547 w 1991544"/>
              <a:gd name="connsiteY11" fmla="*/ 88527 h 2846763"/>
              <a:gd name="connsiteX12" fmla="*/ 1405152 w 1991544"/>
              <a:gd name="connsiteY12" fmla="*/ 196 h 2846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1544" h="2846763">
                <a:moveTo>
                  <a:pt x="1405152" y="196"/>
                </a:moveTo>
                <a:cubicBezTo>
                  <a:pt x="1576311" y="-2448"/>
                  <a:pt x="1746046" y="21579"/>
                  <a:pt x="1906215" y="71890"/>
                </a:cubicBezTo>
                <a:lnTo>
                  <a:pt x="1991544" y="102681"/>
                </a:lnTo>
                <a:lnTo>
                  <a:pt x="1991544" y="2727575"/>
                </a:lnTo>
                <a:lnTo>
                  <a:pt x="1914719" y="2760991"/>
                </a:lnTo>
                <a:cubicBezTo>
                  <a:pt x="1827325" y="2793377"/>
                  <a:pt x="1736414" y="2816053"/>
                  <a:pt x="1642563" y="2828859"/>
                </a:cubicBezTo>
                <a:cubicBezTo>
                  <a:pt x="1472920" y="2851955"/>
                  <a:pt x="1351148" y="2862871"/>
                  <a:pt x="1137834" y="2796946"/>
                </a:cubicBezTo>
                <a:cubicBezTo>
                  <a:pt x="970289" y="2744877"/>
                  <a:pt x="812822" y="2673072"/>
                  <a:pt x="675510" y="2564314"/>
                </a:cubicBezTo>
                <a:lnTo>
                  <a:pt x="484031" y="2413147"/>
                </a:lnTo>
                <a:cubicBezTo>
                  <a:pt x="345463" y="2303551"/>
                  <a:pt x="233346" y="2169599"/>
                  <a:pt x="150206" y="2015072"/>
                </a:cubicBezTo>
                <a:cubicBezTo>
                  <a:pt x="-72767" y="1599783"/>
                  <a:pt x="-32037" y="1101772"/>
                  <a:pt x="170781" y="690680"/>
                </a:cubicBezTo>
                <a:cubicBezTo>
                  <a:pt x="314392" y="399683"/>
                  <a:pt x="582292" y="194768"/>
                  <a:pt x="895547" y="88527"/>
                </a:cubicBezTo>
                <a:cubicBezTo>
                  <a:pt x="1061410" y="32155"/>
                  <a:pt x="1233993" y="2840"/>
                  <a:pt x="1405152" y="196"/>
                </a:cubicBezTo>
                <a:close/>
              </a:path>
            </a:pathLst>
          </a:custGeom>
          <a:solidFill>
            <a:srgbClr val="F7D0E4"/>
          </a:solidFill>
          <a:ln w="9525" cap="flat">
            <a:noFill/>
            <a:prstDash val="solid"/>
            <a:miter/>
          </a:ln>
        </p:spPr>
        <p:txBody>
          <a:bodyPr wrap="square" rtlCol="0" anchor="ctr">
            <a:noAutofit/>
          </a:bodyPr>
          <a:lstStyle/>
          <a:p>
            <a:endParaRPr lang="en-GB"/>
          </a:p>
        </p:txBody>
      </p:sp>
      <p:sp>
        <p:nvSpPr>
          <p:cNvPr id="8" name="Freeform: Shape 7">
            <a:extLst>
              <a:ext uri="{FF2B5EF4-FFF2-40B4-BE49-F238E27FC236}">
                <a16:creationId xmlns:a16="http://schemas.microsoft.com/office/drawing/2014/main" id="{3ADAD1BF-237E-4DE6-A60B-3843B8E3CD09}"/>
              </a:ext>
            </a:extLst>
          </p:cNvPr>
          <p:cNvSpPr/>
          <p:nvPr userDrawn="1"/>
        </p:nvSpPr>
        <p:spPr>
          <a:xfrm>
            <a:off x="2787393" y="0"/>
            <a:ext cx="1852004" cy="1146468"/>
          </a:xfrm>
          <a:custGeom>
            <a:avLst/>
            <a:gdLst>
              <a:gd name="connsiteX0" fmla="*/ 15250 w 1852004"/>
              <a:gd name="connsiteY0" fmla="*/ 0 h 1146468"/>
              <a:gd name="connsiteX1" fmla="*/ 1824221 w 1852004"/>
              <a:gd name="connsiteY1" fmla="*/ 0 h 1146468"/>
              <a:gd name="connsiteX2" fmla="*/ 1850615 w 1852004"/>
              <a:gd name="connsiteY2" fmla="*/ 184419 h 1146468"/>
              <a:gd name="connsiteX3" fmla="*/ 1841276 w 1852004"/>
              <a:gd name="connsiteY3" fmla="*/ 405115 h 1146468"/>
              <a:gd name="connsiteX4" fmla="*/ 1832630 w 1852004"/>
              <a:gd name="connsiteY4" fmla="*/ 443869 h 1146468"/>
              <a:gd name="connsiteX5" fmla="*/ 1828616 w 1852004"/>
              <a:gd name="connsiteY5" fmla="*/ 461472 h 1146468"/>
              <a:gd name="connsiteX6" fmla="*/ 1604118 w 1852004"/>
              <a:gd name="connsiteY6" fmla="*/ 871095 h 1146468"/>
              <a:gd name="connsiteX7" fmla="*/ 1196194 w 1852004"/>
              <a:gd name="connsiteY7" fmla="*/ 1098679 h 1146468"/>
              <a:gd name="connsiteX8" fmla="*/ 1084870 w 1852004"/>
              <a:gd name="connsiteY8" fmla="*/ 1124619 h 1146468"/>
              <a:gd name="connsiteX9" fmla="*/ 883687 w 1852004"/>
              <a:gd name="connsiteY9" fmla="*/ 1146390 h 1146468"/>
              <a:gd name="connsiteX10" fmla="*/ 833507 w 1852004"/>
              <a:gd name="connsiteY10" fmla="*/ 1144228 h 1146468"/>
              <a:gd name="connsiteX11" fmla="*/ 338502 w 1852004"/>
              <a:gd name="connsiteY11" fmla="*/ 920193 h 1146468"/>
              <a:gd name="connsiteX12" fmla="*/ 299439 w 1852004"/>
              <a:gd name="connsiteY12" fmla="*/ 887616 h 1146468"/>
              <a:gd name="connsiteX13" fmla="*/ 80653 w 1852004"/>
              <a:gd name="connsiteY13" fmla="*/ 576963 h 1146468"/>
              <a:gd name="connsiteX14" fmla="*/ 8394 w 1852004"/>
              <a:gd name="connsiteY14" fmla="*/ 39034 h 114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52004" h="1146468">
                <a:moveTo>
                  <a:pt x="15250" y="0"/>
                </a:moveTo>
                <a:lnTo>
                  <a:pt x="1824221" y="0"/>
                </a:lnTo>
                <a:lnTo>
                  <a:pt x="1850615" y="184419"/>
                </a:lnTo>
                <a:cubicBezTo>
                  <a:pt x="1854169" y="259052"/>
                  <a:pt x="1850849" y="333319"/>
                  <a:pt x="1841276" y="405115"/>
                </a:cubicBezTo>
                <a:cubicBezTo>
                  <a:pt x="1838188" y="419165"/>
                  <a:pt x="1834946" y="433370"/>
                  <a:pt x="1832630" y="443869"/>
                </a:cubicBezTo>
                <a:cubicBezTo>
                  <a:pt x="1830159" y="454369"/>
                  <a:pt x="1828616" y="461472"/>
                  <a:pt x="1828616" y="461472"/>
                </a:cubicBezTo>
                <a:cubicBezTo>
                  <a:pt x="1793721" y="616490"/>
                  <a:pt x="1716213" y="758228"/>
                  <a:pt x="1604118" y="871095"/>
                </a:cubicBezTo>
                <a:cubicBezTo>
                  <a:pt x="1492178" y="983961"/>
                  <a:pt x="1351056" y="1062705"/>
                  <a:pt x="1196194" y="1098679"/>
                </a:cubicBezTo>
                <a:lnTo>
                  <a:pt x="1084870" y="1124619"/>
                </a:lnTo>
                <a:cubicBezTo>
                  <a:pt x="1018323" y="1140059"/>
                  <a:pt x="950697" y="1147316"/>
                  <a:pt x="883687" y="1146390"/>
                </a:cubicBezTo>
                <a:cubicBezTo>
                  <a:pt x="866857" y="1146235"/>
                  <a:pt x="850182" y="1145463"/>
                  <a:pt x="833507" y="1144228"/>
                </a:cubicBezTo>
                <a:cubicBezTo>
                  <a:pt x="657955" y="1121377"/>
                  <a:pt x="484100" y="1036765"/>
                  <a:pt x="338502" y="920193"/>
                </a:cubicBezTo>
                <a:cubicBezTo>
                  <a:pt x="325222" y="909540"/>
                  <a:pt x="312253" y="898733"/>
                  <a:pt x="299439" y="887616"/>
                </a:cubicBezTo>
                <a:cubicBezTo>
                  <a:pt x="201702" y="797754"/>
                  <a:pt x="122342" y="700637"/>
                  <a:pt x="80653" y="576963"/>
                </a:cubicBezTo>
                <a:cubicBezTo>
                  <a:pt x="25069" y="400330"/>
                  <a:pt x="-19089" y="223696"/>
                  <a:pt x="8394" y="39034"/>
                </a:cubicBezTo>
                <a:close/>
              </a:path>
            </a:pathLst>
          </a:custGeom>
          <a:solidFill>
            <a:schemeClr val="accent1"/>
          </a:solidFill>
          <a:ln w="9525" cap="flat">
            <a:noFill/>
            <a:prstDash val="solid"/>
            <a:miter/>
          </a:ln>
        </p:spPr>
        <p:txBody>
          <a:bodyPr wrap="square" rtlCol="0" anchor="ctr">
            <a:noAutofit/>
          </a:bodyPr>
          <a:lstStyle/>
          <a:p>
            <a:endParaRPr lang="en-GB"/>
          </a:p>
        </p:txBody>
      </p:sp>
    </p:spTree>
    <p:extLst>
      <p:ext uri="{BB962C8B-B14F-4D97-AF65-F5344CB8AC3E}">
        <p14:creationId xmlns:p14="http://schemas.microsoft.com/office/powerpoint/2010/main" val="56165358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 1">
    <p:spTree>
      <p:nvGrpSpPr>
        <p:cNvPr id="1" name=""/>
        <p:cNvGrpSpPr/>
        <p:nvPr/>
      </p:nvGrpSpPr>
      <p:grpSpPr>
        <a:xfrm>
          <a:off x="0" y="0"/>
          <a:ext cx="0" cy="0"/>
          <a:chOff x="0" y="0"/>
          <a:chExt cx="0" cy="0"/>
        </a:xfrm>
      </p:grpSpPr>
      <p:sp>
        <p:nvSpPr>
          <p:cNvPr id="12" name="Slide Number Placeholder 9">
            <a:extLst>
              <a:ext uri="{FF2B5EF4-FFF2-40B4-BE49-F238E27FC236}">
                <a16:creationId xmlns:a16="http://schemas.microsoft.com/office/drawing/2014/main" id="{5275461E-7823-4C25-8AF1-B2C44004BDC8}"/>
              </a:ext>
            </a:extLst>
          </p:cNvPr>
          <p:cNvSpPr>
            <a:spLocks noGrp="1"/>
          </p:cNvSpPr>
          <p:nvPr>
            <p:ph type="sldNum" sz="quarter" idx="12"/>
          </p:nvPr>
        </p:nvSpPr>
        <p:spPr>
          <a:xfrm>
            <a:off x="11662750" y="6314888"/>
            <a:ext cx="143397" cy="168994"/>
          </a:xfrm>
          <a:prstGeom prst="rect">
            <a:avLst/>
          </a:prstGeom>
        </p:spPr>
        <p:txBody>
          <a:bodyPr/>
          <a:lstStyle>
            <a:lvl1pPr>
              <a:defRPr>
                <a:solidFill>
                  <a:schemeClr val="bg1"/>
                </a:solidFill>
              </a:defRPr>
            </a:lvl1pPr>
          </a:lstStyle>
          <a:p>
            <a:fld id="{293B8A09-8DEB-4DB8-9D96-820A6596E217}" type="slidenum">
              <a:rPr lang="en-GB" smtClean="0"/>
              <a:pPr/>
              <a:t>‹#›</a:t>
            </a:fld>
            <a:endParaRPr lang="en-GB"/>
          </a:p>
        </p:txBody>
      </p:sp>
      <p:sp>
        <p:nvSpPr>
          <p:cNvPr id="11" name="Content Placeholder 10">
            <a:extLst>
              <a:ext uri="{FF2B5EF4-FFF2-40B4-BE49-F238E27FC236}">
                <a16:creationId xmlns:a16="http://schemas.microsoft.com/office/drawing/2014/main" id="{2A35059F-1FD1-49BE-87F2-D37B6B1EB522}"/>
              </a:ext>
            </a:extLst>
          </p:cNvPr>
          <p:cNvSpPr>
            <a:spLocks noGrp="1"/>
          </p:cNvSpPr>
          <p:nvPr>
            <p:ph sz="quarter" idx="13"/>
          </p:nvPr>
        </p:nvSpPr>
        <p:spPr>
          <a:xfrm>
            <a:off x="360000" y="1699200"/>
            <a:ext cx="11479575"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CDF13025-DD25-4403-9AAB-F198D4F07FD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1124157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 2 (Orbs)">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9E73DF32-5B3B-4CC1-A596-8E854084AB67}"/>
              </a:ext>
            </a:extLst>
          </p:cNvPr>
          <p:cNvSpPr/>
          <p:nvPr userDrawn="1"/>
        </p:nvSpPr>
        <p:spPr>
          <a:xfrm>
            <a:off x="8492482" y="5791051"/>
            <a:ext cx="2458360" cy="1066949"/>
          </a:xfrm>
          <a:custGeom>
            <a:avLst/>
            <a:gdLst>
              <a:gd name="connsiteX0" fmla="*/ 1253958 w 2458360"/>
              <a:gd name="connsiteY0" fmla="*/ 221 h 1066949"/>
              <a:gd name="connsiteX1" fmla="*/ 1362586 w 2458360"/>
              <a:gd name="connsiteY1" fmla="*/ 4558 h 1066949"/>
              <a:gd name="connsiteX2" fmla="*/ 1426558 w 2458360"/>
              <a:gd name="connsiteY2" fmla="*/ 11669 h 1066949"/>
              <a:gd name="connsiteX3" fmla="*/ 2057503 w 2458360"/>
              <a:gd name="connsiteY3" fmla="*/ 328186 h 1066949"/>
              <a:gd name="connsiteX4" fmla="*/ 2103916 w 2458360"/>
              <a:gd name="connsiteY4" fmla="*/ 374177 h 1066949"/>
              <a:gd name="connsiteX5" fmla="*/ 2147818 w 2458360"/>
              <a:gd name="connsiteY5" fmla="*/ 422263 h 1066949"/>
              <a:gd name="connsiteX6" fmla="*/ 2187540 w 2458360"/>
              <a:gd name="connsiteY6" fmla="*/ 470348 h 1066949"/>
              <a:gd name="connsiteX7" fmla="*/ 2369842 w 2458360"/>
              <a:gd name="connsiteY7" fmla="*/ 778085 h 1066949"/>
              <a:gd name="connsiteX8" fmla="*/ 2392001 w 2458360"/>
              <a:gd name="connsiteY8" fmla="*/ 833694 h 1066949"/>
              <a:gd name="connsiteX9" fmla="*/ 2442751 w 2458360"/>
              <a:gd name="connsiteY9" fmla="*/ 982193 h 1066949"/>
              <a:gd name="connsiteX10" fmla="*/ 2458360 w 2458360"/>
              <a:gd name="connsiteY10" fmla="*/ 1066949 h 1066949"/>
              <a:gd name="connsiteX11" fmla="*/ 0 w 2458360"/>
              <a:gd name="connsiteY11" fmla="*/ 1066949 h 1066949"/>
              <a:gd name="connsiteX12" fmla="*/ 16753 w 2458360"/>
              <a:gd name="connsiteY12" fmla="*/ 948468 h 1066949"/>
              <a:gd name="connsiteX13" fmla="*/ 191423 w 2458360"/>
              <a:gd name="connsiteY13" fmla="*/ 616271 h 1066949"/>
              <a:gd name="connsiteX14" fmla="*/ 522576 w 2458360"/>
              <a:gd name="connsiteY14" fmla="*/ 306444 h 1066949"/>
              <a:gd name="connsiteX15" fmla="*/ 571078 w 2458360"/>
              <a:gd name="connsiteY15" fmla="*/ 268811 h 1066949"/>
              <a:gd name="connsiteX16" fmla="*/ 1253958 w 2458360"/>
              <a:gd name="connsiteY16" fmla="*/ 221 h 106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8360" h="1066949">
                <a:moveTo>
                  <a:pt x="1253958" y="221"/>
                </a:moveTo>
                <a:cubicBezTo>
                  <a:pt x="1289781" y="-584"/>
                  <a:pt x="1326000" y="795"/>
                  <a:pt x="1362586" y="4558"/>
                </a:cubicBezTo>
                <a:cubicBezTo>
                  <a:pt x="1383907" y="6230"/>
                  <a:pt x="1405232" y="8741"/>
                  <a:pt x="1426558" y="11669"/>
                </a:cubicBezTo>
                <a:cubicBezTo>
                  <a:pt x="1661123" y="45536"/>
                  <a:pt x="1887748" y="168045"/>
                  <a:pt x="2057503" y="328186"/>
                </a:cubicBezTo>
                <a:cubicBezTo>
                  <a:pt x="2073394" y="343239"/>
                  <a:pt x="2088863" y="358708"/>
                  <a:pt x="2103916" y="374177"/>
                </a:cubicBezTo>
                <a:cubicBezTo>
                  <a:pt x="2118968" y="390068"/>
                  <a:pt x="2133604" y="405955"/>
                  <a:pt x="2147818" y="422263"/>
                </a:cubicBezTo>
                <a:cubicBezTo>
                  <a:pt x="2161614" y="438153"/>
                  <a:pt x="2174577" y="454040"/>
                  <a:pt x="2187540" y="470348"/>
                </a:cubicBezTo>
                <a:cubicBezTo>
                  <a:pt x="2261130" y="564424"/>
                  <a:pt x="2323012" y="668118"/>
                  <a:pt x="2369842" y="778085"/>
                </a:cubicBezTo>
                <a:cubicBezTo>
                  <a:pt x="2377787" y="796483"/>
                  <a:pt x="2384894" y="814880"/>
                  <a:pt x="2392001" y="833694"/>
                </a:cubicBezTo>
                <a:cubicBezTo>
                  <a:pt x="2412803" y="882197"/>
                  <a:pt x="2429658" y="931823"/>
                  <a:pt x="2442751" y="982193"/>
                </a:cubicBezTo>
                <a:lnTo>
                  <a:pt x="2458360" y="1066949"/>
                </a:lnTo>
                <a:lnTo>
                  <a:pt x="0" y="1066949"/>
                </a:lnTo>
                <a:lnTo>
                  <a:pt x="16753" y="948468"/>
                </a:lnTo>
                <a:cubicBezTo>
                  <a:pt x="47171" y="825436"/>
                  <a:pt x="103618" y="710767"/>
                  <a:pt x="191423" y="616271"/>
                </a:cubicBezTo>
                <a:cubicBezTo>
                  <a:pt x="293866" y="503797"/>
                  <a:pt x="403412" y="400937"/>
                  <a:pt x="522576" y="306444"/>
                </a:cubicBezTo>
                <a:cubicBezTo>
                  <a:pt x="538466" y="293481"/>
                  <a:pt x="554774" y="280940"/>
                  <a:pt x="571078" y="268811"/>
                </a:cubicBezTo>
                <a:cubicBezTo>
                  <a:pt x="771936" y="118447"/>
                  <a:pt x="1003204" y="5852"/>
                  <a:pt x="1253958" y="221"/>
                </a:cubicBezTo>
                <a:close/>
              </a:path>
            </a:pathLst>
          </a:custGeom>
          <a:solidFill>
            <a:schemeClr val="accent4"/>
          </a:solidFill>
          <a:ln w="9525" cap="flat">
            <a:noFill/>
            <a:prstDash val="solid"/>
            <a:miter/>
          </a:ln>
        </p:spPr>
        <p:txBody>
          <a:bodyPr wrap="square" rtlCol="0" anchor="ctr">
            <a:noAutofit/>
          </a:bodyPr>
          <a:lstStyle/>
          <a:p>
            <a:endParaRPr lang="en-GB"/>
          </a:p>
        </p:txBody>
      </p:sp>
      <p:sp>
        <p:nvSpPr>
          <p:cNvPr id="2" name="Title 1">
            <a:extLst>
              <a:ext uri="{FF2B5EF4-FFF2-40B4-BE49-F238E27FC236}">
                <a16:creationId xmlns:a16="http://schemas.microsoft.com/office/drawing/2014/main" id="{4BA191D5-3F67-4004-9030-1E629CBB9FEB}"/>
              </a:ext>
            </a:extLst>
          </p:cNvPr>
          <p:cNvSpPr>
            <a:spLocks noGrp="1"/>
          </p:cNvSpPr>
          <p:nvPr>
            <p:ph type="title"/>
          </p:nvPr>
        </p:nvSpPr>
        <p:spPr>
          <a:xfrm>
            <a:off x="360000" y="358783"/>
            <a:ext cx="4608000" cy="984250"/>
          </a:xfrm>
        </p:spPr>
        <p:txBody>
          <a:bodyPr/>
          <a:lstStyle/>
          <a:p>
            <a:r>
              <a:rPr lang="en-US"/>
              <a:t>Click to edit Master title style</a:t>
            </a:r>
            <a:endParaRPr lang="en-GB"/>
          </a:p>
        </p:txBody>
      </p:sp>
      <p:sp>
        <p:nvSpPr>
          <p:cNvPr id="12" name="Slide Number Placeholder 9">
            <a:extLst>
              <a:ext uri="{FF2B5EF4-FFF2-40B4-BE49-F238E27FC236}">
                <a16:creationId xmlns:a16="http://schemas.microsoft.com/office/drawing/2014/main" id="{5275461E-7823-4C25-8AF1-B2C44004BDC8}"/>
              </a:ext>
            </a:extLst>
          </p:cNvPr>
          <p:cNvSpPr>
            <a:spLocks noGrp="1"/>
          </p:cNvSpPr>
          <p:nvPr>
            <p:ph type="sldNum" sz="quarter" idx="12"/>
          </p:nvPr>
        </p:nvSpPr>
        <p:spPr>
          <a:xfrm>
            <a:off x="11662750" y="6314888"/>
            <a:ext cx="143397" cy="168994"/>
          </a:xfrm>
          <a:prstGeom prst="rect">
            <a:avLst/>
          </a:prstGeom>
        </p:spPr>
        <p:txBody>
          <a:bodyPr/>
          <a:lstStyle>
            <a:lvl1pPr>
              <a:defRPr>
                <a:solidFill>
                  <a:schemeClr val="bg1"/>
                </a:solidFill>
              </a:defRPr>
            </a:lvl1pPr>
          </a:lstStyle>
          <a:p>
            <a:fld id="{293B8A09-8DEB-4DB8-9D96-820A6596E217}" type="slidenum">
              <a:rPr lang="en-GB" smtClean="0"/>
              <a:pPr/>
              <a:t>‹#›</a:t>
            </a:fld>
            <a:endParaRPr lang="en-GB"/>
          </a:p>
        </p:txBody>
      </p:sp>
      <p:sp>
        <p:nvSpPr>
          <p:cNvPr id="11" name="Content Placeholder 10">
            <a:extLst>
              <a:ext uri="{FF2B5EF4-FFF2-40B4-BE49-F238E27FC236}">
                <a16:creationId xmlns:a16="http://schemas.microsoft.com/office/drawing/2014/main" id="{2A35059F-1FD1-49BE-87F2-D37B6B1EB522}"/>
              </a:ext>
            </a:extLst>
          </p:cNvPr>
          <p:cNvSpPr>
            <a:spLocks noGrp="1"/>
          </p:cNvSpPr>
          <p:nvPr>
            <p:ph sz="quarter" idx="13"/>
          </p:nvPr>
        </p:nvSpPr>
        <p:spPr>
          <a:xfrm>
            <a:off x="360000" y="1699200"/>
            <a:ext cx="11479575"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reeform: Shape 3">
            <a:extLst>
              <a:ext uri="{FF2B5EF4-FFF2-40B4-BE49-F238E27FC236}">
                <a16:creationId xmlns:a16="http://schemas.microsoft.com/office/drawing/2014/main" id="{F8CE2AFC-EE49-4B2B-9624-A9F336ECB5F3}"/>
              </a:ext>
            </a:extLst>
          </p:cNvPr>
          <p:cNvSpPr/>
          <p:nvPr userDrawn="1"/>
        </p:nvSpPr>
        <p:spPr>
          <a:xfrm>
            <a:off x="6794164" y="826173"/>
            <a:ext cx="459370" cy="463296"/>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chemeClr val="accent5"/>
          </a:solidFill>
          <a:ln w="95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6BD3B845-4386-4619-ACC7-854FA256037E}"/>
              </a:ext>
            </a:extLst>
          </p:cNvPr>
          <p:cNvSpPr/>
          <p:nvPr userDrawn="1"/>
        </p:nvSpPr>
        <p:spPr>
          <a:xfrm>
            <a:off x="7555401" y="0"/>
            <a:ext cx="1852003" cy="1281352"/>
          </a:xfrm>
          <a:custGeom>
            <a:avLst/>
            <a:gdLst>
              <a:gd name="connsiteX0" fmla="*/ 54001 w 1852003"/>
              <a:gd name="connsiteY0" fmla="*/ 0 h 1281352"/>
              <a:gd name="connsiteX1" fmla="*/ 1789722 w 1852003"/>
              <a:gd name="connsiteY1" fmla="*/ 0 h 1281352"/>
              <a:gd name="connsiteX2" fmla="*/ 1818714 w 1852003"/>
              <a:gd name="connsiteY2" fmla="*/ 96408 h 1281352"/>
              <a:gd name="connsiteX3" fmla="*/ 1841276 w 1852003"/>
              <a:gd name="connsiteY3" fmla="*/ 539999 h 1281352"/>
              <a:gd name="connsiteX4" fmla="*/ 1832629 w 1852003"/>
              <a:gd name="connsiteY4" fmla="*/ 578754 h 1281352"/>
              <a:gd name="connsiteX5" fmla="*/ 1828616 w 1852003"/>
              <a:gd name="connsiteY5" fmla="*/ 596356 h 1281352"/>
              <a:gd name="connsiteX6" fmla="*/ 1604117 w 1852003"/>
              <a:gd name="connsiteY6" fmla="*/ 1005979 h 1281352"/>
              <a:gd name="connsiteX7" fmla="*/ 1196194 w 1852003"/>
              <a:gd name="connsiteY7" fmla="*/ 1233563 h 1281352"/>
              <a:gd name="connsiteX8" fmla="*/ 1084870 w 1852003"/>
              <a:gd name="connsiteY8" fmla="*/ 1259503 h 1281352"/>
              <a:gd name="connsiteX9" fmla="*/ 883687 w 1852003"/>
              <a:gd name="connsiteY9" fmla="*/ 1281274 h 1281352"/>
              <a:gd name="connsiteX10" fmla="*/ 833507 w 1852003"/>
              <a:gd name="connsiteY10" fmla="*/ 1279112 h 1281352"/>
              <a:gd name="connsiteX11" fmla="*/ 338502 w 1852003"/>
              <a:gd name="connsiteY11" fmla="*/ 1055077 h 1281352"/>
              <a:gd name="connsiteX12" fmla="*/ 299439 w 1852003"/>
              <a:gd name="connsiteY12" fmla="*/ 1022500 h 1281352"/>
              <a:gd name="connsiteX13" fmla="*/ 80653 w 1852003"/>
              <a:gd name="connsiteY13" fmla="*/ 711847 h 1281352"/>
              <a:gd name="connsiteX14" fmla="*/ 8394 w 1852003"/>
              <a:gd name="connsiteY14" fmla="*/ 173918 h 1281352"/>
              <a:gd name="connsiteX15" fmla="*/ 15961 w 1852003"/>
              <a:gd name="connsiteY15" fmla="*/ 130840 h 1281352"/>
              <a:gd name="connsiteX16" fmla="*/ 47449 w 1852003"/>
              <a:gd name="connsiteY16" fmla="*/ 15520 h 1281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2003" h="1281352">
                <a:moveTo>
                  <a:pt x="54001" y="0"/>
                </a:moveTo>
                <a:lnTo>
                  <a:pt x="1789722" y="0"/>
                </a:lnTo>
                <a:lnTo>
                  <a:pt x="1818714" y="96408"/>
                </a:lnTo>
                <a:cubicBezTo>
                  <a:pt x="1854554" y="242933"/>
                  <a:pt x="1860421" y="396407"/>
                  <a:pt x="1841276" y="539999"/>
                </a:cubicBezTo>
                <a:cubicBezTo>
                  <a:pt x="1838188" y="554050"/>
                  <a:pt x="1834946" y="568254"/>
                  <a:pt x="1832629" y="578754"/>
                </a:cubicBezTo>
                <a:cubicBezTo>
                  <a:pt x="1830159" y="589253"/>
                  <a:pt x="1828616" y="596356"/>
                  <a:pt x="1828616" y="596356"/>
                </a:cubicBezTo>
                <a:cubicBezTo>
                  <a:pt x="1793721" y="751374"/>
                  <a:pt x="1716213" y="893112"/>
                  <a:pt x="1604117" y="1005979"/>
                </a:cubicBezTo>
                <a:cubicBezTo>
                  <a:pt x="1492178" y="1118845"/>
                  <a:pt x="1351056" y="1197589"/>
                  <a:pt x="1196194" y="1233563"/>
                </a:cubicBezTo>
                <a:lnTo>
                  <a:pt x="1084870" y="1259503"/>
                </a:lnTo>
                <a:cubicBezTo>
                  <a:pt x="1018323" y="1274943"/>
                  <a:pt x="950697" y="1282200"/>
                  <a:pt x="883687" y="1281274"/>
                </a:cubicBezTo>
                <a:cubicBezTo>
                  <a:pt x="866857" y="1281119"/>
                  <a:pt x="850182" y="1280347"/>
                  <a:pt x="833507" y="1279112"/>
                </a:cubicBezTo>
                <a:cubicBezTo>
                  <a:pt x="657955" y="1256261"/>
                  <a:pt x="484100" y="1171649"/>
                  <a:pt x="338502" y="1055077"/>
                </a:cubicBezTo>
                <a:cubicBezTo>
                  <a:pt x="325222" y="1044424"/>
                  <a:pt x="312253" y="1033617"/>
                  <a:pt x="299439" y="1022500"/>
                </a:cubicBezTo>
                <a:cubicBezTo>
                  <a:pt x="201703" y="932638"/>
                  <a:pt x="122342" y="835521"/>
                  <a:pt x="80653" y="711847"/>
                </a:cubicBezTo>
                <a:cubicBezTo>
                  <a:pt x="25069" y="535214"/>
                  <a:pt x="-19089" y="358580"/>
                  <a:pt x="8394" y="173918"/>
                </a:cubicBezTo>
                <a:cubicBezTo>
                  <a:pt x="10556" y="159557"/>
                  <a:pt x="13027" y="145198"/>
                  <a:pt x="15961" y="130840"/>
                </a:cubicBezTo>
                <a:cubicBezTo>
                  <a:pt x="23874" y="91583"/>
                  <a:pt x="34431" y="53070"/>
                  <a:pt x="47449" y="15520"/>
                </a:cubicBezTo>
                <a:close/>
              </a:path>
            </a:pathLst>
          </a:custGeom>
          <a:solidFill>
            <a:schemeClr val="accent1"/>
          </a:solidFill>
          <a:ln w="9525" cap="flat">
            <a:noFill/>
            <a:prstDash val="solid"/>
            <a:miter/>
          </a:ln>
        </p:spPr>
        <p:txBody>
          <a:bodyPr wrap="square" rtlCol="0" anchor="ctr">
            <a:noAutofit/>
          </a:bodyPr>
          <a:lstStyle/>
          <a:p>
            <a:endParaRPr lang="en-GB"/>
          </a:p>
        </p:txBody>
      </p:sp>
    </p:spTree>
    <p:extLst>
      <p:ext uri="{BB962C8B-B14F-4D97-AF65-F5344CB8AC3E}">
        <p14:creationId xmlns:p14="http://schemas.microsoft.com/office/powerpoint/2010/main" val="27346405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191D5-3F67-4004-9030-1E629CBB9F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8668F4-7829-4DC2-A6B6-6679C8E6EA1E}"/>
              </a:ext>
            </a:extLst>
          </p:cNvPr>
          <p:cNvSpPr>
            <a:spLocks noGrp="1"/>
          </p:cNvSpPr>
          <p:nvPr>
            <p:ph sz="half" idx="1"/>
          </p:nvPr>
        </p:nvSpPr>
        <p:spPr>
          <a:xfrm>
            <a:off x="360000" y="1692000"/>
            <a:ext cx="46476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DF710F-FCCA-4C83-873F-9B2BA8DDEE1C}"/>
              </a:ext>
            </a:extLst>
          </p:cNvPr>
          <p:cNvSpPr>
            <a:spLocks noGrp="1"/>
          </p:cNvSpPr>
          <p:nvPr>
            <p:ph sz="half" idx="2"/>
          </p:nvPr>
        </p:nvSpPr>
        <p:spPr>
          <a:xfrm>
            <a:off x="6022800" y="1692000"/>
            <a:ext cx="46476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1" name="Straight Connector 10">
            <a:extLst>
              <a:ext uri="{FF2B5EF4-FFF2-40B4-BE49-F238E27FC236}">
                <a16:creationId xmlns:a16="http://schemas.microsoft.com/office/drawing/2014/main" id="{5A9BCCE9-0821-4D3B-BA36-496CCF7C44FC}"/>
              </a:ext>
            </a:extLst>
          </p:cNvPr>
          <p:cNvCxnSpPr/>
          <p:nvPr userDrawn="1"/>
        </p:nvCxnSpPr>
        <p:spPr>
          <a:xfrm>
            <a:off x="5640636" y="1751682"/>
            <a:ext cx="0" cy="369354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539657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 2 (Orbs)">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E9E188F-E653-4640-B1A3-6606E83E6264}"/>
              </a:ext>
            </a:extLst>
          </p:cNvPr>
          <p:cNvSpPr/>
          <p:nvPr userDrawn="1"/>
        </p:nvSpPr>
        <p:spPr>
          <a:xfrm>
            <a:off x="5424034" y="6066902"/>
            <a:ext cx="3169372" cy="791098"/>
          </a:xfrm>
          <a:custGeom>
            <a:avLst/>
            <a:gdLst>
              <a:gd name="connsiteX0" fmla="*/ 1569780 w 3169372"/>
              <a:gd name="connsiteY0" fmla="*/ 383 h 791098"/>
              <a:gd name="connsiteX1" fmla="*/ 1758338 w 3169372"/>
              <a:gd name="connsiteY1" fmla="*/ 7912 h 791098"/>
              <a:gd name="connsiteX2" fmla="*/ 1869380 w 3169372"/>
              <a:gd name="connsiteY2" fmla="*/ 20256 h 791098"/>
              <a:gd name="connsiteX3" fmla="*/ 2964584 w 3169372"/>
              <a:gd name="connsiteY3" fmla="*/ 569670 h 791098"/>
              <a:gd name="connsiteX4" fmla="*/ 3045147 w 3169372"/>
              <a:gd name="connsiteY4" fmla="*/ 649502 h 791098"/>
              <a:gd name="connsiteX5" fmla="*/ 3121352 w 3169372"/>
              <a:gd name="connsiteY5" fmla="*/ 732969 h 791098"/>
              <a:gd name="connsiteX6" fmla="*/ 3169372 w 3169372"/>
              <a:gd name="connsiteY6" fmla="*/ 791098 h 791098"/>
              <a:gd name="connsiteX7" fmla="*/ 0 w 3169372"/>
              <a:gd name="connsiteY7" fmla="*/ 791098 h 791098"/>
              <a:gd name="connsiteX8" fmla="*/ 1942 w 3169372"/>
              <a:gd name="connsiteY8" fmla="*/ 789127 h 791098"/>
              <a:gd name="connsiteX9" fmla="*/ 300236 w 3169372"/>
              <a:gd name="connsiteY9" fmla="*/ 531930 h 791098"/>
              <a:gd name="connsiteX10" fmla="*/ 384427 w 3169372"/>
              <a:gd name="connsiteY10" fmla="*/ 466606 h 791098"/>
              <a:gd name="connsiteX11" fmla="*/ 1569780 w 3169372"/>
              <a:gd name="connsiteY11" fmla="*/ 383 h 791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9372" h="791098">
                <a:moveTo>
                  <a:pt x="1569780" y="383"/>
                </a:moveTo>
                <a:cubicBezTo>
                  <a:pt x="1631961" y="-1013"/>
                  <a:pt x="1694832" y="1380"/>
                  <a:pt x="1758338" y="7912"/>
                </a:cubicBezTo>
                <a:cubicBezTo>
                  <a:pt x="1795347" y="10815"/>
                  <a:pt x="1832364" y="15173"/>
                  <a:pt x="1869380" y="20256"/>
                </a:cubicBezTo>
                <a:cubicBezTo>
                  <a:pt x="2276542" y="79042"/>
                  <a:pt x="2669920" y="291694"/>
                  <a:pt x="2964584" y="569670"/>
                </a:cubicBezTo>
                <a:cubicBezTo>
                  <a:pt x="2992167" y="595798"/>
                  <a:pt x="3019019" y="622650"/>
                  <a:pt x="3045147" y="649502"/>
                </a:cubicBezTo>
                <a:cubicBezTo>
                  <a:pt x="3071276" y="677086"/>
                  <a:pt x="3096680" y="704662"/>
                  <a:pt x="3121352" y="732969"/>
                </a:cubicBezTo>
                <a:lnTo>
                  <a:pt x="3169372" y="791098"/>
                </a:lnTo>
                <a:lnTo>
                  <a:pt x="0" y="791098"/>
                </a:lnTo>
                <a:lnTo>
                  <a:pt x="1942" y="789127"/>
                </a:lnTo>
                <a:cubicBezTo>
                  <a:pt x="97564" y="699583"/>
                  <a:pt x="196813" y="613941"/>
                  <a:pt x="300236" y="531930"/>
                </a:cubicBezTo>
                <a:cubicBezTo>
                  <a:pt x="327819" y="509429"/>
                  <a:pt x="356127" y="487659"/>
                  <a:pt x="384427" y="466606"/>
                </a:cubicBezTo>
                <a:cubicBezTo>
                  <a:pt x="733079" y="205602"/>
                  <a:pt x="1134517" y="10158"/>
                  <a:pt x="1569780" y="383"/>
                </a:cubicBezTo>
                <a:close/>
              </a:path>
            </a:pathLst>
          </a:custGeom>
          <a:solidFill>
            <a:srgbClr val="007CB9"/>
          </a:solidFill>
          <a:ln w="9525" cap="flat">
            <a:noFill/>
            <a:prstDash val="solid"/>
            <a:miter/>
          </a:ln>
        </p:spPr>
        <p:txBody>
          <a:bodyPr wrap="square" rtlCol="0" anchor="ctr">
            <a:noAutofit/>
          </a:bodyPr>
          <a:lstStyle/>
          <a:p>
            <a:endParaRPr lang="en-GB"/>
          </a:p>
        </p:txBody>
      </p:sp>
      <p:sp>
        <p:nvSpPr>
          <p:cNvPr id="2" name="Title 1">
            <a:extLst>
              <a:ext uri="{FF2B5EF4-FFF2-40B4-BE49-F238E27FC236}">
                <a16:creationId xmlns:a16="http://schemas.microsoft.com/office/drawing/2014/main" id="{4BA191D5-3F67-4004-9030-1E629CBB9F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8668F4-7829-4DC2-A6B6-6679C8E6EA1E}"/>
              </a:ext>
            </a:extLst>
          </p:cNvPr>
          <p:cNvSpPr>
            <a:spLocks noGrp="1"/>
          </p:cNvSpPr>
          <p:nvPr>
            <p:ph sz="half" idx="1"/>
          </p:nvPr>
        </p:nvSpPr>
        <p:spPr>
          <a:xfrm>
            <a:off x="360000" y="1692000"/>
            <a:ext cx="46476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DF710F-FCCA-4C83-873F-9B2BA8DDEE1C}"/>
              </a:ext>
            </a:extLst>
          </p:cNvPr>
          <p:cNvSpPr>
            <a:spLocks noGrp="1"/>
          </p:cNvSpPr>
          <p:nvPr>
            <p:ph sz="half" idx="2"/>
          </p:nvPr>
        </p:nvSpPr>
        <p:spPr>
          <a:xfrm>
            <a:off x="6022800" y="1692000"/>
            <a:ext cx="46476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e Placeholder 7">
            <a:extLst>
              <a:ext uri="{FF2B5EF4-FFF2-40B4-BE49-F238E27FC236}">
                <a16:creationId xmlns:a16="http://schemas.microsoft.com/office/drawing/2014/main" id="{13AC6455-3582-4718-B3FB-9FFB8D017207}"/>
              </a:ext>
            </a:extLst>
          </p:cNvPr>
          <p:cNvSpPr>
            <a:spLocks noGrp="1"/>
          </p:cNvSpPr>
          <p:nvPr>
            <p:ph type="dt" sz="half" idx="10"/>
          </p:nvPr>
        </p:nvSpPr>
        <p:spPr>
          <a:xfrm>
            <a:off x="1487488" y="6596571"/>
            <a:ext cx="3173412" cy="168994"/>
          </a:xfrm>
          <a:prstGeom prst="rect">
            <a:avLst/>
          </a:prstGeom>
        </p:spPr>
        <p:txBody>
          <a:bodyPr/>
          <a:lstStyle/>
          <a:p>
            <a:fld id="{8ECC49CE-6F1F-4C54-9260-A3B5B16A4400}" type="datetime1">
              <a:rPr lang="en-GB" smtClean="0"/>
              <a:pPr/>
              <a:t>26/04/2026</a:t>
            </a:fld>
            <a:endParaRPr lang="en-GB"/>
          </a:p>
        </p:txBody>
      </p:sp>
      <p:sp>
        <p:nvSpPr>
          <p:cNvPr id="9" name="Footer Placeholder 8">
            <a:extLst>
              <a:ext uri="{FF2B5EF4-FFF2-40B4-BE49-F238E27FC236}">
                <a16:creationId xmlns:a16="http://schemas.microsoft.com/office/drawing/2014/main" id="{997F4415-65C6-4AE4-9ABF-A4658E6FF995}"/>
              </a:ext>
            </a:extLst>
          </p:cNvPr>
          <p:cNvSpPr>
            <a:spLocks noGrp="1"/>
          </p:cNvSpPr>
          <p:nvPr>
            <p:ph type="ftr" sz="quarter" idx="11"/>
          </p:nvPr>
        </p:nvSpPr>
        <p:spPr>
          <a:xfrm>
            <a:off x="1487488" y="6336581"/>
            <a:ext cx="9937104" cy="168994"/>
          </a:xfrm>
          <a:prstGeom prst="rect">
            <a:avLst/>
          </a:prstGeom>
        </p:spPr>
        <p:txBody>
          <a:bodyPr/>
          <a:lstStyle/>
          <a:p>
            <a:endParaRPr lang="en-GB"/>
          </a:p>
        </p:txBody>
      </p:sp>
      <p:sp>
        <p:nvSpPr>
          <p:cNvPr id="10" name="Slide Number Placeholder 9">
            <a:extLst>
              <a:ext uri="{FF2B5EF4-FFF2-40B4-BE49-F238E27FC236}">
                <a16:creationId xmlns:a16="http://schemas.microsoft.com/office/drawing/2014/main" id="{8D396CFF-B34F-4D0C-AFAF-1BF4C7DE25C2}"/>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cxnSp>
        <p:nvCxnSpPr>
          <p:cNvPr id="11" name="Straight Connector 10">
            <a:extLst>
              <a:ext uri="{FF2B5EF4-FFF2-40B4-BE49-F238E27FC236}">
                <a16:creationId xmlns:a16="http://schemas.microsoft.com/office/drawing/2014/main" id="{5A9BCCE9-0821-4D3B-BA36-496CCF7C44FC}"/>
              </a:ext>
            </a:extLst>
          </p:cNvPr>
          <p:cNvCxnSpPr/>
          <p:nvPr userDrawn="1"/>
        </p:nvCxnSpPr>
        <p:spPr>
          <a:xfrm>
            <a:off x="5640636" y="1751682"/>
            <a:ext cx="0" cy="369354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68D30DEB-5634-45F0-A087-72C18CE04248}"/>
              </a:ext>
            </a:extLst>
          </p:cNvPr>
          <p:cNvSpPr/>
          <p:nvPr userDrawn="1"/>
        </p:nvSpPr>
        <p:spPr>
          <a:xfrm>
            <a:off x="11233611" y="2887261"/>
            <a:ext cx="958389" cy="2659589"/>
          </a:xfrm>
          <a:custGeom>
            <a:avLst/>
            <a:gdLst>
              <a:gd name="connsiteX0" fmla="*/ 958389 w 958389"/>
              <a:gd name="connsiteY0" fmla="*/ 0 h 2659589"/>
              <a:gd name="connsiteX1" fmla="*/ 958389 w 958389"/>
              <a:gd name="connsiteY1" fmla="*/ 2659589 h 2659589"/>
              <a:gd name="connsiteX2" fmla="*/ 895335 w 958389"/>
              <a:gd name="connsiteY2" fmla="*/ 2631990 h 2659589"/>
              <a:gd name="connsiteX3" fmla="*/ 675510 w 958389"/>
              <a:gd name="connsiteY3" fmla="*/ 2494416 h 2659589"/>
              <a:gd name="connsiteX4" fmla="*/ 484031 w 958389"/>
              <a:gd name="connsiteY4" fmla="*/ 2343249 h 2659589"/>
              <a:gd name="connsiteX5" fmla="*/ 150206 w 958389"/>
              <a:gd name="connsiteY5" fmla="*/ 1945174 h 2659589"/>
              <a:gd name="connsiteX6" fmla="*/ 170781 w 958389"/>
              <a:gd name="connsiteY6" fmla="*/ 620782 h 2659589"/>
              <a:gd name="connsiteX7" fmla="*/ 895547 w 958389"/>
              <a:gd name="connsiteY7" fmla="*/ 18629 h 265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8389" h="2659589">
                <a:moveTo>
                  <a:pt x="958389" y="0"/>
                </a:moveTo>
                <a:lnTo>
                  <a:pt x="958389" y="2659589"/>
                </a:lnTo>
                <a:lnTo>
                  <a:pt x="895335" y="2631990"/>
                </a:lnTo>
                <a:cubicBezTo>
                  <a:pt x="817861" y="2593936"/>
                  <a:pt x="744166" y="2548795"/>
                  <a:pt x="675510" y="2494416"/>
                </a:cubicBezTo>
                <a:lnTo>
                  <a:pt x="484031" y="2343249"/>
                </a:lnTo>
                <a:cubicBezTo>
                  <a:pt x="345463" y="2233653"/>
                  <a:pt x="233346" y="2099701"/>
                  <a:pt x="150206" y="1945174"/>
                </a:cubicBezTo>
                <a:cubicBezTo>
                  <a:pt x="-72767" y="1529885"/>
                  <a:pt x="-32037" y="1031874"/>
                  <a:pt x="170781" y="620782"/>
                </a:cubicBezTo>
                <a:cubicBezTo>
                  <a:pt x="314392" y="329786"/>
                  <a:pt x="582292" y="124870"/>
                  <a:pt x="895547" y="18629"/>
                </a:cubicBezTo>
                <a:close/>
              </a:path>
            </a:pathLst>
          </a:custGeom>
          <a:solidFill>
            <a:srgbClr val="F7D0E4"/>
          </a:solidFill>
          <a:ln w="9525" cap="flat">
            <a:noFill/>
            <a:prstDash val="solid"/>
            <a:miter/>
          </a:ln>
        </p:spPr>
        <p:txBody>
          <a:bodyPr wrap="square" rtlCol="0" anchor="ctr">
            <a:noAutofit/>
          </a:bodyPr>
          <a:lstStyle/>
          <a:p>
            <a:endParaRPr lang="en-GB"/>
          </a:p>
        </p:txBody>
      </p:sp>
      <p:sp>
        <p:nvSpPr>
          <p:cNvPr id="16" name="Freeform: Shape 15">
            <a:extLst>
              <a:ext uri="{FF2B5EF4-FFF2-40B4-BE49-F238E27FC236}">
                <a16:creationId xmlns:a16="http://schemas.microsoft.com/office/drawing/2014/main" id="{2D0C6081-F614-45E5-B6BD-B7FDE2EA0D6E}"/>
              </a:ext>
            </a:extLst>
          </p:cNvPr>
          <p:cNvSpPr/>
          <p:nvPr userDrawn="1"/>
        </p:nvSpPr>
        <p:spPr>
          <a:xfrm>
            <a:off x="11150423" y="649289"/>
            <a:ext cx="459370" cy="463296"/>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chemeClr val="accent5"/>
          </a:solidFill>
          <a:ln w="95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23D85EDA-40DD-42C8-AF19-BB3C69F2D699}"/>
              </a:ext>
            </a:extLst>
          </p:cNvPr>
          <p:cNvSpPr/>
          <p:nvPr userDrawn="1"/>
        </p:nvSpPr>
        <p:spPr>
          <a:xfrm>
            <a:off x="9389476" y="0"/>
            <a:ext cx="1792377" cy="706453"/>
          </a:xfrm>
          <a:custGeom>
            <a:avLst/>
            <a:gdLst>
              <a:gd name="connsiteX0" fmla="*/ 0 w 1792377"/>
              <a:gd name="connsiteY0" fmla="*/ 0 h 706453"/>
              <a:gd name="connsiteX1" fmla="*/ 1792377 w 1792377"/>
              <a:gd name="connsiteY1" fmla="*/ 0 h 706453"/>
              <a:gd name="connsiteX2" fmla="*/ 1791517 w 1792377"/>
              <a:gd name="connsiteY2" fmla="*/ 3854 h 706453"/>
              <a:gd name="connsiteX3" fmla="*/ 1787503 w 1792377"/>
              <a:gd name="connsiteY3" fmla="*/ 21457 h 706453"/>
              <a:gd name="connsiteX4" fmla="*/ 1563005 w 1792377"/>
              <a:gd name="connsiteY4" fmla="*/ 431080 h 706453"/>
              <a:gd name="connsiteX5" fmla="*/ 1155081 w 1792377"/>
              <a:gd name="connsiteY5" fmla="*/ 658664 h 706453"/>
              <a:gd name="connsiteX6" fmla="*/ 1043757 w 1792377"/>
              <a:gd name="connsiteY6" fmla="*/ 684604 h 706453"/>
              <a:gd name="connsiteX7" fmla="*/ 842573 w 1792377"/>
              <a:gd name="connsiteY7" fmla="*/ 706375 h 706453"/>
              <a:gd name="connsiteX8" fmla="*/ 792394 w 1792377"/>
              <a:gd name="connsiteY8" fmla="*/ 704213 h 706453"/>
              <a:gd name="connsiteX9" fmla="*/ 297388 w 1792377"/>
              <a:gd name="connsiteY9" fmla="*/ 480178 h 706453"/>
              <a:gd name="connsiteX10" fmla="*/ 258326 w 1792377"/>
              <a:gd name="connsiteY10" fmla="*/ 447601 h 706453"/>
              <a:gd name="connsiteX11" fmla="*/ 39540 w 1792377"/>
              <a:gd name="connsiteY11" fmla="*/ 136948 h 706453"/>
              <a:gd name="connsiteX12" fmla="*/ 935 w 1792377"/>
              <a:gd name="connsiteY12" fmla="*/ 4347 h 706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92377" h="706453">
                <a:moveTo>
                  <a:pt x="0" y="0"/>
                </a:moveTo>
                <a:lnTo>
                  <a:pt x="1792377" y="0"/>
                </a:lnTo>
                <a:lnTo>
                  <a:pt x="1791517" y="3854"/>
                </a:lnTo>
                <a:cubicBezTo>
                  <a:pt x="1789046" y="14354"/>
                  <a:pt x="1787503" y="21457"/>
                  <a:pt x="1787503" y="21457"/>
                </a:cubicBezTo>
                <a:cubicBezTo>
                  <a:pt x="1752608" y="176475"/>
                  <a:pt x="1675100" y="318213"/>
                  <a:pt x="1563005" y="431080"/>
                </a:cubicBezTo>
                <a:cubicBezTo>
                  <a:pt x="1451065" y="543946"/>
                  <a:pt x="1309943" y="622690"/>
                  <a:pt x="1155081" y="658664"/>
                </a:cubicBezTo>
                <a:lnTo>
                  <a:pt x="1043757" y="684604"/>
                </a:lnTo>
                <a:cubicBezTo>
                  <a:pt x="977210" y="700044"/>
                  <a:pt x="909584" y="707301"/>
                  <a:pt x="842573" y="706375"/>
                </a:cubicBezTo>
                <a:cubicBezTo>
                  <a:pt x="825744" y="706220"/>
                  <a:pt x="809069" y="705448"/>
                  <a:pt x="792394" y="704213"/>
                </a:cubicBezTo>
                <a:cubicBezTo>
                  <a:pt x="616842" y="681362"/>
                  <a:pt x="442986" y="596750"/>
                  <a:pt x="297388" y="480178"/>
                </a:cubicBezTo>
                <a:cubicBezTo>
                  <a:pt x="284109" y="469525"/>
                  <a:pt x="271140" y="458718"/>
                  <a:pt x="258326" y="447601"/>
                </a:cubicBezTo>
                <a:cubicBezTo>
                  <a:pt x="160589" y="357739"/>
                  <a:pt x="81229" y="260622"/>
                  <a:pt x="39540" y="136948"/>
                </a:cubicBezTo>
                <a:cubicBezTo>
                  <a:pt x="25644" y="92790"/>
                  <a:pt x="12462" y="48631"/>
                  <a:pt x="935" y="4347"/>
                </a:cubicBezTo>
                <a:close/>
              </a:path>
            </a:pathLst>
          </a:custGeom>
          <a:solidFill>
            <a:schemeClr val="accent1"/>
          </a:solidFill>
          <a:ln w="9525" cap="flat">
            <a:noFill/>
            <a:prstDash val="solid"/>
            <a:miter/>
          </a:ln>
        </p:spPr>
        <p:txBody>
          <a:bodyPr wrap="square" rtlCol="0" anchor="ctr">
            <a:noAutofit/>
          </a:bodyPr>
          <a:lstStyle/>
          <a:p>
            <a:endParaRPr lang="en-GB"/>
          </a:p>
        </p:txBody>
      </p:sp>
      <p:sp>
        <p:nvSpPr>
          <p:cNvPr id="21" name="Freeform: Shape 20">
            <a:extLst>
              <a:ext uri="{FF2B5EF4-FFF2-40B4-BE49-F238E27FC236}">
                <a16:creationId xmlns:a16="http://schemas.microsoft.com/office/drawing/2014/main" id="{810BD64F-C923-4203-B00D-820B09499752}"/>
              </a:ext>
            </a:extLst>
          </p:cNvPr>
          <p:cNvSpPr/>
          <p:nvPr userDrawn="1"/>
        </p:nvSpPr>
        <p:spPr>
          <a:xfrm>
            <a:off x="-22164" y="2297904"/>
            <a:ext cx="216483" cy="1272725"/>
          </a:xfrm>
          <a:custGeom>
            <a:avLst/>
            <a:gdLst>
              <a:gd name="connsiteX0" fmla="*/ 0 w 216483"/>
              <a:gd name="connsiteY0" fmla="*/ 0 h 1272725"/>
              <a:gd name="connsiteX1" fmla="*/ 99027 w 216483"/>
              <a:gd name="connsiteY1" fmla="*/ 137560 h 1272725"/>
              <a:gd name="connsiteX2" fmla="*/ 215750 w 216483"/>
              <a:gd name="connsiteY2" fmla="*/ 616125 h 1272725"/>
              <a:gd name="connsiteX3" fmla="*/ 210790 w 216483"/>
              <a:gd name="connsiteY3" fmla="*/ 736641 h 1272725"/>
              <a:gd name="connsiteX4" fmla="*/ 35904 w 216483"/>
              <a:gd name="connsiteY4" fmla="*/ 1229622 h 1272725"/>
              <a:gd name="connsiteX5" fmla="*/ 0 w 216483"/>
              <a:gd name="connsiteY5" fmla="*/ 1272725 h 127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483" h="1272725">
                <a:moveTo>
                  <a:pt x="0" y="0"/>
                </a:moveTo>
                <a:lnTo>
                  <a:pt x="99027" y="137560"/>
                </a:lnTo>
                <a:cubicBezTo>
                  <a:pt x="183067" y="282588"/>
                  <a:pt x="222462" y="448629"/>
                  <a:pt x="215750" y="616125"/>
                </a:cubicBezTo>
                <a:lnTo>
                  <a:pt x="210790" y="736641"/>
                </a:lnTo>
                <a:cubicBezTo>
                  <a:pt x="203495" y="915373"/>
                  <a:pt x="140687" y="1087608"/>
                  <a:pt x="35904" y="1229622"/>
                </a:cubicBezTo>
                <a:lnTo>
                  <a:pt x="0" y="1272725"/>
                </a:lnTo>
                <a:close/>
              </a:path>
            </a:pathLst>
          </a:custGeom>
          <a:solidFill>
            <a:schemeClr val="accent3"/>
          </a:solidFill>
          <a:ln w="9525" cap="flat">
            <a:noFill/>
            <a:prstDash val="solid"/>
            <a:miter/>
          </a:ln>
        </p:spPr>
        <p:txBody>
          <a:bodyPr wrap="square" rtlCol="0" anchor="ctr">
            <a:noAutofit/>
          </a:bodyPr>
          <a:lstStyle/>
          <a:p>
            <a:endParaRPr lang="en-GB"/>
          </a:p>
        </p:txBody>
      </p:sp>
    </p:spTree>
    <p:extLst>
      <p:ext uri="{BB962C8B-B14F-4D97-AF65-F5344CB8AC3E}">
        <p14:creationId xmlns:p14="http://schemas.microsoft.com/office/powerpoint/2010/main" val="329618777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Table - 1">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C2A71B60-1975-43D5-8A8E-0E8FF662DF2D}"/>
              </a:ext>
            </a:extLst>
          </p:cNvPr>
          <p:cNvSpPr/>
          <p:nvPr userDrawn="1"/>
        </p:nvSpPr>
        <p:spPr>
          <a:xfrm rot="17100000" flipH="1">
            <a:off x="6106228" y="5573278"/>
            <a:ext cx="956732" cy="2215968"/>
          </a:xfrm>
          <a:custGeom>
            <a:avLst/>
            <a:gdLst>
              <a:gd name="connsiteX0" fmla="*/ 23265 w 956732"/>
              <a:gd name="connsiteY0" fmla="*/ 989222 h 2215968"/>
              <a:gd name="connsiteX1" fmla="*/ 12235 w 956732"/>
              <a:gd name="connsiteY1" fmla="*/ 1052015 h 2215968"/>
              <a:gd name="connsiteX2" fmla="*/ 117564 w 956732"/>
              <a:gd name="connsiteY2" fmla="*/ 1836131 h 2215968"/>
              <a:gd name="connsiteX3" fmla="*/ 335091 w 956732"/>
              <a:gd name="connsiteY3" fmla="*/ 2188293 h 2215968"/>
              <a:gd name="connsiteX4" fmla="*/ 362965 w 956732"/>
              <a:gd name="connsiteY4" fmla="*/ 2215968 h 2215968"/>
              <a:gd name="connsiteX5" fmla="*/ 956732 w 956732"/>
              <a:gd name="connsiteY5" fmla="*/ 0 h 2215968"/>
              <a:gd name="connsiteX6" fmla="*/ 927339 w 956732"/>
              <a:gd name="connsiteY6" fmla="*/ 5699 h 2215968"/>
              <a:gd name="connsiteX7" fmla="*/ 859820 w 956732"/>
              <a:gd name="connsiteY7" fmla="*/ 25280 h 2215968"/>
              <a:gd name="connsiteX8" fmla="*/ 379088 w 956732"/>
              <a:gd name="connsiteY8" fmla="*/ 321238 h 2215968"/>
              <a:gd name="connsiteX9" fmla="*/ 329574 w 956732"/>
              <a:gd name="connsiteY9" fmla="*/ 375028 h 2215968"/>
              <a:gd name="connsiteX10" fmla="*/ 23265 w 956732"/>
              <a:gd name="connsiteY10" fmla="*/ 989222 h 221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6732" h="2215968">
                <a:moveTo>
                  <a:pt x="23265" y="989222"/>
                </a:moveTo>
                <a:cubicBezTo>
                  <a:pt x="18988" y="1010152"/>
                  <a:pt x="15387" y="1031082"/>
                  <a:pt x="12235" y="1052015"/>
                </a:cubicBezTo>
                <a:cubicBezTo>
                  <a:pt x="-27825" y="1321189"/>
                  <a:pt x="36542" y="1578660"/>
                  <a:pt x="117564" y="1836131"/>
                </a:cubicBezTo>
                <a:cubicBezTo>
                  <a:pt x="163140" y="1971337"/>
                  <a:pt x="239604" y="2084768"/>
                  <a:pt x="335091" y="2188293"/>
                </a:cubicBezTo>
                <a:lnTo>
                  <a:pt x="362965" y="2215968"/>
                </a:lnTo>
                <a:lnTo>
                  <a:pt x="956732" y="0"/>
                </a:lnTo>
                <a:lnTo>
                  <a:pt x="927339" y="5699"/>
                </a:lnTo>
                <a:cubicBezTo>
                  <a:pt x="904606" y="11552"/>
                  <a:pt x="882099" y="18078"/>
                  <a:pt x="859820" y="25280"/>
                </a:cubicBezTo>
                <a:cubicBezTo>
                  <a:pt x="681119" y="81771"/>
                  <a:pt x="515025" y="175397"/>
                  <a:pt x="379088" y="321238"/>
                </a:cubicBezTo>
                <a:cubicBezTo>
                  <a:pt x="362431" y="338567"/>
                  <a:pt x="345778" y="356572"/>
                  <a:pt x="329574" y="375028"/>
                </a:cubicBezTo>
                <a:cubicBezTo>
                  <a:pt x="177207" y="548776"/>
                  <a:pt x="69402" y="760334"/>
                  <a:pt x="23265" y="989222"/>
                </a:cubicBezTo>
                <a:close/>
              </a:path>
            </a:pathLst>
          </a:custGeom>
          <a:solidFill>
            <a:schemeClr val="accent2"/>
          </a:solidFill>
          <a:ln w="9525" cap="flat">
            <a:noFill/>
            <a:prstDash val="solid"/>
            <a:miter/>
          </a:ln>
        </p:spPr>
        <p:txBody>
          <a:bodyPr wrap="square" rtlCol="0" anchor="ctr">
            <a:noAutofit/>
          </a:bodyPr>
          <a:lstStyle/>
          <a:p>
            <a:endParaRPr lang="en-GB"/>
          </a:p>
        </p:txBody>
      </p:sp>
      <p:sp>
        <p:nvSpPr>
          <p:cNvPr id="13" name="Freeform: Shape 12">
            <a:extLst>
              <a:ext uri="{FF2B5EF4-FFF2-40B4-BE49-F238E27FC236}">
                <a16:creationId xmlns:a16="http://schemas.microsoft.com/office/drawing/2014/main" id="{88A9F777-9D0F-42DE-BF5B-27ED3B8BFBA4}"/>
              </a:ext>
            </a:extLst>
          </p:cNvPr>
          <p:cNvSpPr/>
          <p:nvPr userDrawn="1"/>
        </p:nvSpPr>
        <p:spPr>
          <a:xfrm rot="10800000" flipH="1">
            <a:off x="7550078" y="1"/>
            <a:ext cx="1406902" cy="485033"/>
          </a:xfrm>
          <a:custGeom>
            <a:avLst/>
            <a:gdLst>
              <a:gd name="connsiteX0" fmla="*/ 0 w 1406902"/>
              <a:gd name="connsiteY0" fmla="*/ 485033 h 485033"/>
              <a:gd name="connsiteX1" fmla="*/ 1406902 w 1406902"/>
              <a:gd name="connsiteY1" fmla="*/ 485033 h 485033"/>
              <a:gd name="connsiteX2" fmla="*/ 1366204 w 1406902"/>
              <a:gd name="connsiteY2" fmla="*/ 372525 h 485033"/>
              <a:gd name="connsiteX3" fmla="*/ 1264634 w 1406902"/>
              <a:gd name="connsiteY3" fmla="*/ 219263 h 485033"/>
              <a:gd name="connsiteX4" fmla="*/ 1235777 w 1406902"/>
              <a:gd name="connsiteY4" fmla="*/ 191281 h 485033"/>
              <a:gd name="connsiteX5" fmla="*/ 1206671 w 1406902"/>
              <a:gd name="connsiteY5" fmla="*/ 166672 h 485033"/>
              <a:gd name="connsiteX6" fmla="*/ 471639 w 1406902"/>
              <a:gd name="connsiteY6" fmla="*/ 26386 h 485033"/>
              <a:gd name="connsiteX7" fmla="*/ 434163 w 1406902"/>
              <a:gd name="connsiteY7" fmla="*/ 37255 h 485033"/>
              <a:gd name="connsiteX8" fmla="*/ 167332 w 1406902"/>
              <a:gd name="connsiteY8" fmla="*/ 201525 h 485033"/>
              <a:gd name="connsiteX9" fmla="*/ 139850 w 1406902"/>
              <a:gd name="connsiteY9" fmla="*/ 231382 h 485033"/>
              <a:gd name="connsiteX10" fmla="*/ 32731 w 1406902"/>
              <a:gd name="connsiteY10" fmla="*/ 390359 h 485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6902" h="485033">
                <a:moveTo>
                  <a:pt x="0" y="485033"/>
                </a:moveTo>
                <a:lnTo>
                  <a:pt x="1406902" y="485033"/>
                </a:lnTo>
                <a:lnTo>
                  <a:pt x="1366204" y="372525"/>
                </a:lnTo>
                <a:cubicBezTo>
                  <a:pt x="1339079" y="317763"/>
                  <a:pt x="1305389" y="266109"/>
                  <a:pt x="1264634" y="219263"/>
                </a:cubicBezTo>
                <a:cubicBezTo>
                  <a:pt x="1255389" y="209645"/>
                  <a:pt x="1245771" y="200276"/>
                  <a:pt x="1235777" y="191281"/>
                </a:cubicBezTo>
                <a:cubicBezTo>
                  <a:pt x="1226408" y="182787"/>
                  <a:pt x="1216665" y="174543"/>
                  <a:pt x="1206671" y="166672"/>
                </a:cubicBezTo>
                <a:cubicBezTo>
                  <a:pt x="991682" y="13645"/>
                  <a:pt x="720230" y="-36323"/>
                  <a:pt x="471639" y="26386"/>
                </a:cubicBezTo>
                <a:cubicBezTo>
                  <a:pt x="459021" y="29635"/>
                  <a:pt x="446529" y="33257"/>
                  <a:pt x="434163" y="37255"/>
                </a:cubicBezTo>
                <a:cubicBezTo>
                  <a:pt x="334975" y="68610"/>
                  <a:pt x="242784" y="120577"/>
                  <a:pt x="167332" y="201525"/>
                </a:cubicBezTo>
                <a:cubicBezTo>
                  <a:pt x="158088" y="211144"/>
                  <a:pt x="148844" y="221138"/>
                  <a:pt x="139850" y="231382"/>
                </a:cubicBezTo>
                <a:cubicBezTo>
                  <a:pt x="97564" y="279601"/>
                  <a:pt x="61462" y="333067"/>
                  <a:pt x="32731" y="390359"/>
                </a:cubicBezTo>
                <a:close/>
              </a:path>
            </a:pathLst>
          </a:custGeom>
          <a:solidFill>
            <a:srgbClr val="97D5EF"/>
          </a:solidFill>
          <a:ln w="9525" cap="flat">
            <a:noFill/>
            <a:prstDash val="solid"/>
            <a:miter/>
          </a:ln>
        </p:spPr>
        <p:txBody>
          <a:bodyPr wrap="square" rtlCol="0" anchor="ctr">
            <a:noAutofit/>
          </a:bodyPr>
          <a:lstStyle/>
          <a:p>
            <a:endParaRPr lang="en-GB"/>
          </a:p>
        </p:txBody>
      </p:sp>
      <p:sp>
        <p:nvSpPr>
          <p:cNvPr id="7" name="Freeform: Shape 6">
            <a:extLst>
              <a:ext uri="{FF2B5EF4-FFF2-40B4-BE49-F238E27FC236}">
                <a16:creationId xmlns:a16="http://schemas.microsoft.com/office/drawing/2014/main" id="{1136F9E7-1C1B-495F-8B2A-E913E9BD4AFB}"/>
              </a:ext>
            </a:extLst>
          </p:cNvPr>
          <p:cNvSpPr/>
          <p:nvPr userDrawn="1"/>
        </p:nvSpPr>
        <p:spPr>
          <a:xfrm rot="10800000" flipH="1">
            <a:off x="10802711" y="485034"/>
            <a:ext cx="389457" cy="392785"/>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2" name="Title 1">
            <a:extLst>
              <a:ext uri="{FF2B5EF4-FFF2-40B4-BE49-F238E27FC236}">
                <a16:creationId xmlns:a16="http://schemas.microsoft.com/office/drawing/2014/main" id="{4BA191D5-3F67-4004-9030-1E629CBB9FEB}"/>
              </a:ext>
            </a:extLst>
          </p:cNvPr>
          <p:cNvSpPr>
            <a:spLocks noGrp="1"/>
          </p:cNvSpPr>
          <p:nvPr>
            <p:ph type="title"/>
          </p:nvPr>
        </p:nvSpPr>
        <p:spPr>
          <a:xfrm>
            <a:off x="360000" y="358783"/>
            <a:ext cx="4608000" cy="9842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8668F4-7829-4DC2-A6B6-6679C8E6EA1E}"/>
              </a:ext>
            </a:extLst>
          </p:cNvPr>
          <p:cNvSpPr>
            <a:spLocks noGrp="1"/>
          </p:cNvSpPr>
          <p:nvPr>
            <p:ph sz="half" idx="1"/>
          </p:nvPr>
        </p:nvSpPr>
        <p:spPr>
          <a:xfrm>
            <a:off x="360000" y="1692000"/>
            <a:ext cx="39132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e Placeholder 7">
            <a:extLst>
              <a:ext uri="{FF2B5EF4-FFF2-40B4-BE49-F238E27FC236}">
                <a16:creationId xmlns:a16="http://schemas.microsoft.com/office/drawing/2014/main" id="{13AC6455-3582-4718-B3FB-9FFB8D017207}"/>
              </a:ext>
            </a:extLst>
          </p:cNvPr>
          <p:cNvSpPr>
            <a:spLocks noGrp="1"/>
          </p:cNvSpPr>
          <p:nvPr>
            <p:ph type="dt" sz="half" idx="10"/>
          </p:nvPr>
        </p:nvSpPr>
        <p:spPr>
          <a:xfrm>
            <a:off x="1487488" y="6596571"/>
            <a:ext cx="3173412" cy="168994"/>
          </a:xfrm>
          <a:prstGeom prst="rect">
            <a:avLst/>
          </a:prstGeom>
        </p:spPr>
        <p:txBody>
          <a:bodyPr/>
          <a:lstStyle/>
          <a:p>
            <a:fld id="{8ECC49CE-6F1F-4C54-9260-A3B5B16A4400}" type="datetime1">
              <a:rPr lang="en-GB" smtClean="0"/>
              <a:pPr/>
              <a:t>26/04/2026</a:t>
            </a:fld>
            <a:endParaRPr lang="en-GB"/>
          </a:p>
        </p:txBody>
      </p:sp>
      <p:sp>
        <p:nvSpPr>
          <p:cNvPr id="9" name="Footer Placeholder 8">
            <a:extLst>
              <a:ext uri="{FF2B5EF4-FFF2-40B4-BE49-F238E27FC236}">
                <a16:creationId xmlns:a16="http://schemas.microsoft.com/office/drawing/2014/main" id="{997F4415-65C6-4AE4-9ABF-A4658E6FF995}"/>
              </a:ext>
            </a:extLst>
          </p:cNvPr>
          <p:cNvSpPr>
            <a:spLocks noGrp="1"/>
          </p:cNvSpPr>
          <p:nvPr>
            <p:ph type="ftr" sz="quarter" idx="11"/>
          </p:nvPr>
        </p:nvSpPr>
        <p:spPr>
          <a:xfrm>
            <a:off x="1487488" y="6336581"/>
            <a:ext cx="9937104" cy="168994"/>
          </a:xfrm>
          <a:prstGeom prst="rect">
            <a:avLst/>
          </a:prstGeom>
        </p:spPr>
        <p:txBody>
          <a:bodyPr/>
          <a:lstStyle/>
          <a:p>
            <a:endParaRPr lang="en-GB"/>
          </a:p>
        </p:txBody>
      </p:sp>
      <p:sp>
        <p:nvSpPr>
          <p:cNvPr id="12" name="Slide Number Placeholder 9">
            <a:extLst>
              <a:ext uri="{FF2B5EF4-FFF2-40B4-BE49-F238E27FC236}">
                <a16:creationId xmlns:a16="http://schemas.microsoft.com/office/drawing/2014/main" id="{5275461E-7823-4C25-8AF1-B2C44004BDC8}"/>
              </a:ext>
            </a:extLst>
          </p:cNvPr>
          <p:cNvSpPr>
            <a:spLocks noGrp="1"/>
          </p:cNvSpPr>
          <p:nvPr>
            <p:ph type="sldNum" sz="quarter" idx="12"/>
          </p:nvPr>
        </p:nvSpPr>
        <p:spPr>
          <a:xfrm>
            <a:off x="11662750" y="6314888"/>
            <a:ext cx="143397" cy="168994"/>
          </a:xfrm>
          <a:prstGeom prst="rect">
            <a:avLst/>
          </a:prstGeom>
        </p:spPr>
        <p:txBody>
          <a:bodyPr/>
          <a:lstStyle>
            <a:lvl1pPr>
              <a:defRPr>
                <a:solidFill>
                  <a:schemeClr val="bg1"/>
                </a:solidFill>
              </a:defRPr>
            </a:lvl1pPr>
          </a:lstStyle>
          <a:p>
            <a:fld id="{293B8A09-8DEB-4DB8-9D96-820A6596E217}" type="slidenum">
              <a:rPr lang="en-GB" smtClean="0"/>
              <a:pPr/>
              <a:t>‹#›</a:t>
            </a:fld>
            <a:endParaRPr lang="en-GB"/>
          </a:p>
        </p:txBody>
      </p:sp>
      <p:sp>
        <p:nvSpPr>
          <p:cNvPr id="11" name="Content Placeholder 10">
            <a:extLst>
              <a:ext uri="{FF2B5EF4-FFF2-40B4-BE49-F238E27FC236}">
                <a16:creationId xmlns:a16="http://schemas.microsoft.com/office/drawing/2014/main" id="{2A35059F-1FD1-49BE-87F2-D37B6B1EB522}"/>
              </a:ext>
            </a:extLst>
          </p:cNvPr>
          <p:cNvSpPr>
            <a:spLocks noGrp="1"/>
          </p:cNvSpPr>
          <p:nvPr>
            <p:ph sz="quarter" idx="13"/>
          </p:nvPr>
        </p:nvSpPr>
        <p:spPr>
          <a:xfrm>
            <a:off x="6235200" y="1699200"/>
            <a:ext cx="5540400"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3210105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ext and Table - 2">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20C1390-A172-48A3-B552-BD66EC6FEF58}"/>
              </a:ext>
            </a:extLst>
          </p:cNvPr>
          <p:cNvSpPr/>
          <p:nvPr userDrawn="1"/>
        </p:nvSpPr>
        <p:spPr>
          <a:xfrm rot="10800000" flipH="1">
            <a:off x="4472633" y="5565170"/>
            <a:ext cx="862087" cy="864811"/>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rgbClr val="97D5EF"/>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1136F9E7-1C1B-495F-8B2A-E913E9BD4AFB}"/>
              </a:ext>
            </a:extLst>
          </p:cNvPr>
          <p:cNvSpPr/>
          <p:nvPr userDrawn="1"/>
        </p:nvSpPr>
        <p:spPr>
          <a:xfrm rot="10800000" flipH="1">
            <a:off x="5258252" y="6412579"/>
            <a:ext cx="152935" cy="154242"/>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2" name="Title 1">
            <a:extLst>
              <a:ext uri="{FF2B5EF4-FFF2-40B4-BE49-F238E27FC236}">
                <a16:creationId xmlns:a16="http://schemas.microsoft.com/office/drawing/2014/main" id="{4BA191D5-3F67-4004-9030-1E629CBB9FEB}"/>
              </a:ext>
            </a:extLst>
          </p:cNvPr>
          <p:cNvSpPr>
            <a:spLocks noGrp="1"/>
          </p:cNvSpPr>
          <p:nvPr>
            <p:ph type="title"/>
          </p:nvPr>
        </p:nvSpPr>
        <p:spPr>
          <a:xfrm>
            <a:off x="360000" y="358783"/>
            <a:ext cx="4608000" cy="9842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8668F4-7829-4DC2-A6B6-6679C8E6EA1E}"/>
              </a:ext>
            </a:extLst>
          </p:cNvPr>
          <p:cNvSpPr>
            <a:spLocks noGrp="1"/>
          </p:cNvSpPr>
          <p:nvPr>
            <p:ph sz="half" idx="1"/>
          </p:nvPr>
        </p:nvSpPr>
        <p:spPr>
          <a:xfrm>
            <a:off x="360000" y="1692000"/>
            <a:ext cx="39132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0">
            <a:extLst>
              <a:ext uri="{FF2B5EF4-FFF2-40B4-BE49-F238E27FC236}">
                <a16:creationId xmlns:a16="http://schemas.microsoft.com/office/drawing/2014/main" id="{938AE26E-C782-4B0C-9658-85B74ADBAB1F}"/>
              </a:ext>
            </a:extLst>
          </p:cNvPr>
          <p:cNvSpPr>
            <a:spLocks noGrp="1"/>
          </p:cNvSpPr>
          <p:nvPr>
            <p:ph sz="quarter" idx="13"/>
          </p:nvPr>
        </p:nvSpPr>
        <p:spPr>
          <a:xfrm>
            <a:off x="6235200" y="1699200"/>
            <a:ext cx="5540400" cy="381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668970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hart and Text - 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D086FDF3-4503-4D48-9D97-B91342FF4C23}"/>
              </a:ext>
            </a:extLst>
          </p:cNvPr>
          <p:cNvSpPr/>
          <p:nvPr userDrawn="1"/>
        </p:nvSpPr>
        <p:spPr>
          <a:xfrm rot="17100000" flipH="1">
            <a:off x="6106228" y="5573278"/>
            <a:ext cx="956732" cy="2215968"/>
          </a:xfrm>
          <a:custGeom>
            <a:avLst/>
            <a:gdLst>
              <a:gd name="connsiteX0" fmla="*/ 23265 w 956732"/>
              <a:gd name="connsiteY0" fmla="*/ 989222 h 2215968"/>
              <a:gd name="connsiteX1" fmla="*/ 12235 w 956732"/>
              <a:gd name="connsiteY1" fmla="*/ 1052015 h 2215968"/>
              <a:gd name="connsiteX2" fmla="*/ 117564 w 956732"/>
              <a:gd name="connsiteY2" fmla="*/ 1836131 h 2215968"/>
              <a:gd name="connsiteX3" fmla="*/ 335091 w 956732"/>
              <a:gd name="connsiteY3" fmla="*/ 2188293 h 2215968"/>
              <a:gd name="connsiteX4" fmla="*/ 362965 w 956732"/>
              <a:gd name="connsiteY4" fmla="*/ 2215968 h 2215968"/>
              <a:gd name="connsiteX5" fmla="*/ 956732 w 956732"/>
              <a:gd name="connsiteY5" fmla="*/ 0 h 2215968"/>
              <a:gd name="connsiteX6" fmla="*/ 927339 w 956732"/>
              <a:gd name="connsiteY6" fmla="*/ 5699 h 2215968"/>
              <a:gd name="connsiteX7" fmla="*/ 859820 w 956732"/>
              <a:gd name="connsiteY7" fmla="*/ 25280 h 2215968"/>
              <a:gd name="connsiteX8" fmla="*/ 379088 w 956732"/>
              <a:gd name="connsiteY8" fmla="*/ 321238 h 2215968"/>
              <a:gd name="connsiteX9" fmla="*/ 329574 w 956732"/>
              <a:gd name="connsiteY9" fmla="*/ 375028 h 2215968"/>
              <a:gd name="connsiteX10" fmla="*/ 23265 w 956732"/>
              <a:gd name="connsiteY10" fmla="*/ 989222 h 221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6732" h="2215968">
                <a:moveTo>
                  <a:pt x="23265" y="989222"/>
                </a:moveTo>
                <a:cubicBezTo>
                  <a:pt x="18988" y="1010152"/>
                  <a:pt x="15387" y="1031082"/>
                  <a:pt x="12235" y="1052015"/>
                </a:cubicBezTo>
                <a:cubicBezTo>
                  <a:pt x="-27825" y="1321189"/>
                  <a:pt x="36542" y="1578660"/>
                  <a:pt x="117564" y="1836131"/>
                </a:cubicBezTo>
                <a:cubicBezTo>
                  <a:pt x="163140" y="1971337"/>
                  <a:pt x="239604" y="2084768"/>
                  <a:pt x="335091" y="2188293"/>
                </a:cubicBezTo>
                <a:lnTo>
                  <a:pt x="362965" y="2215968"/>
                </a:lnTo>
                <a:lnTo>
                  <a:pt x="956732" y="0"/>
                </a:lnTo>
                <a:lnTo>
                  <a:pt x="927339" y="5699"/>
                </a:lnTo>
                <a:cubicBezTo>
                  <a:pt x="904606" y="11552"/>
                  <a:pt x="882099" y="18078"/>
                  <a:pt x="859820" y="25280"/>
                </a:cubicBezTo>
                <a:cubicBezTo>
                  <a:pt x="681119" y="81771"/>
                  <a:pt x="515025" y="175397"/>
                  <a:pt x="379088" y="321238"/>
                </a:cubicBezTo>
                <a:cubicBezTo>
                  <a:pt x="362431" y="338567"/>
                  <a:pt x="345778" y="356572"/>
                  <a:pt x="329574" y="375028"/>
                </a:cubicBezTo>
                <a:cubicBezTo>
                  <a:pt x="177207" y="548776"/>
                  <a:pt x="69402" y="760334"/>
                  <a:pt x="23265" y="989222"/>
                </a:cubicBezTo>
                <a:close/>
              </a:path>
            </a:pathLst>
          </a:custGeom>
          <a:solidFill>
            <a:schemeClr val="accent2"/>
          </a:solidFill>
          <a:ln w="9525" cap="flat">
            <a:noFill/>
            <a:prstDash val="solid"/>
            <a:miter/>
          </a:ln>
        </p:spPr>
        <p:txBody>
          <a:bodyPr wrap="square" rtlCol="0" anchor="ctr">
            <a:noAutofit/>
          </a:bodyPr>
          <a:lstStyle/>
          <a:p>
            <a:endParaRPr lang="en-GB"/>
          </a:p>
        </p:txBody>
      </p:sp>
      <p:sp>
        <p:nvSpPr>
          <p:cNvPr id="2" name="Title 1">
            <a:extLst>
              <a:ext uri="{FF2B5EF4-FFF2-40B4-BE49-F238E27FC236}">
                <a16:creationId xmlns:a16="http://schemas.microsoft.com/office/drawing/2014/main" id="{FCE012AE-834B-4385-B85B-5603419CD2BB}"/>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1881154C-1418-4C14-95E8-CA98F8FD017A}"/>
              </a:ext>
            </a:extLst>
          </p:cNvPr>
          <p:cNvSpPr>
            <a:spLocks noGrp="1"/>
          </p:cNvSpPr>
          <p:nvPr>
            <p:ph type="dt" sz="half" idx="10"/>
          </p:nvPr>
        </p:nvSpPr>
        <p:spPr>
          <a:xfrm>
            <a:off x="1487488" y="6596571"/>
            <a:ext cx="3173412" cy="168994"/>
          </a:xfrm>
          <a:prstGeom prst="rect">
            <a:avLst/>
          </a:prstGeom>
        </p:spPr>
        <p:txBody>
          <a:bodyPr/>
          <a:lstStyle/>
          <a:p>
            <a:fld id="{8ECC49CE-6F1F-4C54-9260-A3B5B16A4400}" type="datetime1">
              <a:rPr lang="en-GB" smtClean="0"/>
              <a:pPr/>
              <a:t>26/04/2026</a:t>
            </a:fld>
            <a:endParaRPr lang="en-GB"/>
          </a:p>
        </p:txBody>
      </p:sp>
      <p:sp>
        <p:nvSpPr>
          <p:cNvPr id="7" name="Footer Placeholder 6">
            <a:extLst>
              <a:ext uri="{FF2B5EF4-FFF2-40B4-BE49-F238E27FC236}">
                <a16:creationId xmlns:a16="http://schemas.microsoft.com/office/drawing/2014/main" id="{34EEA848-F3A1-4406-8486-091764079E22}"/>
              </a:ext>
            </a:extLst>
          </p:cNvPr>
          <p:cNvSpPr>
            <a:spLocks noGrp="1"/>
          </p:cNvSpPr>
          <p:nvPr>
            <p:ph type="ftr" sz="quarter" idx="11"/>
          </p:nvPr>
        </p:nvSpPr>
        <p:spPr>
          <a:xfrm>
            <a:off x="1487488" y="6336581"/>
            <a:ext cx="9937104" cy="168994"/>
          </a:xfrm>
          <a:prstGeom prst="rect">
            <a:avLst/>
          </a:prstGeom>
        </p:spPr>
        <p:txBody>
          <a:bodyPr/>
          <a:lstStyle/>
          <a:p>
            <a:endParaRPr lang="en-GB"/>
          </a:p>
        </p:txBody>
      </p:sp>
      <p:sp>
        <p:nvSpPr>
          <p:cNvPr id="8" name="Slide Number Placeholder 7">
            <a:extLst>
              <a:ext uri="{FF2B5EF4-FFF2-40B4-BE49-F238E27FC236}">
                <a16:creationId xmlns:a16="http://schemas.microsoft.com/office/drawing/2014/main" id="{D7A02B3C-0DA2-4758-B596-3A6534407154}"/>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
        <p:nvSpPr>
          <p:cNvPr id="16" name="Content Placeholder 2">
            <a:extLst>
              <a:ext uri="{FF2B5EF4-FFF2-40B4-BE49-F238E27FC236}">
                <a16:creationId xmlns:a16="http://schemas.microsoft.com/office/drawing/2014/main" id="{DDFD0A2A-0CE7-4BB5-AC8D-F7A867A0FE50}"/>
              </a:ext>
            </a:extLst>
          </p:cNvPr>
          <p:cNvSpPr>
            <a:spLocks noGrp="1"/>
          </p:cNvSpPr>
          <p:nvPr>
            <p:ph sz="half" idx="1"/>
          </p:nvPr>
        </p:nvSpPr>
        <p:spPr>
          <a:xfrm>
            <a:off x="7639200" y="1692000"/>
            <a:ext cx="39132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7">
            <a:extLst>
              <a:ext uri="{FF2B5EF4-FFF2-40B4-BE49-F238E27FC236}">
                <a16:creationId xmlns:a16="http://schemas.microsoft.com/office/drawing/2014/main" id="{002D1829-337A-45B6-8052-E9C203E81388}"/>
              </a:ext>
            </a:extLst>
          </p:cNvPr>
          <p:cNvSpPr>
            <a:spLocks noGrp="1"/>
          </p:cNvSpPr>
          <p:nvPr>
            <p:ph sz="quarter" idx="13"/>
          </p:nvPr>
        </p:nvSpPr>
        <p:spPr>
          <a:xfrm>
            <a:off x="478800" y="1699200"/>
            <a:ext cx="5760000" cy="391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Freeform: Shape 8">
            <a:extLst>
              <a:ext uri="{FF2B5EF4-FFF2-40B4-BE49-F238E27FC236}">
                <a16:creationId xmlns:a16="http://schemas.microsoft.com/office/drawing/2014/main" id="{DF972557-D797-4296-8578-28334B4D6192}"/>
              </a:ext>
            </a:extLst>
          </p:cNvPr>
          <p:cNvSpPr/>
          <p:nvPr userDrawn="1"/>
        </p:nvSpPr>
        <p:spPr>
          <a:xfrm rot="10800000" flipH="1">
            <a:off x="10802711" y="485034"/>
            <a:ext cx="389457" cy="392785"/>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4" name="Freeform: Shape 3">
            <a:extLst>
              <a:ext uri="{FF2B5EF4-FFF2-40B4-BE49-F238E27FC236}">
                <a16:creationId xmlns:a16="http://schemas.microsoft.com/office/drawing/2014/main" id="{E3986742-2435-426A-B3CC-E2F09600CC6D}"/>
              </a:ext>
            </a:extLst>
          </p:cNvPr>
          <p:cNvSpPr/>
          <p:nvPr userDrawn="1"/>
        </p:nvSpPr>
        <p:spPr>
          <a:xfrm rot="10800000" flipH="1">
            <a:off x="7550078" y="1"/>
            <a:ext cx="1406902" cy="485033"/>
          </a:xfrm>
          <a:custGeom>
            <a:avLst/>
            <a:gdLst>
              <a:gd name="connsiteX0" fmla="*/ 0 w 1406902"/>
              <a:gd name="connsiteY0" fmla="*/ 485033 h 485033"/>
              <a:gd name="connsiteX1" fmla="*/ 1406902 w 1406902"/>
              <a:gd name="connsiteY1" fmla="*/ 485033 h 485033"/>
              <a:gd name="connsiteX2" fmla="*/ 1366204 w 1406902"/>
              <a:gd name="connsiteY2" fmla="*/ 372525 h 485033"/>
              <a:gd name="connsiteX3" fmla="*/ 1264634 w 1406902"/>
              <a:gd name="connsiteY3" fmla="*/ 219263 h 485033"/>
              <a:gd name="connsiteX4" fmla="*/ 1235777 w 1406902"/>
              <a:gd name="connsiteY4" fmla="*/ 191281 h 485033"/>
              <a:gd name="connsiteX5" fmla="*/ 1206671 w 1406902"/>
              <a:gd name="connsiteY5" fmla="*/ 166672 h 485033"/>
              <a:gd name="connsiteX6" fmla="*/ 471639 w 1406902"/>
              <a:gd name="connsiteY6" fmla="*/ 26386 h 485033"/>
              <a:gd name="connsiteX7" fmla="*/ 434163 w 1406902"/>
              <a:gd name="connsiteY7" fmla="*/ 37255 h 485033"/>
              <a:gd name="connsiteX8" fmla="*/ 167332 w 1406902"/>
              <a:gd name="connsiteY8" fmla="*/ 201525 h 485033"/>
              <a:gd name="connsiteX9" fmla="*/ 139850 w 1406902"/>
              <a:gd name="connsiteY9" fmla="*/ 231382 h 485033"/>
              <a:gd name="connsiteX10" fmla="*/ 32731 w 1406902"/>
              <a:gd name="connsiteY10" fmla="*/ 390359 h 485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6902" h="485033">
                <a:moveTo>
                  <a:pt x="0" y="485033"/>
                </a:moveTo>
                <a:lnTo>
                  <a:pt x="1406902" y="485033"/>
                </a:lnTo>
                <a:lnTo>
                  <a:pt x="1366204" y="372525"/>
                </a:lnTo>
                <a:cubicBezTo>
                  <a:pt x="1339079" y="317763"/>
                  <a:pt x="1305389" y="266109"/>
                  <a:pt x="1264634" y="219263"/>
                </a:cubicBezTo>
                <a:cubicBezTo>
                  <a:pt x="1255389" y="209645"/>
                  <a:pt x="1245771" y="200276"/>
                  <a:pt x="1235777" y="191281"/>
                </a:cubicBezTo>
                <a:cubicBezTo>
                  <a:pt x="1226408" y="182787"/>
                  <a:pt x="1216665" y="174543"/>
                  <a:pt x="1206671" y="166672"/>
                </a:cubicBezTo>
                <a:cubicBezTo>
                  <a:pt x="991682" y="13645"/>
                  <a:pt x="720230" y="-36323"/>
                  <a:pt x="471639" y="26386"/>
                </a:cubicBezTo>
                <a:cubicBezTo>
                  <a:pt x="459021" y="29635"/>
                  <a:pt x="446529" y="33257"/>
                  <a:pt x="434163" y="37255"/>
                </a:cubicBezTo>
                <a:cubicBezTo>
                  <a:pt x="334975" y="68610"/>
                  <a:pt x="242784" y="120577"/>
                  <a:pt x="167332" y="201525"/>
                </a:cubicBezTo>
                <a:cubicBezTo>
                  <a:pt x="158088" y="211144"/>
                  <a:pt x="148844" y="221138"/>
                  <a:pt x="139850" y="231382"/>
                </a:cubicBezTo>
                <a:cubicBezTo>
                  <a:pt x="97564" y="279601"/>
                  <a:pt x="61462" y="333067"/>
                  <a:pt x="32731" y="390359"/>
                </a:cubicBezTo>
                <a:close/>
              </a:path>
            </a:pathLst>
          </a:custGeom>
          <a:solidFill>
            <a:srgbClr val="97D5EF"/>
          </a:solidFill>
          <a:ln w="9525" cap="flat">
            <a:noFill/>
            <a:prstDash val="solid"/>
            <a:miter/>
          </a:ln>
        </p:spPr>
        <p:txBody>
          <a:bodyPr wrap="square" rtlCol="0" anchor="ctr">
            <a:noAutofit/>
          </a:bodyPr>
          <a:lstStyle/>
          <a:p>
            <a:endParaRPr lang="en-GB"/>
          </a:p>
        </p:txBody>
      </p:sp>
    </p:spTree>
    <p:extLst>
      <p:ext uri="{BB962C8B-B14F-4D97-AF65-F5344CB8AC3E}">
        <p14:creationId xmlns:p14="http://schemas.microsoft.com/office/powerpoint/2010/main" val="419310488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hart and Text -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AA8807A-91ED-43A8-885F-8C883990F0F8}"/>
              </a:ext>
            </a:extLst>
          </p:cNvPr>
          <p:cNvSpPr/>
          <p:nvPr userDrawn="1"/>
        </p:nvSpPr>
        <p:spPr>
          <a:xfrm>
            <a:off x="11629506" y="6297222"/>
            <a:ext cx="209885" cy="209146"/>
          </a:xfrm>
          <a:custGeom>
            <a:avLst/>
            <a:gdLst>
              <a:gd name="connsiteX0" fmla="*/ 60843 w 931436"/>
              <a:gd name="connsiteY0" fmla="*/ 202156 h 928157"/>
              <a:gd name="connsiteX1" fmla="*/ 41793 w 931436"/>
              <a:gd name="connsiteY1" fmla="*/ 610302 h 928157"/>
              <a:gd name="connsiteX2" fmla="*/ 186954 w 931436"/>
              <a:gd name="connsiteY2" fmla="*/ 828710 h 928157"/>
              <a:gd name="connsiteX3" fmla="*/ 729689 w 931436"/>
              <a:gd name="connsiteY3" fmla="*/ 848141 h 928157"/>
              <a:gd name="connsiteX4" fmla="*/ 926761 w 931436"/>
              <a:gd name="connsiteY4" fmla="*/ 522386 h 928157"/>
              <a:gd name="connsiteX5" fmla="*/ 922284 w 931436"/>
              <a:gd name="connsiteY5" fmla="*/ 394275 h 928157"/>
              <a:gd name="connsiteX6" fmla="*/ 873326 w 931436"/>
              <a:gd name="connsiteY6" fmla="*/ 269021 h 928157"/>
              <a:gd name="connsiteX7" fmla="*/ 699018 w 931436"/>
              <a:gd name="connsiteY7" fmla="*/ 62329 h 928157"/>
              <a:gd name="connsiteX8" fmla="*/ 416221 w 931436"/>
              <a:gd name="connsiteY8" fmla="*/ 797 h 928157"/>
              <a:gd name="connsiteX9" fmla="*/ 156474 w 931436"/>
              <a:gd name="connsiteY9" fmla="*/ 108239 h 928157"/>
              <a:gd name="connsiteX10" fmla="*/ 60843 w 931436"/>
              <a:gd name="connsiteY10" fmla="*/ 202156 h 92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436" h="928157">
                <a:moveTo>
                  <a:pt x="60843" y="202156"/>
                </a:moveTo>
                <a:cubicBezTo>
                  <a:pt x="-34312" y="304645"/>
                  <a:pt x="550" y="492192"/>
                  <a:pt x="41793" y="610302"/>
                </a:cubicBezTo>
                <a:cubicBezTo>
                  <a:pt x="70273" y="691836"/>
                  <a:pt x="126851" y="767179"/>
                  <a:pt x="186954" y="828710"/>
                </a:cubicBezTo>
                <a:cubicBezTo>
                  <a:pt x="338592" y="983968"/>
                  <a:pt x="556715" y="931009"/>
                  <a:pt x="729689" y="848141"/>
                </a:cubicBezTo>
                <a:cubicBezTo>
                  <a:pt x="852942" y="789182"/>
                  <a:pt x="909902" y="652498"/>
                  <a:pt x="926761" y="522386"/>
                </a:cubicBezTo>
                <a:cubicBezTo>
                  <a:pt x="932476" y="478571"/>
                  <a:pt x="934953" y="437138"/>
                  <a:pt x="922284" y="394275"/>
                </a:cubicBezTo>
                <a:cubicBezTo>
                  <a:pt x="909711" y="351603"/>
                  <a:pt x="890185" y="310169"/>
                  <a:pt x="873326" y="269021"/>
                </a:cubicBezTo>
                <a:cubicBezTo>
                  <a:pt x="836940" y="179867"/>
                  <a:pt x="782553" y="112621"/>
                  <a:pt x="699018" y="62329"/>
                </a:cubicBezTo>
                <a:cubicBezTo>
                  <a:pt x="613007" y="10608"/>
                  <a:pt x="515376" y="-3775"/>
                  <a:pt x="416221" y="797"/>
                </a:cubicBezTo>
                <a:cubicBezTo>
                  <a:pt x="312970" y="5560"/>
                  <a:pt x="233341" y="40040"/>
                  <a:pt x="156474" y="108239"/>
                </a:cubicBezTo>
                <a:cubicBezTo>
                  <a:pt x="123041" y="137862"/>
                  <a:pt x="90847" y="169104"/>
                  <a:pt x="60843" y="202156"/>
                </a:cubicBezTo>
              </a:path>
            </a:pathLst>
          </a:custGeom>
          <a:solidFill>
            <a:srgbClr val="0F265C"/>
          </a:solidFill>
          <a:ln w="9525" cap="flat">
            <a:noFill/>
            <a:prstDash val="solid"/>
            <a:miter/>
          </a:ln>
        </p:spPr>
        <p:txBody>
          <a:bodyPr rtlCol="0" anchor="ctr"/>
          <a:lstStyle/>
          <a:p>
            <a:endParaRPr lang="en-GB"/>
          </a:p>
        </p:txBody>
      </p:sp>
      <p:sp>
        <p:nvSpPr>
          <p:cNvPr id="5" name="Freeform: Shape 4">
            <a:extLst>
              <a:ext uri="{FF2B5EF4-FFF2-40B4-BE49-F238E27FC236}">
                <a16:creationId xmlns:a16="http://schemas.microsoft.com/office/drawing/2014/main" id="{0C5D571F-92E7-4691-9FA0-CDB1C01388F8}"/>
              </a:ext>
            </a:extLst>
          </p:cNvPr>
          <p:cNvSpPr/>
          <p:nvPr userDrawn="1"/>
        </p:nvSpPr>
        <p:spPr>
          <a:xfrm flipH="1">
            <a:off x="0" y="0"/>
            <a:ext cx="7200804" cy="6858000"/>
          </a:xfrm>
          <a:custGeom>
            <a:avLst/>
            <a:gdLst>
              <a:gd name="connsiteX0" fmla="*/ 1158901 w 7200804"/>
              <a:gd name="connsiteY0" fmla="*/ 0 h 6858000"/>
              <a:gd name="connsiteX1" fmla="*/ 7200804 w 7200804"/>
              <a:gd name="connsiteY1" fmla="*/ 0 h 6858000"/>
              <a:gd name="connsiteX2" fmla="*/ 7200804 w 7200804"/>
              <a:gd name="connsiteY2" fmla="*/ 6858000 h 6858000"/>
              <a:gd name="connsiteX3" fmla="*/ 1073629 w 7200804"/>
              <a:gd name="connsiteY3" fmla="*/ 6858000 h 6858000"/>
              <a:gd name="connsiteX4" fmla="*/ 943008 w 7200804"/>
              <a:gd name="connsiteY4" fmla="*/ 6631906 h 6858000"/>
              <a:gd name="connsiteX5" fmla="*/ 96388 w 7200804"/>
              <a:gd name="connsiteY5" fmla="*/ 4237740 h 6858000"/>
              <a:gd name="connsiteX6" fmla="*/ 49668 w 7200804"/>
              <a:gd name="connsiteY6" fmla="*/ 3888392 h 6858000"/>
              <a:gd name="connsiteX7" fmla="*/ 1077621 w 7200804"/>
              <a:gd name="connsiteY7" fmla="*/ 858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804" h="6858000">
                <a:moveTo>
                  <a:pt x="1158901" y="0"/>
                </a:moveTo>
                <a:lnTo>
                  <a:pt x="7200804" y="0"/>
                </a:lnTo>
                <a:lnTo>
                  <a:pt x="7200804" y="6858000"/>
                </a:lnTo>
                <a:lnTo>
                  <a:pt x="1073629" y="6858000"/>
                </a:lnTo>
                <a:lnTo>
                  <a:pt x="943008" y="6631906"/>
                </a:lnTo>
                <a:cubicBezTo>
                  <a:pt x="531800" y="5884218"/>
                  <a:pt x="230724" y="5072961"/>
                  <a:pt x="96388" y="4237740"/>
                </a:cubicBezTo>
                <a:cubicBezTo>
                  <a:pt x="76369" y="4119795"/>
                  <a:pt x="60787" y="4004094"/>
                  <a:pt x="49668" y="3888392"/>
                </a:cubicBezTo>
                <a:cubicBezTo>
                  <a:pt x="-123897" y="2526673"/>
                  <a:pt x="143108" y="1091533"/>
                  <a:pt x="1077621" y="85820"/>
                </a:cubicBezTo>
                <a:close/>
              </a:path>
            </a:pathLst>
          </a:custGeom>
          <a:solidFill>
            <a:schemeClr val="accent4"/>
          </a:solidFill>
          <a:ln w="9525" cap="flat">
            <a:noFill/>
            <a:prstDash val="solid"/>
            <a:miter/>
          </a:ln>
        </p:spPr>
        <p:txBody>
          <a:bodyPr wrap="square" rtlCol="0" anchor="ctr">
            <a:noAutofit/>
          </a:bodyPr>
          <a:lstStyle/>
          <a:p>
            <a:endParaRPr lang="en-GB"/>
          </a:p>
        </p:txBody>
      </p:sp>
      <p:sp>
        <p:nvSpPr>
          <p:cNvPr id="3" name="Freeform: Shape 2">
            <a:extLst>
              <a:ext uri="{FF2B5EF4-FFF2-40B4-BE49-F238E27FC236}">
                <a16:creationId xmlns:a16="http://schemas.microsoft.com/office/drawing/2014/main" id="{5D099653-90DF-4AEB-822A-3A4313797E04}"/>
              </a:ext>
            </a:extLst>
          </p:cNvPr>
          <p:cNvSpPr/>
          <p:nvPr userDrawn="1"/>
        </p:nvSpPr>
        <p:spPr>
          <a:xfrm flipH="1">
            <a:off x="6857280" y="428019"/>
            <a:ext cx="862087" cy="864811"/>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rgbClr val="97D5EF"/>
          </a:solidFill>
          <a:ln w="9525" cap="flat">
            <a:noFill/>
            <a:prstDash val="solid"/>
            <a:miter/>
          </a:ln>
        </p:spPr>
        <p:txBody>
          <a:bodyPr rtlCol="0" anchor="ctr"/>
          <a:lstStyle/>
          <a:p>
            <a:endParaRPr lang="en-GB"/>
          </a:p>
        </p:txBody>
      </p:sp>
      <p:sp>
        <p:nvSpPr>
          <p:cNvPr id="4" name="Freeform: Shape 3">
            <a:extLst>
              <a:ext uri="{FF2B5EF4-FFF2-40B4-BE49-F238E27FC236}">
                <a16:creationId xmlns:a16="http://schemas.microsoft.com/office/drawing/2014/main" id="{D9BC2DBA-FEC0-47B3-AE8F-764DBE269640}"/>
              </a:ext>
            </a:extLst>
          </p:cNvPr>
          <p:cNvSpPr/>
          <p:nvPr userDrawn="1"/>
        </p:nvSpPr>
        <p:spPr>
          <a:xfrm flipH="1">
            <a:off x="6780813" y="291179"/>
            <a:ext cx="152935" cy="154242"/>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2" name="Title 1">
            <a:extLst>
              <a:ext uri="{FF2B5EF4-FFF2-40B4-BE49-F238E27FC236}">
                <a16:creationId xmlns:a16="http://schemas.microsoft.com/office/drawing/2014/main" id="{FCE012AE-834B-4385-B85B-5603419CD2BB}"/>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
        <p:nvSpPr>
          <p:cNvPr id="6" name="Date Placeholder 5">
            <a:extLst>
              <a:ext uri="{FF2B5EF4-FFF2-40B4-BE49-F238E27FC236}">
                <a16:creationId xmlns:a16="http://schemas.microsoft.com/office/drawing/2014/main" id="{1881154C-1418-4C14-95E8-CA98F8FD017A}"/>
              </a:ext>
            </a:extLst>
          </p:cNvPr>
          <p:cNvSpPr>
            <a:spLocks noGrp="1"/>
          </p:cNvSpPr>
          <p:nvPr>
            <p:ph type="dt" sz="half" idx="10"/>
          </p:nvPr>
        </p:nvSpPr>
        <p:spPr>
          <a:xfrm>
            <a:off x="1487488" y="6596571"/>
            <a:ext cx="3173412" cy="168994"/>
          </a:xfrm>
          <a:prstGeom prst="rect">
            <a:avLst/>
          </a:prstGeom>
        </p:spPr>
        <p:txBody>
          <a:bodyPr/>
          <a:lstStyle/>
          <a:p>
            <a:fld id="{8ECC49CE-6F1F-4C54-9260-A3B5B16A4400}" type="datetime1">
              <a:rPr lang="en-GB" smtClean="0"/>
              <a:pPr/>
              <a:t>26/04/2026</a:t>
            </a:fld>
            <a:endParaRPr lang="en-GB"/>
          </a:p>
        </p:txBody>
      </p:sp>
      <p:sp>
        <p:nvSpPr>
          <p:cNvPr id="7" name="Footer Placeholder 6">
            <a:extLst>
              <a:ext uri="{FF2B5EF4-FFF2-40B4-BE49-F238E27FC236}">
                <a16:creationId xmlns:a16="http://schemas.microsoft.com/office/drawing/2014/main" id="{34EEA848-F3A1-4406-8486-091764079E22}"/>
              </a:ext>
            </a:extLst>
          </p:cNvPr>
          <p:cNvSpPr>
            <a:spLocks noGrp="1"/>
          </p:cNvSpPr>
          <p:nvPr>
            <p:ph type="ftr" sz="quarter" idx="11"/>
          </p:nvPr>
        </p:nvSpPr>
        <p:spPr>
          <a:xfrm>
            <a:off x="1487488" y="6336581"/>
            <a:ext cx="9937104" cy="168994"/>
          </a:xfrm>
          <a:prstGeom prst="rect">
            <a:avLst/>
          </a:prstGeom>
        </p:spPr>
        <p:txBody>
          <a:bodyPr/>
          <a:lstStyle>
            <a:lvl1pPr>
              <a:defRPr>
                <a:solidFill>
                  <a:schemeClr val="bg1"/>
                </a:solidFill>
              </a:defRPr>
            </a:lvl1pPr>
          </a:lstStyle>
          <a:p>
            <a:endParaRPr lang="en-GB">
              <a:solidFill>
                <a:schemeClr val="bg1"/>
              </a:solidFill>
            </a:endParaRPr>
          </a:p>
        </p:txBody>
      </p:sp>
      <p:sp>
        <p:nvSpPr>
          <p:cNvPr id="8" name="Slide Number Placeholder 7">
            <a:extLst>
              <a:ext uri="{FF2B5EF4-FFF2-40B4-BE49-F238E27FC236}">
                <a16:creationId xmlns:a16="http://schemas.microsoft.com/office/drawing/2014/main" id="{D7A02B3C-0DA2-4758-B596-3A6534407154}"/>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
        <p:nvSpPr>
          <p:cNvPr id="16" name="Content Placeholder 2">
            <a:extLst>
              <a:ext uri="{FF2B5EF4-FFF2-40B4-BE49-F238E27FC236}">
                <a16:creationId xmlns:a16="http://schemas.microsoft.com/office/drawing/2014/main" id="{DDFD0A2A-0CE7-4BB5-AC8D-F7A867A0FE50}"/>
              </a:ext>
            </a:extLst>
          </p:cNvPr>
          <p:cNvSpPr>
            <a:spLocks noGrp="1"/>
          </p:cNvSpPr>
          <p:nvPr>
            <p:ph sz="half" idx="1"/>
          </p:nvPr>
        </p:nvSpPr>
        <p:spPr>
          <a:xfrm>
            <a:off x="7639200" y="1692000"/>
            <a:ext cx="39132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7">
            <a:extLst>
              <a:ext uri="{FF2B5EF4-FFF2-40B4-BE49-F238E27FC236}">
                <a16:creationId xmlns:a16="http://schemas.microsoft.com/office/drawing/2014/main" id="{002D1829-337A-45B6-8052-E9C203E81388}"/>
              </a:ext>
            </a:extLst>
          </p:cNvPr>
          <p:cNvSpPr>
            <a:spLocks noGrp="1"/>
          </p:cNvSpPr>
          <p:nvPr>
            <p:ph sz="quarter" idx="13"/>
          </p:nvPr>
        </p:nvSpPr>
        <p:spPr>
          <a:xfrm>
            <a:off x="478800" y="1699200"/>
            <a:ext cx="5760000" cy="3916800"/>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1" name="Picture 10" descr="A close up of a logo&#10;&#10;Description automatically generated">
            <a:extLst>
              <a:ext uri="{FF2B5EF4-FFF2-40B4-BE49-F238E27FC236}">
                <a16:creationId xmlns:a16="http://schemas.microsoft.com/office/drawing/2014/main" id="{073DCF63-77ED-41FA-9502-F3DF2281688C}"/>
              </a:ext>
            </a:extLst>
          </p:cNvPr>
          <p:cNvPicPr>
            <a:picLocks noChangeAspect="1"/>
          </p:cNvPicPr>
          <p:nvPr userDrawn="1"/>
        </p:nvPicPr>
        <p:blipFill rotWithShape="1">
          <a:blip r:embed="rId2"/>
          <a:srcRect l="7093" t="20833" r="7093" b="20972"/>
          <a:stretch/>
        </p:blipFill>
        <p:spPr>
          <a:xfrm>
            <a:off x="352425" y="6161531"/>
            <a:ext cx="901577" cy="344044"/>
          </a:xfrm>
          <a:prstGeom prst="rect">
            <a:avLst/>
          </a:prstGeom>
        </p:spPr>
      </p:pic>
    </p:spTree>
    <p:extLst>
      <p:ext uri="{BB962C8B-B14F-4D97-AF65-F5344CB8AC3E}">
        <p14:creationId xmlns:p14="http://schemas.microsoft.com/office/powerpoint/2010/main" val="11840861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hart and Text -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F89892A-D47B-41F2-8614-7A104C7899C2}"/>
              </a:ext>
            </a:extLst>
          </p:cNvPr>
          <p:cNvSpPr/>
          <p:nvPr userDrawn="1"/>
        </p:nvSpPr>
        <p:spPr>
          <a:xfrm>
            <a:off x="11629506" y="6297222"/>
            <a:ext cx="209885" cy="209146"/>
          </a:xfrm>
          <a:custGeom>
            <a:avLst/>
            <a:gdLst>
              <a:gd name="connsiteX0" fmla="*/ 60843 w 931436"/>
              <a:gd name="connsiteY0" fmla="*/ 202156 h 928157"/>
              <a:gd name="connsiteX1" fmla="*/ 41793 w 931436"/>
              <a:gd name="connsiteY1" fmla="*/ 610302 h 928157"/>
              <a:gd name="connsiteX2" fmla="*/ 186954 w 931436"/>
              <a:gd name="connsiteY2" fmla="*/ 828710 h 928157"/>
              <a:gd name="connsiteX3" fmla="*/ 729689 w 931436"/>
              <a:gd name="connsiteY3" fmla="*/ 848141 h 928157"/>
              <a:gd name="connsiteX4" fmla="*/ 926761 w 931436"/>
              <a:gd name="connsiteY4" fmla="*/ 522386 h 928157"/>
              <a:gd name="connsiteX5" fmla="*/ 922284 w 931436"/>
              <a:gd name="connsiteY5" fmla="*/ 394275 h 928157"/>
              <a:gd name="connsiteX6" fmla="*/ 873326 w 931436"/>
              <a:gd name="connsiteY6" fmla="*/ 269021 h 928157"/>
              <a:gd name="connsiteX7" fmla="*/ 699018 w 931436"/>
              <a:gd name="connsiteY7" fmla="*/ 62329 h 928157"/>
              <a:gd name="connsiteX8" fmla="*/ 416221 w 931436"/>
              <a:gd name="connsiteY8" fmla="*/ 797 h 928157"/>
              <a:gd name="connsiteX9" fmla="*/ 156474 w 931436"/>
              <a:gd name="connsiteY9" fmla="*/ 108239 h 928157"/>
              <a:gd name="connsiteX10" fmla="*/ 60843 w 931436"/>
              <a:gd name="connsiteY10" fmla="*/ 202156 h 92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436" h="928157">
                <a:moveTo>
                  <a:pt x="60843" y="202156"/>
                </a:moveTo>
                <a:cubicBezTo>
                  <a:pt x="-34312" y="304645"/>
                  <a:pt x="550" y="492192"/>
                  <a:pt x="41793" y="610302"/>
                </a:cubicBezTo>
                <a:cubicBezTo>
                  <a:pt x="70273" y="691836"/>
                  <a:pt x="126851" y="767179"/>
                  <a:pt x="186954" y="828710"/>
                </a:cubicBezTo>
                <a:cubicBezTo>
                  <a:pt x="338592" y="983968"/>
                  <a:pt x="556715" y="931009"/>
                  <a:pt x="729689" y="848141"/>
                </a:cubicBezTo>
                <a:cubicBezTo>
                  <a:pt x="852942" y="789182"/>
                  <a:pt x="909902" y="652498"/>
                  <a:pt x="926761" y="522386"/>
                </a:cubicBezTo>
                <a:cubicBezTo>
                  <a:pt x="932476" y="478571"/>
                  <a:pt x="934953" y="437138"/>
                  <a:pt x="922284" y="394275"/>
                </a:cubicBezTo>
                <a:cubicBezTo>
                  <a:pt x="909711" y="351603"/>
                  <a:pt x="890185" y="310169"/>
                  <a:pt x="873326" y="269021"/>
                </a:cubicBezTo>
                <a:cubicBezTo>
                  <a:pt x="836940" y="179867"/>
                  <a:pt x="782553" y="112621"/>
                  <a:pt x="699018" y="62329"/>
                </a:cubicBezTo>
                <a:cubicBezTo>
                  <a:pt x="613007" y="10608"/>
                  <a:pt x="515376" y="-3775"/>
                  <a:pt x="416221" y="797"/>
                </a:cubicBezTo>
                <a:cubicBezTo>
                  <a:pt x="312970" y="5560"/>
                  <a:pt x="233341" y="40040"/>
                  <a:pt x="156474" y="108239"/>
                </a:cubicBezTo>
                <a:cubicBezTo>
                  <a:pt x="123041" y="137862"/>
                  <a:pt x="90847" y="169104"/>
                  <a:pt x="60843" y="202156"/>
                </a:cubicBezTo>
              </a:path>
            </a:pathLst>
          </a:custGeom>
          <a:solidFill>
            <a:srgbClr val="0F265C"/>
          </a:solidFill>
          <a:ln w="9525" cap="flat">
            <a:noFill/>
            <a:prstDash val="solid"/>
            <a:miter/>
          </a:ln>
        </p:spPr>
        <p:txBody>
          <a:bodyPr rtlCol="0" anchor="ctr"/>
          <a:lstStyle/>
          <a:p>
            <a:endParaRPr lang="en-GB"/>
          </a:p>
        </p:txBody>
      </p:sp>
      <p:sp>
        <p:nvSpPr>
          <p:cNvPr id="5" name="Freeform: Shape 4">
            <a:extLst>
              <a:ext uri="{FF2B5EF4-FFF2-40B4-BE49-F238E27FC236}">
                <a16:creationId xmlns:a16="http://schemas.microsoft.com/office/drawing/2014/main" id="{0C5D571F-92E7-4691-9FA0-CDB1C01388F8}"/>
              </a:ext>
            </a:extLst>
          </p:cNvPr>
          <p:cNvSpPr/>
          <p:nvPr userDrawn="1"/>
        </p:nvSpPr>
        <p:spPr>
          <a:xfrm flipH="1">
            <a:off x="0" y="0"/>
            <a:ext cx="7200804" cy="6858000"/>
          </a:xfrm>
          <a:custGeom>
            <a:avLst/>
            <a:gdLst>
              <a:gd name="connsiteX0" fmla="*/ 1158901 w 7200804"/>
              <a:gd name="connsiteY0" fmla="*/ 0 h 6858000"/>
              <a:gd name="connsiteX1" fmla="*/ 7200804 w 7200804"/>
              <a:gd name="connsiteY1" fmla="*/ 0 h 6858000"/>
              <a:gd name="connsiteX2" fmla="*/ 7200804 w 7200804"/>
              <a:gd name="connsiteY2" fmla="*/ 6858000 h 6858000"/>
              <a:gd name="connsiteX3" fmla="*/ 1073629 w 7200804"/>
              <a:gd name="connsiteY3" fmla="*/ 6858000 h 6858000"/>
              <a:gd name="connsiteX4" fmla="*/ 943008 w 7200804"/>
              <a:gd name="connsiteY4" fmla="*/ 6631906 h 6858000"/>
              <a:gd name="connsiteX5" fmla="*/ 96388 w 7200804"/>
              <a:gd name="connsiteY5" fmla="*/ 4237740 h 6858000"/>
              <a:gd name="connsiteX6" fmla="*/ 49668 w 7200804"/>
              <a:gd name="connsiteY6" fmla="*/ 3888392 h 6858000"/>
              <a:gd name="connsiteX7" fmla="*/ 1077621 w 7200804"/>
              <a:gd name="connsiteY7" fmla="*/ 858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804" h="6858000">
                <a:moveTo>
                  <a:pt x="1158901" y="0"/>
                </a:moveTo>
                <a:lnTo>
                  <a:pt x="7200804" y="0"/>
                </a:lnTo>
                <a:lnTo>
                  <a:pt x="7200804" y="6858000"/>
                </a:lnTo>
                <a:lnTo>
                  <a:pt x="1073629" y="6858000"/>
                </a:lnTo>
                <a:lnTo>
                  <a:pt x="943008" y="6631906"/>
                </a:lnTo>
                <a:cubicBezTo>
                  <a:pt x="531800" y="5884218"/>
                  <a:pt x="230724" y="5072961"/>
                  <a:pt x="96388" y="4237740"/>
                </a:cubicBezTo>
                <a:cubicBezTo>
                  <a:pt x="76369" y="4119795"/>
                  <a:pt x="60787" y="4004094"/>
                  <a:pt x="49668" y="3888392"/>
                </a:cubicBezTo>
                <a:cubicBezTo>
                  <a:pt x="-123897" y="2526673"/>
                  <a:pt x="143108" y="1091533"/>
                  <a:pt x="1077621" y="85820"/>
                </a:cubicBezTo>
                <a:close/>
              </a:path>
            </a:pathLst>
          </a:custGeom>
          <a:solidFill>
            <a:schemeClr val="accent3"/>
          </a:solidFill>
          <a:ln w="9525" cap="flat">
            <a:noFill/>
            <a:prstDash val="solid"/>
            <a:miter/>
          </a:ln>
        </p:spPr>
        <p:txBody>
          <a:bodyPr wrap="square" rtlCol="0" anchor="ctr">
            <a:noAutofit/>
          </a:bodyPr>
          <a:lstStyle/>
          <a:p>
            <a:endParaRPr lang="en-GB"/>
          </a:p>
        </p:txBody>
      </p:sp>
      <p:sp>
        <p:nvSpPr>
          <p:cNvPr id="3" name="Freeform: Shape 2">
            <a:extLst>
              <a:ext uri="{FF2B5EF4-FFF2-40B4-BE49-F238E27FC236}">
                <a16:creationId xmlns:a16="http://schemas.microsoft.com/office/drawing/2014/main" id="{5D099653-90DF-4AEB-822A-3A4313797E04}"/>
              </a:ext>
            </a:extLst>
          </p:cNvPr>
          <p:cNvSpPr/>
          <p:nvPr userDrawn="1"/>
        </p:nvSpPr>
        <p:spPr>
          <a:xfrm flipH="1">
            <a:off x="6857280" y="428019"/>
            <a:ext cx="862087" cy="864811"/>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chemeClr val="accent2"/>
          </a:solidFill>
          <a:ln w="9525" cap="flat">
            <a:noFill/>
            <a:prstDash val="solid"/>
            <a:miter/>
          </a:ln>
        </p:spPr>
        <p:txBody>
          <a:bodyPr rtlCol="0" anchor="ctr"/>
          <a:lstStyle/>
          <a:p>
            <a:endParaRPr lang="en-GB"/>
          </a:p>
        </p:txBody>
      </p:sp>
      <p:sp>
        <p:nvSpPr>
          <p:cNvPr id="4" name="Freeform: Shape 3">
            <a:extLst>
              <a:ext uri="{FF2B5EF4-FFF2-40B4-BE49-F238E27FC236}">
                <a16:creationId xmlns:a16="http://schemas.microsoft.com/office/drawing/2014/main" id="{D9BC2DBA-FEC0-47B3-AE8F-764DBE269640}"/>
              </a:ext>
            </a:extLst>
          </p:cNvPr>
          <p:cNvSpPr/>
          <p:nvPr userDrawn="1"/>
        </p:nvSpPr>
        <p:spPr>
          <a:xfrm flipH="1">
            <a:off x="6780813" y="291179"/>
            <a:ext cx="152935" cy="154242"/>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2" name="Title 1">
            <a:extLst>
              <a:ext uri="{FF2B5EF4-FFF2-40B4-BE49-F238E27FC236}">
                <a16:creationId xmlns:a16="http://schemas.microsoft.com/office/drawing/2014/main" id="{FCE012AE-834B-4385-B85B-5603419CD2BB}"/>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
        <p:nvSpPr>
          <p:cNvPr id="6" name="Date Placeholder 5">
            <a:extLst>
              <a:ext uri="{FF2B5EF4-FFF2-40B4-BE49-F238E27FC236}">
                <a16:creationId xmlns:a16="http://schemas.microsoft.com/office/drawing/2014/main" id="{1881154C-1418-4C14-95E8-CA98F8FD017A}"/>
              </a:ext>
            </a:extLst>
          </p:cNvPr>
          <p:cNvSpPr>
            <a:spLocks noGrp="1"/>
          </p:cNvSpPr>
          <p:nvPr>
            <p:ph type="dt" sz="half" idx="10"/>
          </p:nvPr>
        </p:nvSpPr>
        <p:spPr>
          <a:xfrm>
            <a:off x="1487488" y="6596571"/>
            <a:ext cx="3173412" cy="168994"/>
          </a:xfrm>
          <a:prstGeom prst="rect">
            <a:avLst/>
          </a:prstGeom>
        </p:spPr>
        <p:txBody>
          <a:bodyPr/>
          <a:lstStyle/>
          <a:p>
            <a:fld id="{8ECC49CE-6F1F-4C54-9260-A3B5B16A4400}" type="datetime1">
              <a:rPr lang="en-GB" smtClean="0"/>
              <a:pPr/>
              <a:t>26/04/2026</a:t>
            </a:fld>
            <a:endParaRPr lang="en-GB"/>
          </a:p>
        </p:txBody>
      </p:sp>
      <p:sp>
        <p:nvSpPr>
          <p:cNvPr id="7" name="Footer Placeholder 6">
            <a:extLst>
              <a:ext uri="{FF2B5EF4-FFF2-40B4-BE49-F238E27FC236}">
                <a16:creationId xmlns:a16="http://schemas.microsoft.com/office/drawing/2014/main" id="{34EEA848-F3A1-4406-8486-091764079E22}"/>
              </a:ext>
            </a:extLst>
          </p:cNvPr>
          <p:cNvSpPr>
            <a:spLocks noGrp="1"/>
          </p:cNvSpPr>
          <p:nvPr>
            <p:ph type="ftr" sz="quarter" idx="11"/>
          </p:nvPr>
        </p:nvSpPr>
        <p:spPr>
          <a:xfrm>
            <a:off x="1487488" y="6336581"/>
            <a:ext cx="9937104" cy="168994"/>
          </a:xfrm>
          <a:prstGeom prst="rect">
            <a:avLst/>
          </a:prstGeom>
        </p:spPr>
        <p:txBody>
          <a:bodyPr/>
          <a:lstStyle>
            <a:lvl1pPr>
              <a:defRPr>
                <a:solidFill>
                  <a:schemeClr val="accent1"/>
                </a:solidFill>
              </a:defRPr>
            </a:lvl1pPr>
          </a:lstStyle>
          <a:p>
            <a:endParaRPr lang="en-GB">
              <a:solidFill>
                <a:schemeClr val="accent1"/>
              </a:solidFill>
            </a:endParaRPr>
          </a:p>
        </p:txBody>
      </p:sp>
      <p:sp>
        <p:nvSpPr>
          <p:cNvPr id="8" name="Slide Number Placeholder 7">
            <a:extLst>
              <a:ext uri="{FF2B5EF4-FFF2-40B4-BE49-F238E27FC236}">
                <a16:creationId xmlns:a16="http://schemas.microsoft.com/office/drawing/2014/main" id="{D7A02B3C-0DA2-4758-B596-3A6534407154}"/>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
        <p:nvSpPr>
          <p:cNvPr id="16" name="Content Placeholder 2">
            <a:extLst>
              <a:ext uri="{FF2B5EF4-FFF2-40B4-BE49-F238E27FC236}">
                <a16:creationId xmlns:a16="http://schemas.microsoft.com/office/drawing/2014/main" id="{DDFD0A2A-0CE7-4BB5-AC8D-F7A867A0FE50}"/>
              </a:ext>
            </a:extLst>
          </p:cNvPr>
          <p:cNvSpPr>
            <a:spLocks noGrp="1"/>
          </p:cNvSpPr>
          <p:nvPr>
            <p:ph sz="half" idx="1"/>
          </p:nvPr>
        </p:nvSpPr>
        <p:spPr>
          <a:xfrm>
            <a:off x="7639200" y="1692000"/>
            <a:ext cx="3913200" cy="3753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7">
            <a:extLst>
              <a:ext uri="{FF2B5EF4-FFF2-40B4-BE49-F238E27FC236}">
                <a16:creationId xmlns:a16="http://schemas.microsoft.com/office/drawing/2014/main" id="{002D1829-337A-45B6-8052-E9C203E81388}"/>
              </a:ext>
            </a:extLst>
          </p:cNvPr>
          <p:cNvSpPr>
            <a:spLocks noGrp="1"/>
          </p:cNvSpPr>
          <p:nvPr>
            <p:ph sz="quarter" idx="13"/>
          </p:nvPr>
        </p:nvSpPr>
        <p:spPr>
          <a:xfrm>
            <a:off x="478800" y="1699200"/>
            <a:ext cx="5760000" cy="3916800"/>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0" name="Picture 9" descr="A close up of a logo&#10;&#10;Description automatically generated">
            <a:extLst>
              <a:ext uri="{FF2B5EF4-FFF2-40B4-BE49-F238E27FC236}">
                <a16:creationId xmlns:a16="http://schemas.microsoft.com/office/drawing/2014/main" id="{41E4E506-C795-4EDF-88AC-07EA4CD63137}"/>
              </a:ext>
            </a:extLst>
          </p:cNvPr>
          <p:cNvPicPr>
            <a:picLocks noChangeAspect="1"/>
          </p:cNvPicPr>
          <p:nvPr userDrawn="1"/>
        </p:nvPicPr>
        <p:blipFill rotWithShape="1">
          <a:blip r:embed="rId2"/>
          <a:srcRect l="7093" t="20833" r="7093" b="20972"/>
          <a:stretch/>
        </p:blipFill>
        <p:spPr>
          <a:xfrm>
            <a:off x="352425" y="6161531"/>
            <a:ext cx="901577" cy="344044"/>
          </a:xfrm>
          <a:prstGeom prst="rect">
            <a:avLst/>
          </a:prstGeom>
        </p:spPr>
      </p:pic>
    </p:spTree>
    <p:extLst>
      <p:ext uri="{BB962C8B-B14F-4D97-AF65-F5344CB8AC3E}">
        <p14:creationId xmlns:p14="http://schemas.microsoft.com/office/powerpoint/2010/main" val="25433897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C8FCCB4-6CEA-47F7-A970-AFA75C68F8B2}"/>
              </a:ext>
            </a:extLst>
          </p:cNvPr>
          <p:cNvSpPr/>
          <p:nvPr userDrawn="1"/>
        </p:nvSpPr>
        <p:spPr>
          <a:xfrm>
            <a:off x="9253040" y="0"/>
            <a:ext cx="1944451" cy="1304613"/>
          </a:xfrm>
          <a:custGeom>
            <a:avLst/>
            <a:gdLst>
              <a:gd name="connsiteX0" fmla="*/ 52518 w 1944451"/>
              <a:gd name="connsiteY0" fmla="*/ 0 h 1304613"/>
              <a:gd name="connsiteX1" fmla="*/ 1879701 w 1944451"/>
              <a:gd name="connsiteY1" fmla="*/ 0 h 1304613"/>
              <a:gd name="connsiteX2" fmla="*/ 1916958 w 1944451"/>
              <a:gd name="connsiteY2" fmla="*/ 109018 h 1304613"/>
              <a:gd name="connsiteX3" fmla="*/ 1933494 w 1944451"/>
              <a:gd name="connsiteY3" fmla="*/ 470886 h 1304613"/>
              <a:gd name="connsiteX4" fmla="*/ 1872741 w 1944451"/>
              <a:gd name="connsiteY4" fmla="*/ 714888 h 1304613"/>
              <a:gd name="connsiteX5" fmla="*/ 1393557 w 1944451"/>
              <a:gd name="connsiteY5" fmla="*/ 1210075 h 1304613"/>
              <a:gd name="connsiteX6" fmla="*/ 1345540 w 1944451"/>
              <a:gd name="connsiteY6" fmla="*/ 1230325 h 1304613"/>
              <a:gd name="connsiteX7" fmla="*/ 517177 w 1944451"/>
              <a:gd name="connsiteY7" fmla="*/ 1197010 h 1304613"/>
              <a:gd name="connsiteX8" fmla="*/ 276117 w 1944451"/>
              <a:gd name="connsiteY8" fmla="*/ 986324 h 1304613"/>
              <a:gd name="connsiteX9" fmla="*/ 245411 w 1944451"/>
              <a:gd name="connsiteY9" fmla="*/ 948108 h 1304613"/>
              <a:gd name="connsiteX10" fmla="*/ 14149 w 1944451"/>
              <a:gd name="connsiteY10" fmla="*/ 432670 h 1304613"/>
              <a:gd name="connsiteX11" fmla="*/ 7291 w 1944451"/>
              <a:gd name="connsiteY11" fmla="*/ 381384 h 1304613"/>
              <a:gd name="connsiteX12" fmla="*/ 21743 w 1944451"/>
              <a:gd name="connsiteY12" fmla="*/ 82671 h 130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4451" h="1304613">
                <a:moveTo>
                  <a:pt x="52518" y="0"/>
                </a:moveTo>
                <a:lnTo>
                  <a:pt x="1879701" y="0"/>
                </a:lnTo>
                <a:lnTo>
                  <a:pt x="1916958" y="109018"/>
                </a:lnTo>
                <a:cubicBezTo>
                  <a:pt x="1947642" y="227068"/>
                  <a:pt x="1951868" y="350355"/>
                  <a:pt x="1933494" y="470886"/>
                </a:cubicBezTo>
                <a:cubicBezTo>
                  <a:pt x="1930881" y="486890"/>
                  <a:pt x="1928923" y="591741"/>
                  <a:pt x="1872741" y="714888"/>
                </a:cubicBezTo>
                <a:cubicBezTo>
                  <a:pt x="1744697" y="995470"/>
                  <a:pt x="1666629" y="1092155"/>
                  <a:pt x="1393557" y="1210075"/>
                </a:cubicBezTo>
                <a:cubicBezTo>
                  <a:pt x="1377878" y="1217260"/>
                  <a:pt x="1361874" y="1224118"/>
                  <a:pt x="1345540" y="1230325"/>
                </a:cubicBezTo>
                <a:cubicBezTo>
                  <a:pt x="1069854" y="1338119"/>
                  <a:pt x="742561" y="1329950"/>
                  <a:pt x="517177" y="1197010"/>
                </a:cubicBezTo>
                <a:cubicBezTo>
                  <a:pt x="431925" y="1146705"/>
                  <a:pt x="349285" y="1073867"/>
                  <a:pt x="276117" y="986324"/>
                </a:cubicBezTo>
                <a:cubicBezTo>
                  <a:pt x="265665" y="973913"/>
                  <a:pt x="255538" y="961173"/>
                  <a:pt x="245411" y="948108"/>
                </a:cubicBezTo>
                <a:cubicBezTo>
                  <a:pt x="131089" y="798178"/>
                  <a:pt x="44200" y="619508"/>
                  <a:pt x="14149" y="432670"/>
                </a:cubicBezTo>
                <a:cubicBezTo>
                  <a:pt x="11210" y="415355"/>
                  <a:pt x="8923" y="398370"/>
                  <a:pt x="7291" y="381384"/>
                </a:cubicBezTo>
                <a:cubicBezTo>
                  <a:pt x="-5449" y="281432"/>
                  <a:pt x="-2020" y="178785"/>
                  <a:pt x="21743" y="82671"/>
                </a:cubicBezTo>
                <a:close/>
              </a:path>
            </a:pathLst>
          </a:custGeom>
          <a:solidFill>
            <a:schemeClr val="accent2"/>
          </a:solidFill>
          <a:ln w="9525" cap="flat">
            <a:noFill/>
            <a:prstDash val="solid"/>
            <a:miter/>
          </a:ln>
        </p:spPr>
        <p:txBody>
          <a:bodyPr wrap="square" rtlCol="0" anchor="ctr">
            <a:noAutofit/>
          </a:bodyPr>
          <a:lstStyle/>
          <a:p>
            <a:endParaRPr lang="en-GB"/>
          </a:p>
        </p:txBody>
      </p:sp>
      <p:sp>
        <p:nvSpPr>
          <p:cNvPr id="16" name="Freeform: Shape 15">
            <a:extLst>
              <a:ext uri="{FF2B5EF4-FFF2-40B4-BE49-F238E27FC236}">
                <a16:creationId xmlns:a16="http://schemas.microsoft.com/office/drawing/2014/main" id="{0E54E9DE-E569-4003-818C-3DBA06FFEA81}"/>
              </a:ext>
            </a:extLst>
          </p:cNvPr>
          <p:cNvSpPr/>
          <p:nvPr userDrawn="1"/>
        </p:nvSpPr>
        <p:spPr>
          <a:xfrm>
            <a:off x="11676502" y="2631619"/>
            <a:ext cx="515498" cy="732402"/>
          </a:xfrm>
          <a:custGeom>
            <a:avLst/>
            <a:gdLst>
              <a:gd name="connsiteX0" fmla="*/ 317586 w 515498"/>
              <a:gd name="connsiteY0" fmla="*/ 3016 h 732402"/>
              <a:gd name="connsiteX1" fmla="*/ 514805 w 515498"/>
              <a:gd name="connsiteY1" fmla="*/ 38408 h 732402"/>
              <a:gd name="connsiteX2" fmla="*/ 515498 w 515498"/>
              <a:gd name="connsiteY2" fmla="*/ 38778 h 732402"/>
              <a:gd name="connsiteX3" fmla="*/ 515498 w 515498"/>
              <a:gd name="connsiteY3" fmla="*/ 697871 h 732402"/>
              <a:gd name="connsiteX4" fmla="*/ 487162 w 515498"/>
              <a:gd name="connsiteY4" fmla="*/ 712079 h 732402"/>
              <a:gd name="connsiteX5" fmla="*/ 417902 w 515498"/>
              <a:gd name="connsiteY5" fmla="*/ 729409 h 732402"/>
              <a:gd name="connsiteX6" fmla="*/ 289515 w 515498"/>
              <a:gd name="connsiteY6" fmla="*/ 720866 h 732402"/>
              <a:gd name="connsiteX7" fmla="*/ 172109 w 515498"/>
              <a:gd name="connsiteY7" fmla="*/ 661799 h 732402"/>
              <a:gd name="connsiteX8" fmla="*/ 123538 w 515498"/>
              <a:gd name="connsiteY8" fmla="*/ 623478 h 732402"/>
              <a:gd name="connsiteX9" fmla="*/ 38841 w 515498"/>
              <a:gd name="connsiteY9" fmla="*/ 522426 h 732402"/>
              <a:gd name="connsiteX10" fmla="*/ 1740 w 515498"/>
              <a:gd name="connsiteY10" fmla="*/ 400871 h 732402"/>
              <a:gd name="connsiteX11" fmla="*/ 13699 w 515498"/>
              <a:gd name="connsiteY11" fmla="*/ 274437 h 732402"/>
              <a:gd name="connsiteX12" fmla="*/ 76428 w 515498"/>
              <a:gd name="connsiteY12" fmla="*/ 158497 h 732402"/>
              <a:gd name="connsiteX13" fmla="*/ 112553 w 515498"/>
              <a:gd name="connsiteY13" fmla="*/ 115784 h 732402"/>
              <a:gd name="connsiteX14" fmla="*/ 317586 w 515498"/>
              <a:gd name="connsiteY14" fmla="*/ 3016 h 73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5498" h="732402">
                <a:moveTo>
                  <a:pt x="317586" y="3016"/>
                </a:moveTo>
                <a:cubicBezTo>
                  <a:pt x="385927" y="-6258"/>
                  <a:pt x="454027" y="5945"/>
                  <a:pt x="514805" y="38408"/>
                </a:cubicBezTo>
                <a:lnTo>
                  <a:pt x="515498" y="38778"/>
                </a:lnTo>
                <a:lnTo>
                  <a:pt x="515498" y="697871"/>
                </a:lnTo>
                <a:lnTo>
                  <a:pt x="487162" y="712079"/>
                </a:lnTo>
                <a:cubicBezTo>
                  <a:pt x="464950" y="720316"/>
                  <a:pt x="441823" y="726114"/>
                  <a:pt x="417902" y="729409"/>
                </a:cubicBezTo>
                <a:cubicBezTo>
                  <a:pt x="374700" y="735267"/>
                  <a:pt x="331498" y="732582"/>
                  <a:pt x="289515" y="720866"/>
                </a:cubicBezTo>
                <a:cubicBezTo>
                  <a:pt x="246554" y="709393"/>
                  <a:pt x="207014" y="689379"/>
                  <a:pt x="172109" y="661799"/>
                </a:cubicBezTo>
                <a:lnTo>
                  <a:pt x="123538" y="623478"/>
                </a:lnTo>
                <a:cubicBezTo>
                  <a:pt x="88390" y="595651"/>
                  <a:pt x="60077" y="561723"/>
                  <a:pt x="38841" y="522426"/>
                </a:cubicBezTo>
                <a:cubicBezTo>
                  <a:pt x="18581" y="484593"/>
                  <a:pt x="6132" y="443587"/>
                  <a:pt x="1740" y="400871"/>
                </a:cubicBezTo>
                <a:cubicBezTo>
                  <a:pt x="-2652" y="358159"/>
                  <a:pt x="1251" y="315443"/>
                  <a:pt x="13699" y="274437"/>
                </a:cubicBezTo>
                <a:cubicBezTo>
                  <a:pt x="26392" y="231722"/>
                  <a:pt x="47628" y="192669"/>
                  <a:pt x="76428" y="158497"/>
                </a:cubicBezTo>
                <a:lnTo>
                  <a:pt x="112553" y="115784"/>
                </a:lnTo>
                <a:cubicBezTo>
                  <a:pt x="164544" y="54029"/>
                  <a:pt x="237524" y="13999"/>
                  <a:pt x="317586" y="3016"/>
                </a:cubicBezTo>
                <a:close/>
              </a:path>
            </a:pathLst>
          </a:custGeom>
          <a:solidFill>
            <a:schemeClr val="accent5"/>
          </a:solidFill>
          <a:ln w="9525" cap="flat">
            <a:noFill/>
            <a:prstDash val="solid"/>
            <a:miter/>
          </a:ln>
        </p:spPr>
        <p:txBody>
          <a:bodyPr wrap="square" rtlCol="0" anchor="ctr">
            <a:noAutofit/>
          </a:bodyPr>
          <a:lstStyle/>
          <a:p>
            <a:endParaRPr lang="en-GB"/>
          </a:p>
        </p:txBody>
      </p:sp>
      <p:sp>
        <p:nvSpPr>
          <p:cNvPr id="17" name="Freeform: Shape 16">
            <a:extLst>
              <a:ext uri="{FF2B5EF4-FFF2-40B4-BE49-F238E27FC236}">
                <a16:creationId xmlns:a16="http://schemas.microsoft.com/office/drawing/2014/main" id="{54807EE0-A57D-40EC-9AB4-D0FB8E1C7CAA}"/>
              </a:ext>
            </a:extLst>
          </p:cNvPr>
          <p:cNvSpPr>
            <a:spLocks noChangeAspect="1"/>
          </p:cNvSpPr>
          <p:nvPr userDrawn="1"/>
        </p:nvSpPr>
        <p:spPr>
          <a:xfrm>
            <a:off x="3045639" y="369000"/>
            <a:ext cx="6100722" cy="6120000"/>
          </a:xfrm>
          <a:custGeom>
            <a:avLst/>
            <a:gdLst>
              <a:gd name="connsiteX0" fmla="*/ 49755 w 1142508"/>
              <a:gd name="connsiteY0" fmla="*/ 794788 h 1146118"/>
              <a:gd name="connsiteX1" fmla="*/ 184725 w 1142508"/>
              <a:gd name="connsiteY1" fmla="*/ 986431 h 1146118"/>
              <a:gd name="connsiteX2" fmla="*/ 208823 w 1142508"/>
              <a:gd name="connsiteY2" fmla="*/ 1006528 h 1146118"/>
              <a:gd name="connsiteX3" fmla="*/ 514194 w 1142508"/>
              <a:gd name="connsiteY3" fmla="*/ 1144736 h 1146118"/>
              <a:gd name="connsiteX4" fmla="*/ 545150 w 1142508"/>
              <a:gd name="connsiteY4" fmla="*/ 1146070 h 1146118"/>
              <a:gd name="connsiteX5" fmla="*/ 669261 w 1142508"/>
              <a:gd name="connsiteY5" fmla="*/ 1132639 h 1146118"/>
              <a:gd name="connsiteX6" fmla="*/ 737937 w 1142508"/>
              <a:gd name="connsiteY6" fmla="*/ 1116637 h 1146118"/>
              <a:gd name="connsiteX7" fmla="*/ 989587 w 1142508"/>
              <a:gd name="connsiteY7" fmla="*/ 976239 h 1146118"/>
              <a:gd name="connsiteX8" fmla="*/ 1128081 w 1142508"/>
              <a:gd name="connsiteY8" fmla="*/ 723541 h 1146118"/>
              <a:gd name="connsiteX9" fmla="*/ 1130557 w 1142508"/>
              <a:gd name="connsiteY9" fmla="*/ 712682 h 1146118"/>
              <a:gd name="connsiteX10" fmla="*/ 1135891 w 1142508"/>
              <a:gd name="connsiteY10" fmla="*/ 688774 h 1146118"/>
              <a:gd name="connsiteX11" fmla="*/ 997112 w 1142508"/>
              <a:gd name="connsiteY11" fmla="*/ 167185 h 1146118"/>
              <a:gd name="connsiteX12" fmla="*/ 975109 w 1142508"/>
              <a:gd name="connsiteY12" fmla="*/ 145849 h 1146118"/>
              <a:gd name="connsiteX13" fmla="*/ 952916 w 1142508"/>
              <a:gd name="connsiteY13" fmla="*/ 127085 h 1146118"/>
              <a:gd name="connsiteX14" fmla="*/ 392465 w 1142508"/>
              <a:gd name="connsiteY14" fmla="*/ 20119 h 1146118"/>
              <a:gd name="connsiteX15" fmla="*/ 363890 w 1142508"/>
              <a:gd name="connsiteY15" fmla="*/ 28406 h 1146118"/>
              <a:gd name="connsiteX16" fmla="*/ 160436 w 1142508"/>
              <a:gd name="connsiteY16" fmla="*/ 153660 h 1146118"/>
              <a:gd name="connsiteX17" fmla="*/ 139481 w 1142508"/>
              <a:gd name="connsiteY17" fmla="*/ 176425 h 1146118"/>
              <a:gd name="connsiteX18" fmla="*/ 9846 w 1142508"/>
              <a:gd name="connsiteY18" fmla="*/ 436362 h 1146118"/>
              <a:gd name="connsiteX19" fmla="*/ 5178 w 1142508"/>
              <a:gd name="connsiteY19" fmla="*/ 462937 h 1146118"/>
              <a:gd name="connsiteX20" fmla="*/ 49755 w 1142508"/>
              <a:gd name="connsiteY20" fmla="*/ 794788 h 1146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508" h="1146118">
                <a:moveTo>
                  <a:pt x="49755" y="794788"/>
                </a:moveTo>
                <a:cubicBezTo>
                  <a:pt x="75473" y="871083"/>
                  <a:pt x="124431" y="930995"/>
                  <a:pt x="184725" y="986431"/>
                </a:cubicBezTo>
                <a:cubicBezTo>
                  <a:pt x="192630" y="993289"/>
                  <a:pt x="200631" y="999956"/>
                  <a:pt x="208823" y="1006528"/>
                </a:cubicBezTo>
                <a:cubicBezTo>
                  <a:pt x="298643" y="1078442"/>
                  <a:pt x="405895" y="1130639"/>
                  <a:pt x="514194" y="1144736"/>
                </a:cubicBezTo>
                <a:cubicBezTo>
                  <a:pt x="524481" y="1145498"/>
                  <a:pt x="534768" y="1145974"/>
                  <a:pt x="545150" y="1146070"/>
                </a:cubicBezTo>
                <a:cubicBezTo>
                  <a:pt x="586489" y="1146641"/>
                  <a:pt x="628208" y="1142164"/>
                  <a:pt x="669261" y="1132639"/>
                </a:cubicBezTo>
                <a:lnTo>
                  <a:pt x="737937" y="1116637"/>
                </a:lnTo>
                <a:cubicBezTo>
                  <a:pt x="833472" y="1094444"/>
                  <a:pt x="920531" y="1045867"/>
                  <a:pt x="989587" y="976239"/>
                </a:cubicBezTo>
                <a:cubicBezTo>
                  <a:pt x="1058739" y="906611"/>
                  <a:pt x="1106554" y="819172"/>
                  <a:pt x="1128081" y="723541"/>
                </a:cubicBezTo>
                <a:cubicBezTo>
                  <a:pt x="1128081" y="723541"/>
                  <a:pt x="1129033" y="719159"/>
                  <a:pt x="1130557" y="712682"/>
                </a:cubicBezTo>
                <a:cubicBezTo>
                  <a:pt x="1131986" y="706205"/>
                  <a:pt x="1133986" y="697442"/>
                  <a:pt x="1135891" y="688774"/>
                </a:cubicBezTo>
                <a:cubicBezTo>
                  <a:pt x="1159513" y="511609"/>
                  <a:pt x="1121413" y="310060"/>
                  <a:pt x="997112" y="167185"/>
                </a:cubicBezTo>
                <a:cubicBezTo>
                  <a:pt x="990063" y="159851"/>
                  <a:pt x="982729" y="152707"/>
                  <a:pt x="975109" y="145849"/>
                </a:cubicBezTo>
                <a:cubicBezTo>
                  <a:pt x="967965" y="139372"/>
                  <a:pt x="960536" y="133086"/>
                  <a:pt x="952916" y="127085"/>
                </a:cubicBezTo>
                <a:cubicBezTo>
                  <a:pt x="788990" y="10404"/>
                  <a:pt x="582012" y="-27696"/>
                  <a:pt x="392465" y="20119"/>
                </a:cubicBezTo>
                <a:cubicBezTo>
                  <a:pt x="382844" y="22596"/>
                  <a:pt x="373319" y="25358"/>
                  <a:pt x="363890" y="28406"/>
                </a:cubicBezTo>
                <a:cubicBezTo>
                  <a:pt x="288261" y="52314"/>
                  <a:pt x="217967" y="91938"/>
                  <a:pt x="160436" y="153660"/>
                </a:cubicBezTo>
                <a:cubicBezTo>
                  <a:pt x="153387" y="160994"/>
                  <a:pt x="146339" y="168614"/>
                  <a:pt x="139481" y="176425"/>
                </a:cubicBezTo>
                <a:cubicBezTo>
                  <a:pt x="74997" y="249958"/>
                  <a:pt x="29372" y="339493"/>
                  <a:pt x="9846" y="436362"/>
                </a:cubicBezTo>
                <a:cubicBezTo>
                  <a:pt x="8036" y="445220"/>
                  <a:pt x="6512" y="454078"/>
                  <a:pt x="5178" y="462937"/>
                </a:cubicBezTo>
                <a:cubicBezTo>
                  <a:pt x="-11776" y="576856"/>
                  <a:pt x="15465" y="685822"/>
                  <a:pt x="49755" y="794788"/>
                </a:cubicBezTo>
              </a:path>
            </a:pathLst>
          </a:custGeom>
          <a:solidFill>
            <a:schemeClr val="bg1"/>
          </a:solidFill>
          <a:ln w="9525" cap="flat">
            <a:noFill/>
            <a:prstDash val="solid"/>
            <a:miter/>
          </a:ln>
        </p:spPr>
        <p:txBody>
          <a:bodyPr rtlCol="0" anchor="ctr"/>
          <a:lstStyle/>
          <a:p>
            <a:endParaRPr lang="en-GB"/>
          </a:p>
        </p:txBody>
      </p:sp>
      <p:sp>
        <p:nvSpPr>
          <p:cNvPr id="19" name="TextBox 18">
            <a:extLst>
              <a:ext uri="{FF2B5EF4-FFF2-40B4-BE49-F238E27FC236}">
                <a16:creationId xmlns:a16="http://schemas.microsoft.com/office/drawing/2014/main" id="{419CDA4F-C885-45CA-9F11-24696ABF338E}"/>
              </a:ext>
            </a:extLst>
          </p:cNvPr>
          <p:cNvSpPr txBox="1"/>
          <p:nvPr userDrawn="1"/>
        </p:nvSpPr>
        <p:spPr>
          <a:xfrm>
            <a:off x="3152320" y="1051856"/>
            <a:ext cx="952708" cy="749350"/>
          </a:xfrm>
          <a:custGeom>
            <a:avLst/>
            <a:gdLst/>
            <a:ahLst/>
            <a:cxnLst/>
            <a:rect l="l" t="t" r="r" b="b"/>
            <a:pathLst>
              <a:path w="952708" h="749350">
                <a:moveTo>
                  <a:pt x="884922" y="0"/>
                </a:moveTo>
                <a:lnTo>
                  <a:pt x="952708" y="142968"/>
                </a:lnTo>
                <a:cubicBezTo>
                  <a:pt x="883690" y="165975"/>
                  <a:pt x="834186" y="198019"/>
                  <a:pt x="804194" y="239102"/>
                </a:cubicBezTo>
                <a:cubicBezTo>
                  <a:pt x="774204" y="280185"/>
                  <a:pt x="758388" y="334825"/>
                  <a:pt x="756744" y="403022"/>
                </a:cubicBezTo>
                <a:lnTo>
                  <a:pt x="924362" y="403022"/>
                </a:lnTo>
                <a:lnTo>
                  <a:pt x="924362" y="749350"/>
                </a:lnTo>
                <a:lnTo>
                  <a:pt x="578034" y="749350"/>
                </a:lnTo>
                <a:lnTo>
                  <a:pt x="578034" y="501621"/>
                </a:lnTo>
                <a:cubicBezTo>
                  <a:pt x="578034" y="400557"/>
                  <a:pt x="586868" y="321268"/>
                  <a:pt x="604532" y="263752"/>
                </a:cubicBezTo>
                <a:cubicBezTo>
                  <a:pt x="622198" y="206236"/>
                  <a:pt x="655064" y="154472"/>
                  <a:pt x="703132" y="108459"/>
                </a:cubicBezTo>
                <a:cubicBezTo>
                  <a:pt x="751198" y="62446"/>
                  <a:pt x="811796" y="26293"/>
                  <a:pt x="884922" y="0"/>
                </a:cubicBezTo>
                <a:close/>
                <a:moveTo>
                  <a:pt x="306888" y="0"/>
                </a:moveTo>
                <a:lnTo>
                  <a:pt x="374674" y="142968"/>
                </a:lnTo>
                <a:cubicBezTo>
                  <a:pt x="305656" y="165975"/>
                  <a:pt x="256150" y="198019"/>
                  <a:pt x="226160" y="239102"/>
                </a:cubicBezTo>
                <a:cubicBezTo>
                  <a:pt x="196170" y="280185"/>
                  <a:pt x="180354" y="334825"/>
                  <a:pt x="178710" y="403022"/>
                </a:cubicBezTo>
                <a:lnTo>
                  <a:pt x="346328" y="403022"/>
                </a:lnTo>
                <a:lnTo>
                  <a:pt x="346328" y="749350"/>
                </a:lnTo>
                <a:lnTo>
                  <a:pt x="0" y="749350"/>
                </a:lnTo>
                <a:lnTo>
                  <a:pt x="0" y="501621"/>
                </a:lnTo>
                <a:cubicBezTo>
                  <a:pt x="0" y="401379"/>
                  <a:pt x="8832" y="322295"/>
                  <a:pt x="26498" y="264368"/>
                </a:cubicBezTo>
                <a:cubicBezTo>
                  <a:pt x="44164" y="206441"/>
                  <a:pt x="76824" y="154472"/>
                  <a:pt x="124480" y="108459"/>
                </a:cubicBezTo>
                <a:cubicBezTo>
                  <a:pt x="172136" y="62446"/>
                  <a:pt x="232940" y="26293"/>
                  <a:pt x="306888"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GB" sz="19900" b="1">
              <a:solidFill>
                <a:schemeClr val="bg1"/>
              </a:solidFill>
            </a:endParaRPr>
          </a:p>
        </p:txBody>
      </p:sp>
      <p:sp>
        <p:nvSpPr>
          <p:cNvPr id="21" name="Freeform: Shape 20">
            <a:extLst>
              <a:ext uri="{FF2B5EF4-FFF2-40B4-BE49-F238E27FC236}">
                <a16:creationId xmlns:a16="http://schemas.microsoft.com/office/drawing/2014/main" id="{A20C7BF2-0234-4C64-A20E-8BBCE144D1B8}"/>
              </a:ext>
            </a:extLst>
          </p:cNvPr>
          <p:cNvSpPr/>
          <p:nvPr userDrawn="1"/>
        </p:nvSpPr>
        <p:spPr>
          <a:xfrm>
            <a:off x="8189953" y="4870286"/>
            <a:ext cx="956408" cy="750582"/>
          </a:xfrm>
          <a:custGeom>
            <a:avLst/>
            <a:gdLst/>
            <a:ahLst/>
            <a:cxnLst/>
            <a:rect l="l" t="t" r="r" b="b"/>
            <a:pathLst>
              <a:path w="956408" h="750582">
                <a:moveTo>
                  <a:pt x="610080" y="0"/>
                </a:moveTo>
                <a:lnTo>
                  <a:pt x="956408" y="0"/>
                </a:lnTo>
                <a:lnTo>
                  <a:pt x="956408" y="248962"/>
                </a:lnTo>
                <a:cubicBezTo>
                  <a:pt x="956408" y="349204"/>
                  <a:pt x="947574" y="428083"/>
                  <a:pt x="929910" y="485599"/>
                </a:cubicBezTo>
                <a:cubicBezTo>
                  <a:pt x="912244" y="543114"/>
                  <a:pt x="879378" y="595084"/>
                  <a:pt x="831310" y="641508"/>
                </a:cubicBezTo>
                <a:cubicBezTo>
                  <a:pt x="783244" y="687931"/>
                  <a:pt x="722646" y="724289"/>
                  <a:pt x="649520" y="750582"/>
                </a:cubicBezTo>
                <a:lnTo>
                  <a:pt x="581732" y="606382"/>
                </a:lnTo>
                <a:cubicBezTo>
                  <a:pt x="650752" y="583375"/>
                  <a:pt x="700256" y="551331"/>
                  <a:pt x="730246" y="510248"/>
                </a:cubicBezTo>
                <a:cubicBezTo>
                  <a:pt x="760238" y="469165"/>
                  <a:pt x="775644" y="414525"/>
                  <a:pt x="776464" y="346328"/>
                </a:cubicBezTo>
                <a:lnTo>
                  <a:pt x="610080" y="346328"/>
                </a:lnTo>
                <a:close/>
                <a:moveTo>
                  <a:pt x="28348" y="0"/>
                </a:moveTo>
                <a:lnTo>
                  <a:pt x="374676" y="0"/>
                </a:lnTo>
                <a:lnTo>
                  <a:pt x="374676" y="248962"/>
                </a:lnTo>
                <a:cubicBezTo>
                  <a:pt x="374676" y="349204"/>
                  <a:pt x="366048" y="428083"/>
                  <a:pt x="348794" y="485599"/>
                </a:cubicBezTo>
                <a:cubicBezTo>
                  <a:pt x="331538" y="543114"/>
                  <a:pt x="298878" y="595084"/>
                  <a:pt x="250810" y="641508"/>
                </a:cubicBezTo>
                <a:cubicBezTo>
                  <a:pt x="202744" y="687931"/>
                  <a:pt x="141736" y="724289"/>
                  <a:pt x="67788" y="750582"/>
                </a:cubicBezTo>
                <a:lnTo>
                  <a:pt x="0" y="606382"/>
                </a:lnTo>
                <a:cubicBezTo>
                  <a:pt x="69842" y="583375"/>
                  <a:pt x="119552" y="551331"/>
                  <a:pt x="149132" y="510248"/>
                </a:cubicBezTo>
                <a:cubicBezTo>
                  <a:pt x="178710" y="469165"/>
                  <a:pt x="194322" y="414525"/>
                  <a:pt x="195966" y="346328"/>
                </a:cubicBezTo>
                <a:lnTo>
                  <a:pt x="28348" y="34632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endParaRPr lang="en-GB" b="1">
              <a:solidFill>
                <a:schemeClr val="bg1"/>
              </a:solidFill>
            </a:endParaRPr>
          </a:p>
        </p:txBody>
      </p:sp>
      <p:sp>
        <p:nvSpPr>
          <p:cNvPr id="3" name="Footer Placeholder 2">
            <a:extLst>
              <a:ext uri="{FF2B5EF4-FFF2-40B4-BE49-F238E27FC236}">
                <a16:creationId xmlns:a16="http://schemas.microsoft.com/office/drawing/2014/main" id="{1E90BF1A-A125-45BE-AB42-30575A0496C4}"/>
              </a:ext>
            </a:extLst>
          </p:cNvPr>
          <p:cNvSpPr>
            <a:spLocks noGrp="1"/>
          </p:cNvSpPr>
          <p:nvPr>
            <p:ph type="ftr" sz="quarter" idx="10"/>
          </p:nvPr>
        </p:nvSpPr>
        <p:spPr>
          <a:xfrm>
            <a:off x="1487488" y="6336581"/>
            <a:ext cx="9937104" cy="168994"/>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2F5D8BE1-06B7-40F8-891D-99834923E1E8}"/>
              </a:ext>
            </a:extLst>
          </p:cNvPr>
          <p:cNvSpPr>
            <a:spLocks noGrp="1"/>
          </p:cNvSpPr>
          <p:nvPr>
            <p:ph type="sldNum" sz="quarter" idx="11"/>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
        <p:nvSpPr>
          <p:cNvPr id="5" name="Date Placeholder 4">
            <a:extLst>
              <a:ext uri="{FF2B5EF4-FFF2-40B4-BE49-F238E27FC236}">
                <a16:creationId xmlns:a16="http://schemas.microsoft.com/office/drawing/2014/main" id="{FB43DF35-D600-45D6-A761-4DD5B2314C73}"/>
              </a:ext>
            </a:extLst>
          </p:cNvPr>
          <p:cNvSpPr>
            <a:spLocks noGrp="1"/>
          </p:cNvSpPr>
          <p:nvPr>
            <p:ph type="dt" sz="half" idx="12"/>
          </p:nvPr>
        </p:nvSpPr>
        <p:spPr>
          <a:xfrm>
            <a:off x="1487488" y="6596571"/>
            <a:ext cx="3173412" cy="168994"/>
          </a:xfrm>
          <a:prstGeom prst="rect">
            <a:avLst/>
          </a:prstGeom>
        </p:spPr>
        <p:txBody>
          <a:bodyPr/>
          <a:lstStyle/>
          <a:p>
            <a:fld id="{8ECC49CE-6F1F-4C54-9260-A3B5B16A4400}" type="datetime1">
              <a:rPr lang="en-GB" smtClean="0"/>
              <a:pPr/>
              <a:t>26/04/2026</a:t>
            </a:fld>
            <a:endParaRPr lang="en-GB"/>
          </a:p>
        </p:txBody>
      </p:sp>
      <p:sp>
        <p:nvSpPr>
          <p:cNvPr id="23" name="Text Placeholder 22">
            <a:extLst>
              <a:ext uri="{FF2B5EF4-FFF2-40B4-BE49-F238E27FC236}">
                <a16:creationId xmlns:a16="http://schemas.microsoft.com/office/drawing/2014/main" id="{CD4F93B7-05BC-40A1-8780-E58E3C4C6E66}"/>
              </a:ext>
            </a:extLst>
          </p:cNvPr>
          <p:cNvSpPr>
            <a:spLocks noGrp="1"/>
          </p:cNvSpPr>
          <p:nvPr>
            <p:ph type="body" sz="quarter" idx="13"/>
          </p:nvPr>
        </p:nvSpPr>
        <p:spPr>
          <a:xfrm>
            <a:off x="4107600" y="2074783"/>
            <a:ext cx="3974400" cy="3200400"/>
          </a:xfrm>
        </p:spPr>
        <p:txBody>
          <a:bodyPr anchor="ctr" anchorCtr="0"/>
          <a:lstStyle>
            <a:lvl1pPr marL="0" indent="0">
              <a:lnSpc>
                <a:spcPct val="100000"/>
              </a:lnSpc>
              <a:spcAft>
                <a:spcPts val="0"/>
              </a:spcAft>
              <a:defRPr sz="1600"/>
            </a:lvl1pPr>
            <a:lvl2pPr marL="0" indent="0">
              <a:lnSpc>
                <a:spcPct val="100000"/>
              </a:lnSpc>
              <a:spcAft>
                <a:spcPts val="0"/>
              </a:spcAft>
              <a:buNone/>
              <a:defRPr sz="1600" b="1"/>
            </a:lvl2pPr>
            <a:lvl3pPr>
              <a:lnSpc>
                <a:spcPct val="100000"/>
              </a:lnSpc>
              <a:spcAft>
                <a:spcPts val="0"/>
              </a:spcAft>
              <a:defRPr sz="1600"/>
            </a:lvl3pPr>
            <a:lvl4pPr>
              <a:lnSpc>
                <a:spcPct val="100000"/>
              </a:lnSpc>
              <a:spcAft>
                <a:spcPts val="0"/>
              </a:spcAft>
              <a:defRPr sz="1600"/>
            </a:lvl4pPr>
            <a:lvl5pPr>
              <a:lnSpc>
                <a:spcPct val="100000"/>
              </a:lnSpc>
              <a:spcAft>
                <a:spcPts val="0"/>
              </a:spcAft>
              <a:defRPr sz="16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2030648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hank You: Pink">
    <p:bg>
      <p:bgPr>
        <a:solidFill>
          <a:schemeClr val="accent4"/>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70026E3C-1E58-49C6-9C1D-C4D367A0F310}"/>
              </a:ext>
            </a:extLst>
          </p:cNvPr>
          <p:cNvSpPr/>
          <p:nvPr userDrawn="1"/>
        </p:nvSpPr>
        <p:spPr>
          <a:xfrm>
            <a:off x="11629506" y="6297222"/>
            <a:ext cx="209885" cy="209146"/>
          </a:xfrm>
          <a:custGeom>
            <a:avLst/>
            <a:gdLst>
              <a:gd name="connsiteX0" fmla="*/ 60843 w 931436"/>
              <a:gd name="connsiteY0" fmla="*/ 202156 h 928157"/>
              <a:gd name="connsiteX1" fmla="*/ 41793 w 931436"/>
              <a:gd name="connsiteY1" fmla="*/ 610302 h 928157"/>
              <a:gd name="connsiteX2" fmla="*/ 186954 w 931436"/>
              <a:gd name="connsiteY2" fmla="*/ 828710 h 928157"/>
              <a:gd name="connsiteX3" fmla="*/ 729689 w 931436"/>
              <a:gd name="connsiteY3" fmla="*/ 848141 h 928157"/>
              <a:gd name="connsiteX4" fmla="*/ 926761 w 931436"/>
              <a:gd name="connsiteY4" fmla="*/ 522386 h 928157"/>
              <a:gd name="connsiteX5" fmla="*/ 922284 w 931436"/>
              <a:gd name="connsiteY5" fmla="*/ 394275 h 928157"/>
              <a:gd name="connsiteX6" fmla="*/ 873326 w 931436"/>
              <a:gd name="connsiteY6" fmla="*/ 269021 h 928157"/>
              <a:gd name="connsiteX7" fmla="*/ 699018 w 931436"/>
              <a:gd name="connsiteY7" fmla="*/ 62329 h 928157"/>
              <a:gd name="connsiteX8" fmla="*/ 416221 w 931436"/>
              <a:gd name="connsiteY8" fmla="*/ 797 h 928157"/>
              <a:gd name="connsiteX9" fmla="*/ 156474 w 931436"/>
              <a:gd name="connsiteY9" fmla="*/ 108239 h 928157"/>
              <a:gd name="connsiteX10" fmla="*/ 60843 w 931436"/>
              <a:gd name="connsiteY10" fmla="*/ 202156 h 92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436" h="928157">
                <a:moveTo>
                  <a:pt x="60843" y="202156"/>
                </a:moveTo>
                <a:cubicBezTo>
                  <a:pt x="-34312" y="304645"/>
                  <a:pt x="550" y="492192"/>
                  <a:pt x="41793" y="610302"/>
                </a:cubicBezTo>
                <a:cubicBezTo>
                  <a:pt x="70273" y="691836"/>
                  <a:pt x="126851" y="767179"/>
                  <a:pt x="186954" y="828710"/>
                </a:cubicBezTo>
                <a:cubicBezTo>
                  <a:pt x="338592" y="983968"/>
                  <a:pt x="556715" y="931009"/>
                  <a:pt x="729689" y="848141"/>
                </a:cubicBezTo>
                <a:cubicBezTo>
                  <a:pt x="852942" y="789182"/>
                  <a:pt x="909902" y="652498"/>
                  <a:pt x="926761" y="522386"/>
                </a:cubicBezTo>
                <a:cubicBezTo>
                  <a:pt x="932476" y="478571"/>
                  <a:pt x="934953" y="437138"/>
                  <a:pt x="922284" y="394275"/>
                </a:cubicBezTo>
                <a:cubicBezTo>
                  <a:pt x="909711" y="351603"/>
                  <a:pt x="890185" y="310169"/>
                  <a:pt x="873326" y="269021"/>
                </a:cubicBezTo>
                <a:cubicBezTo>
                  <a:pt x="836940" y="179867"/>
                  <a:pt x="782553" y="112621"/>
                  <a:pt x="699018" y="62329"/>
                </a:cubicBezTo>
                <a:cubicBezTo>
                  <a:pt x="613007" y="10608"/>
                  <a:pt x="515376" y="-3775"/>
                  <a:pt x="416221" y="797"/>
                </a:cubicBezTo>
                <a:cubicBezTo>
                  <a:pt x="312970" y="5560"/>
                  <a:pt x="233341" y="40040"/>
                  <a:pt x="156474" y="108239"/>
                </a:cubicBezTo>
                <a:cubicBezTo>
                  <a:pt x="123041" y="137862"/>
                  <a:pt x="90847" y="169104"/>
                  <a:pt x="60843" y="202156"/>
                </a:cubicBezTo>
              </a:path>
            </a:pathLst>
          </a:custGeom>
          <a:solidFill>
            <a:srgbClr val="0F265C"/>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3B521F9F-9D5E-4DDF-AB21-7DE6934AC111}"/>
              </a:ext>
            </a:extLst>
          </p:cNvPr>
          <p:cNvSpPr/>
          <p:nvPr userDrawn="1"/>
        </p:nvSpPr>
        <p:spPr>
          <a:xfrm flipH="1">
            <a:off x="489253" y="1258919"/>
            <a:ext cx="4953254" cy="4679783"/>
          </a:xfrm>
          <a:custGeom>
            <a:avLst/>
            <a:gdLst>
              <a:gd name="connsiteX0" fmla="*/ 723125 w 810025"/>
              <a:gd name="connsiteY0" fmla="*/ 630843 h 765303"/>
              <a:gd name="connsiteX1" fmla="*/ 791038 w 810025"/>
              <a:gd name="connsiteY1" fmla="*/ 492921 h 765303"/>
              <a:gd name="connsiteX2" fmla="*/ 798658 w 810025"/>
              <a:gd name="connsiteY2" fmla="*/ 461393 h 765303"/>
              <a:gd name="connsiteX3" fmla="*/ 720363 w 810025"/>
              <a:gd name="connsiteY3" fmla="*/ 143068 h 765303"/>
              <a:gd name="connsiteX4" fmla="*/ 688645 w 810025"/>
              <a:gd name="connsiteY4" fmla="*/ 106397 h 765303"/>
              <a:gd name="connsiteX5" fmla="*/ 506336 w 810025"/>
              <a:gd name="connsiteY5" fmla="*/ 11432 h 765303"/>
              <a:gd name="connsiteX6" fmla="*/ 48374 w 810025"/>
              <a:gd name="connsiteY6" fmla="*/ 192598 h 765303"/>
              <a:gd name="connsiteX7" fmla="*/ 19132 w 810025"/>
              <a:gd name="connsiteY7" fmla="*/ 472442 h 765303"/>
              <a:gd name="connsiteX8" fmla="*/ 111429 w 810025"/>
              <a:gd name="connsiteY8" fmla="*/ 653798 h 765303"/>
              <a:gd name="connsiteX9" fmla="*/ 411086 w 810025"/>
              <a:gd name="connsiteY9" fmla="*/ 764288 h 765303"/>
              <a:gd name="connsiteX10" fmla="*/ 478428 w 810025"/>
              <a:gd name="connsiteY10" fmla="*/ 759050 h 765303"/>
              <a:gd name="connsiteX11" fmla="*/ 615588 w 810025"/>
              <a:gd name="connsiteY11" fmla="*/ 719330 h 765303"/>
              <a:gd name="connsiteX12" fmla="*/ 723125 w 810025"/>
              <a:gd name="connsiteY12" fmla="*/ 630843 h 76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0025" h="765303">
                <a:moveTo>
                  <a:pt x="723125" y="630843"/>
                </a:moveTo>
                <a:cubicBezTo>
                  <a:pt x="755891" y="590267"/>
                  <a:pt x="778751" y="543880"/>
                  <a:pt x="791038" y="492921"/>
                </a:cubicBezTo>
                <a:lnTo>
                  <a:pt x="798658" y="461393"/>
                </a:lnTo>
                <a:cubicBezTo>
                  <a:pt x="829519" y="297373"/>
                  <a:pt x="795610" y="230126"/>
                  <a:pt x="720363" y="143068"/>
                </a:cubicBezTo>
                <a:lnTo>
                  <a:pt x="688645" y="106397"/>
                </a:lnTo>
                <a:cubicBezTo>
                  <a:pt x="644544" y="55438"/>
                  <a:pt x="572821" y="19814"/>
                  <a:pt x="506336" y="11432"/>
                </a:cubicBezTo>
                <a:cubicBezTo>
                  <a:pt x="219062" y="-24667"/>
                  <a:pt x="138480" y="21815"/>
                  <a:pt x="48374" y="192598"/>
                </a:cubicBezTo>
                <a:cubicBezTo>
                  <a:pt x="5797" y="273275"/>
                  <a:pt x="-19635" y="350332"/>
                  <a:pt x="19132" y="472442"/>
                </a:cubicBezTo>
                <a:cubicBezTo>
                  <a:pt x="39516" y="536641"/>
                  <a:pt x="65424" y="602935"/>
                  <a:pt x="111429" y="653798"/>
                </a:cubicBezTo>
                <a:cubicBezTo>
                  <a:pt x="182867" y="732761"/>
                  <a:pt x="307930" y="772289"/>
                  <a:pt x="411086" y="764288"/>
                </a:cubicBezTo>
                <a:lnTo>
                  <a:pt x="478428" y="759050"/>
                </a:lnTo>
                <a:cubicBezTo>
                  <a:pt x="526815" y="755335"/>
                  <a:pt x="572154" y="740381"/>
                  <a:pt x="615588" y="719330"/>
                </a:cubicBezTo>
                <a:cubicBezTo>
                  <a:pt x="671023" y="692660"/>
                  <a:pt x="693502" y="667514"/>
                  <a:pt x="723125" y="630843"/>
                </a:cubicBezTo>
              </a:path>
            </a:pathLst>
          </a:custGeom>
          <a:solidFill>
            <a:srgbClr val="FFFFFF"/>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13D45B5E-CFC2-48D3-8A54-321433A4F4C0}"/>
              </a:ext>
            </a:extLst>
          </p:cNvPr>
          <p:cNvSpPr/>
          <p:nvPr userDrawn="1"/>
        </p:nvSpPr>
        <p:spPr>
          <a:xfrm flipH="1">
            <a:off x="4692848" y="487003"/>
            <a:ext cx="566103" cy="570941"/>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A8D2C1AC-7768-422D-B0E9-D0373EFE8178}"/>
              </a:ext>
            </a:extLst>
          </p:cNvPr>
          <p:cNvSpPr/>
          <p:nvPr userDrawn="1"/>
        </p:nvSpPr>
        <p:spPr>
          <a:xfrm flipH="1">
            <a:off x="9461499" y="0"/>
            <a:ext cx="1308101" cy="1143119"/>
          </a:xfrm>
          <a:custGeom>
            <a:avLst/>
            <a:gdLst>
              <a:gd name="connsiteX0" fmla="*/ 1118631 w 1308101"/>
              <a:gd name="connsiteY0" fmla="*/ 0 h 1143119"/>
              <a:gd name="connsiteX1" fmla="*/ 192115 w 1308101"/>
              <a:gd name="connsiteY1" fmla="*/ 0 h 1143119"/>
              <a:gd name="connsiteX2" fmla="*/ 183689 w 1308101"/>
              <a:gd name="connsiteY2" fmla="*/ 6817 h 1143119"/>
              <a:gd name="connsiteX3" fmla="*/ 159697 w 1308101"/>
              <a:gd name="connsiteY3" fmla="*/ 32882 h 1143119"/>
              <a:gd name="connsiteX4" fmla="*/ 11273 w 1308101"/>
              <a:gd name="connsiteY4" fmla="*/ 330493 h 1143119"/>
              <a:gd name="connsiteX5" fmla="*/ 5928 w 1308101"/>
              <a:gd name="connsiteY5" fmla="*/ 360920 h 1143119"/>
              <a:gd name="connsiteX6" fmla="*/ 56966 w 1308101"/>
              <a:gd name="connsiteY6" fmla="*/ 740868 h 1143119"/>
              <a:gd name="connsiteX7" fmla="*/ 211499 w 1308101"/>
              <a:gd name="connsiteY7" fmla="*/ 960287 h 1143119"/>
              <a:gd name="connsiteX8" fmla="*/ 239089 w 1308101"/>
              <a:gd name="connsiteY8" fmla="*/ 983297 h 1143119"/>
              <a:gd name="connsiteX9" fmla="*/ 588720 w 1308101"/>
              <a:gd name="connsiteY9" fmla="*/ 1141537 h 1143119"/>
              <a:gd name="connsiteX10" fmla="*/ 624163 w 1308101"/>
              <a:gd name="connsiteY10" fmla="*/ 1143064 h 1143119"/>
              <a:gd name="connsiteX11" fmla="*/ 766262 w 1308101"/>
              <a:gd name="connsiteY11" fmla="*/ 1127686 h 1143119"/>
              <a:gd name="connsiteX12" fmla="*/ 844892 w 1308101"/>
              <a:gd name="connsiteY12" fmla="*/ 1109365 h 1143119"/>
              <a:gd name="connsiteX13" fmla="*/ 1133015 w 1308101"/>
              <a:gd name="connsiteY13" fmla="*/ 948618 h 1143119"/>
              <a:gd name="connsiteX14" fmla="*/ 1291582 w 1308101"/>
              <a:gd name="connsiteY14" fmla="*/ 659295 h 1143119"/>
              <a:gd name="connsiteX15" fmla="*/ 1294417 w 1308101"/>
              <a:gd name="connsiteY15" fmla="*/ 646862 h 1143119"/>
              <a:gd name="connsiteX16" fmla="*/ 1300524 w 1308101"/>
              <a:gd name="connsiteY16" fmla="*/ 619489 h 1143119"/>
              <a:gd name="connsiteX17" fmla="*/ 1141631 w 1308101"/>
              <a:gd name="connsiteY17" fmla="*/ 22302 h 114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8101" h="1143119">
                <a:moveTo>
                  <a:pt x="1118631" y="0"/>
                </a:moveTo>
                <a:lnTo>
                  <a:pt x="192115" y="0"/>
                </a:lnTo>
                <a:lnTo>
                  <a:pt x="183689" y="6817"/>
                </a:lnTo>
                <a:cubicBezTo>
                  <a:pt x="175618" y="15214"/>
                  <a:pt x="167549" y="23938"/>
                  <a:pt x="159697" y="32882"/>
                </a:cubicBezTo>
                <a:cubicBezTo>
                  <a:pt x="85867" y="117072"/>
                  <a:pt x="33629" y="219584"/>
                  <a:pt x="11273" y="330493"/>
                </a:cubicBezTo>
                <a:cubicBezTo>
                  <a:pt x="9201" y="340635"/>
                  <a:pt x="7456" y="350777"/>
                  <a:pt x="5928" y="360920"/>
                </a:cubicBezTo>
                <a:cubicBezTo>
                  <a:pt x="-13483" y="491350"/>
                  <a:pt x="17706" y="616109"/>
                  <a:pt x="56966" y="740868"/>
                </a:cubicBezTo>
                <a:cubicBezTo>
                  <a:pt x="86412" y="828221"/>
                  <a:pt x="142466" y="896817"/>
                  <a:pt x="211499" y="960287"/>
                </a:cubicBezTo>
                <a:cubicBezTo>
                  <a:pt x="220549" y="968139"/>
                  <a:pt x="229710" y="975773"/>
                  <a:pt x="239089" y="983297"/>
                </a:cubicBezTo>
                <a:cubicBezTo>
                  <a:pt x="341928" y="1065634"/>
                  <a:pt x="464724" y="1125397"/>
                  <a:pt x="588720" y="1141537"/>
                </a:cubicBezTo>
                <a:cubicBezTo>
                  <a:pt x="600498" y="1142409"/>
                  <a:pt x="612276" y="1142954"/>
                  <a:pt x="624163" y="1143064"/>
                </a:cubicBezTo>
                <a:cubicBezTo>
                  <a:pt x="671493" y="1143718"/>
                  <a:pt x="719259" y="1138592"/>
                  <a:pt x="766262" y="1127686"/>
                </a:cubicBezTo>
                <a:lnTo>
                  <a:pt x="844892" y="1109365"/>
                </a:lnTo>
                <a:cubicBezTo>
                  <a:pt x="954273" y="1083956"/>
                  <a:pt x="1053950" y="1028338"/>
                  <a:pt x="1133015" y="948618"/>
                </a:cubicBezTo>
                <a:cubicBezTo>
                  <a:pt x="1212190" y="868899"/>
                  <a:pt x="1266935" y="768786"/>
                  <a:pt x="1291582" y="659295"/>
                </a:cubicBezTo>
                <a:cubicBezTo>
                  <a:pt x="1291582" y="659295"/>
                  <a:pt x="1292672" y="654278"/>
                  <a:pt x="1294417" y="646862"/>
                </a:cubicBezTo>
                <a:cubicBezTo>
                  <a:pt x="1296053" y="639446"/>
                  <a:pt x="1298343" y="629413"/>
                  <a:pt x="1300524" y="619489"/>
                </a:cubicBezTo>
                <a:cubicBezTo>
                  <a:pt x="1327570" y="416646"/>
                  <a:pt x="1283948" y="185885"/>
                  <a:pt x="1141631" y="22302"/>
                </a:cubicBezTo>
                <a:close/>
              </a:path>
            </a:pathLst>
          </a:custGeom>
          <a:solidFill>
            <a:schemeClr val="accent2"/>
          </a:solidFill>
          <a:ln w="9525" cap="flat">
            <a:noFill/>
            <a:prstDash val="solid"/>
            <a:miter/>
          </a:ln>
        </p:spPr>
        <p:txBody>
          <a:bodyPr wrap="square" rtlCol="0" anchor="ctr">
            <a:noAutofit/>
          </a:bodyPr>
          <a:lstStyle/>
          <a:p>
            <a:endParaRPr lang="en-GB"/>
          </a:p>
        </p:txBody>
      </p:sp>
      <p:sp>
        <p:nvSpPr>
          <p:cNvPr id="13" name="Title 1">
            <a:extLst>
              <a:ext uri="{FF2B5EF4-FFF2-40B4-BE49-F238E27FC236}">
                <a16:creationId xmlns:a16="http://schemas.microsoft.com/office/drawing/2014/main" id="{06884DCB-617D-4822-914C-1B0F404E6893}"/>
              </a:ext>
            </a:extLst>
          </p:cNvPr>
          <p:cNvSpPr txBox="1">
            <a:spLocks/>
          </p:cNvSpPr>
          <p:nvPr userDrawn="1"/>
        </p:nvSpPr>
        <p:spPr>
          <a:xfrm>
            <a:off x="1438291" y="2607504"/>
            <a:ext cx="3240000" cy="52481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a:lstStyle>
          <a:p>
            <a:r>
              <a:rPr lang="en-GB" sz="4400"/>
              <a:t>Thank you</a:t>
            </a:r>
          </a:p>
          <a:p>
            <a:endParaRPr lang="en-GB" sz="4400"/>
          </a:p>
          <a:p>
            <a:endParaRPr lang="en-GB" sz="4400"/>
          </a:p>
        </p:txBody>
      </p:sp>
      <p:pic>
        <p:nvPicPr>
          <p:cNvPr id="15" name="Picture 14" descr="A close up of a logo&#10;&#10;Description automatically generated">
            <a:extLst>
              <a:ext uri="{FF2B5EF4-FFF2-40B4-BE49-F238E27FC236}">
                <a16:creationId xmlns:a16="http://schemas.microsoft.com/office/drawing/2014/main" id="{AD2C8CBC-E272-477A-9318-922153584ACE}"/>
              </a:ext>
            </a:extLst>
          </p:cNvPr>
          <p:cNvPicPr>
            <a:picLocks noChangeAspect="1"/>
          </p:cNvPicPr>
          <p:nvPr userDrawn="1"/>
        </p:nvPicPr>
        <p:blipFill rotWithShape="1">
          <a:blip r:embed="rId2"/>
          <a:srcRect l="7093" t="20833" r="7093" b="20972"/>
          <a:stretch/>
        </p:blipFill>
        <p:spPr>
          <a:xfrm>
            <a:off x="352425" y="6161531"/>
            <a:ext cx="901577" cy="344044"/>
          </a:xfrm>
          <a:prstGeom prst="rect">
            <a:avLst/>
          </a:prstGeom>
        </p:spPr>
      </p:pic>
      <p:sp>
        <p:nvSpPr>
          <p:cNvPr id="23" name="Freeform: Shape 22">
            <a:extLst>
              <a:ext uri="{FF2B5EF4-FFF2-40B4-BE49-F238E27FC236}">
                <a16:creationId xmlns:a16="http://schemas.microsoft.com/office/drawing/2014/main" id="{20091C77-35A8-4E03-B9D8-5C36C50EA35C}"/>
              </a:ext>
            </a:extLst>
          </p:cNvPr>
          <p:cNvSpPr/>
          <p:nvPr userDrawn="1"/>
        </p:nvSpPr>
        <p:spPr>
          <a:xfrm flipH="1">
            <a:off x="0" y="0"/>
            <a:ext cx="1107607" cy="1393110"/>
          </a:xfrm>
          <a:custGeom>
            <a:avLst/>
            <a:gdLst>
              <a:gd name="connsiteX0" fmla="*/ 1107607 w 1107607"/>
              <a:gd name="connsiteY0" fmla="*/ 0 h 1393110"/>
              <a:gd name="connsiteX1" fmla="*/ 42213 w 1107607"/>
              <a:gd name="connsiteY1" fmla="*/ 0 h 1393110"/>
              <a:gd name="connsiteX2" fmla="*/ 18102 w 1107607"/>
              <a:gd name="connsiteY2" fmla="*/ 88302 h 1393110"/>
              <a:gd name="connsiteX3" fmla="*/ 9520 w 1107607"/>
              <a:gd name="connsiteY3" fmla="*/ 137160 h 1393110"/>
              <a:gd name="connsiteX4" fmla="*/ 91475 w 1107607"/>
              <a:gd name="connsiteY4" fmla="*/ 747273 h 1393110"/>
              <a:gd name="connsiteX5" fmla="*/ 339620 w 1107607"/>
              <a:gd name="connsiteY5" fmla="*/ 1099611 h 1393110"/>
              <a:gd name="connsiteX6" fmla="*/ 383924 w 1107607"/>
              <a:gd name="connsiteY6" fmla="*/ 1136560 h 1393110"/>
              <a:gd name="connsiteX7" fmla="*/ 945353 w 1107607"/>
              <a:gd name="connsiteY7" fmla="*/ 1390657 h 1393110"/>
              <a:gd name="connsiteX8" fmla="*/ 1002266 w 1107607"/>
              <a:gd name="connsiteY8" fmla="*/ 1393110 h 1393110"/>
              <a:gd name="connsiteX9" fmla="*/ 1107607 w 1107607"/>
              <a:gd name="connsiteY9" fmla="*/ 1388146 h 1393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7607" h="1393110">
                <a:moveTo>
                  <a:pt x="1107607" y="0"/>
                </a:moveTo>
                <a:lnTo>
                  <a:pt x="42213" y="0"/>
                </a:lnTo>
                <a:lnTo>
                  <a:pt x="18102" y="88302"/>
                </a:lnTo>
                <a:cubicBezTo>
                  <a:pt x="14774" y="104587"/>
                  <a:pt x="11972" y="120873"/>
                  <a:pt x="9520" y="137160"/>
                </a:cubicBezTo>
                <a:cubicBezTo>
                  <a:pt x="-21650" y="346602"/>
                  <a:pt x="28433" y="546937"/>
                  <a:pt x="91475" y="747273"/>
                </a:cubicBezTo>
                <a:cubicBezTo>
                  <a:pt x="138758" y="887542"/>
                  <a:pt x="228768" y="997691"/>
                  <a:pt x="339620" y="1099611"/>
                </a:cubicBezTo>
                <a:cubicBezTo>
                  <a:pt x="354153" y="1112220"/>
                  <a:pt x="368863" y="1124477"/>
                  <a:pt x="383924" y="1136560"/>
                </a:cubicBezTo>
                <a:cubicBezTo>
                  <a:pt x="549060" y="1268775"/>
                  <a:pt x="746244" y="1364740"/>
                  <a:pt x="945353" y="1390657"/>
                </a:cubicBezTo>
                <a:cubicBezTo>
                  <a:pt x="964266" y="1392058"/>
                  <a:pt x="983179" y="1392933"/>
                  <a:pt x="1002266" y="1393110"/>
                </a:cubicBezTo>
                <a:lnTo>
                  <a:pt x="1107607" y="1388146"/>
                </a:lnTo>
                <a:close/>
              </a:path>
            </a:pathLst>
          </a:custGeom>
          <a:solidFill>
            <a:schemeClr val="accent1"/>
          </a:solidFill>
          <a:ln w="9525" cap="flat">
            <a:noFill/>
            <a:prstDash val="solid"/>
            <a:miter/>
          </a:ln>
        </p:spPr>
        <p:txBody>
          <a:bodyPr wrap="square" rtlCol="0" anchor="ctr">
            <a:noAutofit/>
          </a:bodyPr>
          <a:lstStyle/>
          <a:p>
            <a:endParaRPr lang="en-GB"/>
          </a:p>
        </p:txBody>
      </p:sp>
      <p:sp>
        <p:nvSpPr>
          <p:cNvPr id="22" name="Freeform: Shape 21">
            <a:extLst>
              <a:ext uri="{FF2B5EF4-FFF2-40B4-BE49-F238E27FC236}">
                <a16:creationId xmlns:a16="http://schemas.microsoft.com/office/drawing/2014/main" id="{9DF3AE2C-4DB7-44D3-8080-B5B86911CBB1}"/>
              </a:ext>
            </a:extLst>
          </p:cNvPr>
          <p:cNvSpPr/>
          <p:nvPr userDrawn="1"/>
        </p:nvSpPr>
        <p:spPr>
          <a:xfrm flipH="1">
            <a:off x="3743624" y="5994872"/>
            <a:ext cx="2317317" cy="863129"/>
          </a:xfrm>
          <a:custGeom>
            <a:avLst/>
            <a:gdLst>
              <a:gd name="connsiteX0" fmla="*/ 1091901 w 2317317"/>
              <a:gd name="connsiteY0" fmla="*/ 530 h 863129"/>
              <a:gd name="connsiteX1" fmla="*/ 788655 w 2317317"/>
              <a:gd name="connsiteY1" fmla="*/ 42226 h 863129"/>
              <a:gd name="connsiteX2" fmla="*/ 728682 w 2317317"/>
              <a:gd name="connsiteY2" fmla="*/ 59619 h 863129"/>
              <a:gd name="connsiteX3" fmla="*/ 301667 w 2317317"/>
              <a:gd name="connsiteY3" fmla="*/ 322506 h 863129"/>
              <a:gd name="connsiteX4" fmla="*/ 257686 w 2317317"/>
              <a:gd name="connsiteY4" fmla="*/ 370285 h 863129"/>
              <a:gd name="connsiteX5" fmla="*/ 26375 w 2317317"/>
              <a:gd name="connsiteY5" fmla="*/ 766534 h 863129"/>
              <a:gd name="connsiteX6" fmla="*/ 0 w 2317317"/>
              <a:gd name="connsiteY6" fmla="*/ 863129 h 863129"/>
              <a:gd name="connsiteX7" fmla="*/ 2317317 w 2317317"/>
              <a:gd name="connsiteY7" fmla="*/ 863129 h 863129"/>
              <a:gd name="connsiteX8" fmla="*/ 2277583 w 2317317"/>
              <a:gd name="connsiteY8" fmla="*/ 731005 h 863129"/>
              <a:gd name="connsiteX9" fmla="*/ 2057703 w 2317317"/>
              <a:gd name="connsiteY9" fmla="*/ 350892 h 863129"/>
              <a:gd name="connsiteX10" fmla="*/ 2011523 w 2317317"/>
              <a:gd name="connsiteY10" fmla="*/ 306112 h 863129"/>
              <a:gd name="connsiteX11" fmla="*/ 1964944 w 2317317"/>
              <a:gd name="connsiteY11" fmla="*/ 266729 h 863129"/>
              <a:gd name="connsiteX12" fmla="*/ 1091901 w 2317317"/>
              <a:gd name="connsiteY12" fmla="*/ 530 h 863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7317" h="863129">
                <a:moveTo>
                  <a:pt x="1091901" y="530"/>
                </a:moveTo>
                <a:cubicBezTo>
                  <a:pt x="989855" y="3319"/>
                  <a:pt x="888112" y="17138"/>
                  <a:pt x="788655" y="42226"/>
                </a:cubicBezTo>
                <a:cubicBezTo>
                  <a:pt x="768463" y="47425"/>
                  <a:pt x="748471" y="53222"/>
                  <a:pt x="728682" y="59619"/>
                </a:cubicBezTo>
                <a:cubicBezTo>
                  <a:pt x="569950" y="109798"/>
                  <a:pt x="422415" y="192962"/>
                  <a:pt x="301667" y="322506"/>
                </a:cubicBezTo>
                <a:cubicBezTo>
                  <a:pt x="286873" y="337898"/>
                  <a:pt x="272080" y="353891"/>
                  <a:pt x="257686" y="370285"/>
                </a:cubicBezTo>
                <a:cubicBezTo>
                  <a:pt x="156181" y="486035"/>
                  <a:pt x="76940" y="620676"/>
                  <a:pt x="26375" y="766534"/>
                </a:cubicBezTo>
                <a:lnTo>
                  <a:pt x="0" y="863129"/>
                </a:lnTo>
                <a:lnTo>
                  <a:pt x="2317317" y="863129"/>
                </a:lnTo>
                <a:lnTo>
                  <a:pt x="2277583" y="731005"/>
                </a:lnTo>
                <a:cubicBezTo>
                  <a:pt x="2227926" y="593112"/>
                  <a:pt x="2155536" y="463343"/>
                  <a:pt x="2057703" y="350892"/>
                </a:cubicBezTo>
                <a:cubicBezTo>
                  <a:pt x="2042909" y="335499"/>
                  <a:pt x="2027516" y="320505"/>
                  <a:pt x="2011523" y="306112"/>
                </a:cubicBezTo>
                <a:cubicBezTo>
                  <a:pt x="1996529" y="292518"/>
                  <a:pt x="1980937" y="279324"/>
                  <a:pt x="1964944" y="266729"/>
                </a:cubicBezTo>
                <a:cubicBezTo>
                  <a:pt x="1706905" y="83060"/>
                  <a:pt x="1398039" y="-7839"/>
                  <a:pt x="1091901" y="530"/>
                </a:cubicBezTo>
                <a:close/>
              </a:path>
            </a:pathLst>
          </a:custGeom>
          <a:solidFill>
            <a:schemeClr val="accent3"/>
          </a:solidFill>
          <a:ln w="9525" cap="flat">
            <a:noFill/>
            <a:prstDash val="solid"/>
            <a:miter/>
          </a:ln>
        </p:spPr>
        <p:txBody>
          <a:bodyPr wrap="square" rtlCol="0" anchor="ctr">
            <a:noAutofit/>
          </a:bodyPr>
          <a:lstStyle/>
          <a:p>
            <a:endParaRPr lang="en-GB"/>
          </a:p>
        </p:txBody>
      </p:sp>
      <p:sp>
        <p:nvSpPr>
          <p:cNvPr id="5" name="Slide Number Placeholder 4">
            <a:extLst>
              <a:ext uri="{FF2B5EF4-FFF2-40B4-BE49-F238E27FC236}">
                <a16:creationId xmlns:a16="http://schemas.microsoft.com/office/drawing/2014/main" id="{42C6C21E-D0D5-4B89-B0F0-DE00AEEFE515}"/>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
        <p:nvSpPr>
          <p:cNvPr id="25" name="Text Placeholder 24">
            <a:extLst>
              <a:ext uri="{FF2B5EF4-FFF2-40B4-BE49-F238E27FC236}">
                <a16:creationId xmlns:a16="http://schemas.microsoft.com/office/drawing/2014/main" id="{7D11E749-60CA-447D-BFC3-E0EFCB070127}"/>
              </a:ext>
            </a:extLst>
          </p:cNvPr>
          <p:cNvSpPr>
            <a:spLocks noGrp="1"/>
          </p:cNvSpPr>
          <p:nvPr>
            <p:ph type="body" sz="quarter" idx="13"/>
          </p:nvPr>
        </p:nvSpPr>
        <p:spPr>
          <a:xfrm>
            <a:off x="1440000" y="3549600"/>
            <a:ext cx="3538800" cy="1137600"/>
          </a:xfrm>
        </p:spPr>
        <p:txBody>
          <a:bodyPr anchor="ctr" anchorCtr="0"/>
          <a:lstStyle>
            <a:lvl1pPr>
              <a:lnSpc>
                <a:spcPct val="100000"/>
              </a:lnSpc>
              <a:spcAft>
                <a:spcPts val="0"/>
              </a:spcAft>
              <a:defRPr sz="1600" b="1"/>
            </a:lvl1pPr>
            <a:lvl2pPr marL="0" indent="0">
              <a:lnSpc>
                <a:spcPct val="100000"/>
              </a:lnSpc>
              <a:spcAft>
                <a:spcPts val="1200"/>
              </a:spcAft>
              <a:buNone/>
              <a:defRPr sz="1600"/>
            </a:lvl2pPr>
            <a:lvl3pPr marL="0" indent="0">
              <a:lnSpc>
                <a:spcPct val="100000"/>
              </a:lnSpc>
              <a:spcAft>
                <a:spcPts val="0"/>
              </a:spcAft>
              <a:buNone/>
              <a:defRPr sz="16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15370120"/>
      </p:ext>
    </p:extLst>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hank You: Blue">
    <p:bg>
      <p:bgPr>
        <a:solidFill>
          <a:schemeClr val="accent3"/>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70026E3C-1E58-49C6-9C1D-C4D367A0F310}"/>
              </a:ext>
            </a:extLst>
          </p:cNvPr>
          <p:cNvSpPr/>
          <p:nvPr userDrawn="1"/>
        </p:nvSpPr>
        <p:spPr>
          <a:xfrm>
            <a:off x="11629506" y="6297222"/>
            <a:ext cx="209885" cy="209146"/>
          </a:xfrm>
          <a:custGeom>
            <a:avLst/>
            <a:gdLst>
              <a:gd name="connsiteX0" fmla="*/ 60843 w 931436"/>
              <a:gd name="connsiteY0" fmla="*/ 202156 h 928157"/>
              <a:gd name="connsiteX1" fmla="*/ 41793 w 931436"/>
              <a:gd name="connsiteY1" fmla="*/ 610302 h 928157"/>
              <a:gd name="connsiteX2" fmla="*/ 186954 w 931436"/>
              <a:gd name="connsiteY2" fmla="*/ 828710 h 928157"/>
              <a:gd name="connsiteX3" fmla="*/ 729689 w 931436"/>
              <a:gd name="connsiteY3" fmla="*/ 848141 h 928157"/>
              <a:gd name="connsiteX4" fmla="*/ 926761 w 931436"/>
              <a:gd name="connsiteY4" fmla="*/ 522386 h 928157"/>
              <a:gd name="connsiteX5" fmla="*/ 922284 w 931436"/>
              <a:gd name="connsiteY5" fmla="*/ 394275 h 928157"/>
              <a:gd name="connsiteX6" fmla="*/ 873326 w 931436"/>
              <a:gd name="connsiteY6" fmla="*/ 269021 h 928157"/>
              <a:gd name="connsiteX7" fmla="*/ 699018 w 931436"/>
              <a:gd name="connsiteY7" fmla="*/ 62329 h 928157"/>
              <a:gd name="connsiteX8" fmla="*/ 416221 w 931436"/>
              <a:gd name="connsiteY8" fmla="*/ 797 h 928157"/>
              <a:gd name="connsiteX9" fmla="*/ 156474 w 931436"/>
              <a:gd name="connsiteY9" fmla="*/ 108239 h 928157"/>
              <a:gd name="connsiteX10" fmla="*/ 60843 w 931436"/>
              <a:gd name="connsiteY10" fmla="*/ 202156 h 92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436" h="928157">
                <a:moveTo>
                  <a:pt x="60843" y="202156"/>
                </a:moveTo>
                <a:cubicBezTo>
                  <a:pt x="-34312" y="304645"/>
                  <a:pt x="550" y="492192"/>
                  <a:pt x="41793" y="610302"/>
                </a:cubicBezTo>
                <a:cubicBezTo>
                  <a:pt x="70273" y="691836"/>
                  <a:pt x="126851" y="767179"/>
                  <a:pt x="186954" y="828710"/>
                </a:cubicBezTo>
                <a:cubicBezTo>
                  <a:pt x="338592" y="983968"/>
                  <a:pt x="556715" y="931009"/>
                  <a:pt x="729689" y="848141"/>
                </a:cubicBezTo>
                <a:cubicBezTo>
                  <a:pt x="852942" y="789182"/>
                  <a:pt x="909902" y="652498"/>
                  <a:pt x="926761" y="522386"/>
                </a:cubicBezTo>
                <a:cubicBezTo>
                  <a:pt x="932476" y="478571"/>
                  <a:pt x="934953" y="437138"/>
                  <a:pt x="922284" y="394275"/>
                </a:cubicBezTo>
                <a:cubicBezTo>
                  <a:pt x="909711" y="351603"/>
                  <a:pt x="890185" y="310169"/>
                  <a:pt x="873326" y="269021"/>
                </a:cubicBezTo>
                <a:cubicBezTo>
                  <a:pt x="836940" y="179867"/>
                  <a:pt x="782553" y="112621"/>
                  <a:pt x="699018" y="62329"/>
                </a:cubicBezTo>
                <a:cubicBezTo>
                  <a:pt x="613007" y="10608"/>
                  <a:pt x="515376" y="-3775"/>
                  <a:pt x="416221" y="797"/>
                </a:cubicBezTo>
                <a:cubicBezTo>
                  <a:pt x="312970" y="5560"/>
                  <a:pt x="233341" y="40040"/>
                  <a:pt x="156474" y="108239"/>
                </a:cubicBezTo>
                <a:cubicBezTo>
                  <a:pt x="123041" y="137862"/>
                  <a:pt x="90847" y="169104"/>
                  <a:pt x="60843" y="202156"/>
                </a:cubicBezTo>
              </a:path>
            </a:pathLst>
          </a:custGeom>
          <a:solidFill>
            <a:srgbClr val="0F265C"/>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3B521F9F-9D5E-4DDF-AB21-7DE6934AC111}"/>
              </a:ext>
            </a:extLst>
          </p:cNvPr>
          <p:cNvSpPr/>
          <p:nvPr userDrawn="1"/>
        </p:nvSpPr>
        <p:spPr>
          <a:xfrm flipH="1">
            <a:off x="489253" y="1258919"/>
            <a:ext cx="4953254" cy="4679783"/>
          </a:xfrm>
          <a:custGeom>
            <a:avLst/>
            <a:gdLst>
              <a:gd name="connsiteX0" fmla="*/ 723125 w 810025"/>
              <a:gd name="connsiteY0" fmla="*/ 630843 h 765303"/>
              <a:gd name="connsiteX1" fmla="*/ 791038 w 810025"/>
              <a:gd name="connsiteY1" fmla="*/ 492921 h 765303"/>
              <a:gd name="connsiteX2" fmla="*/ 798658 w 810025"/>
              <a:gd name="connsiteY2" fmla="*/ 461393 h 765303"/>
              <a:gd name="connsiteX3" fmla="*/ 720363 w 810025"/>
              <a:gd name="connsiteY3" fmla="*/ 143068 h 765303"/>
              <a:gd name="connsiteX4" fmla="*/ 688645 w 810025"/>
              <a:gd name="connsiteY4" fmla="*/ 106397 h 765303"/>
              <a:gd name="connsiteX5" fmla="*/ 506336 w 810025"/>
              <a:gd name="connsiteY5" fmla="*/ 11432 h 765303"/>
              <a:gd name="connsiteX6" fmla="*/ 48374 w 810025"/>
              <a:gd name="connsiteY6" fmla="*/ 192598 h 765303"/>
              <a:gd name="connsiteX7" fmla="*/ 19132 w 810025"/>
              <a:gd name="connsiteY7" fmla="*/ 472442 h 765303"/>
              <a:gd name="connsiteX8" fmla="*/ 111429 w 810025"/>
              <a:gd name="connsiteY8" fmla="*/ 653798 h 765303"/>
              <a:gd name="connsiteX9" fmla="*/ 411086 w 810025"/>
              <a:gd name="connsiteY9" fmla="*/ 764288 h 765303"/>
              <a:gd name="connsiteX10" fmla="*/ 478428 w 810025"/>
              <a:gd name="connsiteY10" fmla="*/ 759050 h 765303"/>
              <a:gd name="connsiteX11" fmla="*/ 615588 w 810025"/>
              <a:gd name="connsiteY11" fmla="*/ 719330 h 765303"/>
              <a:gd name="connsiteX12" fmla="*/ 723125 w 810025"/>
              <a:gd name="connsiteY12" fmla="*/ 630843 h 76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0025" h="765303">
                <a:moveTo>
                  <a:pt x="723125" y="630843"/>
                </a:moveTo>
                <a:cubicBezTo>
                  <a:pt x="755891" y="590267"/>
                  <a:pt x="778751" y="543880"/>
                  <a:pt x="791038" y="492921"/>
                </a:cubicBezTo>
                <a:lnTo>
                  <a:pt x="798658" y="461393"/>
                </a:lnTo>
                <a:cubicBezTo>
                  <a:pt x="829519" y="297373"/>
                  <a:pt x="795610" y="230126"/>
                  <a:pt x="720363" y="143068"/>
                </a:cubicBezTo>
                <a:lnTo>
                  <a:pt x="688645" y="106397"/>
                </a:lnTo>
                <a:cubicBezTo>
                  <a:pt x="644544" y="55438"/>
                  <a:pt x="572821" y="19814"/>
                  <a:pt x="506336" y="11432"/>
                </a:cubicBezTo>
                <a:cubicBezTo>
                  <a:pt x="219062" y="-24667"/>
                  <a:pt x="138480" y="21815"/>
                  <a:pt x="48374" y="192598"/>
                </a:cubicBezTo>
                <a:cubicBezTo>
                  <a:pt x="5797" y="273275"/>
                  <a:pt x="-19635" y="350332"/>
                  <a:pt x="19132" y="472442"/>
                </a:cubicBezTo>
                <a:cubicBezTo>
                  <a:pt x="39516" y="536641"/>
                  <a:pt x="65424" y="602935"/>
                  <a:pt x="111429" y="653798"/>
                </a:cubicBezTo>
                <a:cubicBezTo>
                  <a:pt x="182867" y="732761"/>
                  <a:pt x="307930" y="772289"/>
                  <a:pt x="411086" y="764288"/>
                </a:cubicBezTo>
                <a:lnTo>
                  <a:pt x="478428" y="759050"/>
                </a:lnTo>
                <a:cubicBezTo>
                  <a:pt x="526815" y="755335"/>
                  <a:pt x="572154" y="740381"/>
                  <a:pt x="615588" y="719330"/>
                </a:cubicBezTo>
                <a:cubicBezTo>
                  <a:pt x="671023" y="692660"/>
                  <a:pt x="693502" y="667514"/>
                  <a:pt x="723125" y="630843"/>
                </a:cubicBezTo>
              </a:path>
            </a:pathLst>
          </a:custGeom>
          <a:solidFill>
            <a:srgbClr val="FFFFFF"/>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13D45B5E-CFC2-48D3-8A54-321433A4F4C0}"/>
              </a:ext>
            </a:extLst>
          </p:cNvPr>
          <p:cNvSpPr/>
          <p:nvPr userDrawn="1"/>
        </p:nvSpPr>
        <p:spPr>
          <a:xfrm flipH="1">
            <a:off x="4692848" y="487003"/>
            <a:ext cx="566103" cy="570941"/>
          </a:xfrm>
          <a:custGeom>
            <a:avLst/>
            <a:gdLst>
              <a:gd name="connsiteX0" fmla="*/ 163080 w 283387"/>
              <a:gd name="connsiteY0" fmla="*/ 284641 h 285809"/>
              <a:gd name="connsiteX1" fmla="*/ 214992 w 283387"/>
              <a:gd name="connsiteY1" fmla="*/ 265401 h 285809"/>
              <a:gd name="connsiteX2" fmla="*/ 224707 w 283387"/>
              <a:gd name="connsiteY2" fmla="*/ 259114 h 285809"/>
              <a:gd name="connsiteX3" fmla="*/ 282619 w 283387"/>
              <a:gd name="connsiteY3" fmla="*/ 157673 h 285809"/>
              <a:gd name="connsiteX4" fmla="*/ 283286 w 283387"/>
              <a:gd name="connsiteY4" fmla="*/ 140433 h 285809"/>
              <a:gd name="connsiteX5" fmla="*/ 266617 w 283387"/>
              <a:gd name="connsiteY5" fmla="*/ 72138 h 285809"/>
              <a:gd name="connsiteX6" fmla="*/ 216230 w 283387"/>
              <a:gd name="connsiteY6" fmla="*/ 23180 h 285809"/>
              <a:gd name="connsiteX7" fmla="*/ 200895 w 283387"/>
              <a:gd name="connsiteY7" fmla="*/ 14988 h 285809"/>
              <a:gd name="connsiteX8" fmla="*/ 123933 w 283387"/>
              <a:gd name="connsiteY8" fmla="*/ 1177 h 285809"/>
              <a:gd name="connsiteX9" fmla="*/ 123933 w 283387"/>
              <a:gd name="connsiteY9" fmla="*/ 1177 h 285809"/>
              <a:gd name="connsiteX10" fmla="*/ 43922 w 283387"/>
              <a:gd name="connsiteY10" fmla="*/ 45183 h 285809"/>
              <a:gd name="connsiteX11" fmla="*/ 29825 w 283387"/>
              <a:gd name="connsiteY11" fmla="*/ 61851 h 285809"/>
              <a:gd name="connsiteX12" fmla="*/ 5346 w 283387"/>
              <a:gd name="connsiteY12" fmla="*/ 107095 h 285809"/>
              <a:gd name="connsiteX13" fmla="*/ 679 w 283387"/>
              <a:gd name="connsiteY13" fmla="*/ 156434 h 285809"/>
              <a:gd name="connsiteX14" fmla="*/ 15157 w 283387"/>
              <a:gd name="connsiteY14" fmla="*/ 203869 h 285809"/>
              <a:gd name="connsiteX15" fmla="*/ 48209 w 283387"/>
              <a:gd name="connsiteY15" fmla="*/ 243303 h 285809"/>
              <a:gd name="connsiteX16" fmla="*/ 67163 w 283387"/>
              <a:gd name="connsiteY16" fmla="*/ 258257 h 285809"/>
              <a:gd name="connsiteX17" fmla="*/ 112979 w 283387"/>
              <a:gd name="connsiteY17" fmla="*/ 281307 h 285809"/>
              <a:gd name="connsiteX18" fmla="*/ 163080 w 283387"/>
              <a:gd name="connsiteY18" fmla="*/ 284641 h 28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387" h="285809">
                <a:moveTo>
                  <a:pt x="163080" y="284641"/>
                </a:moveTo>
                <a:cubicBezTo>
                  <a:pt x="181749" y="282069"/>
                  <a:pt x="199180" y="275592"/>
                  <a:pt x="214992" y="265401"/>
                </a:cubicBezTo>
                <a:lnTo>
                  <a:pt x="224707" y="259114"/>
                </a:lnTo>
                <a:cubicBezTo>
                  <a:pt x="259282" y="236730"/>
                  <a:pt x="280904" y="198821"/>
                  <a:pt x="282619" y="157673"/>
                </a:cubicBezTo>
                <a:lnTo>
                  <a:pt x="283286" y="140433"/>
                </a:lnTo>
                <a:cubicBezTo>
                  <a:pt x="284238" y="116525"/>
                  <a:pt x="278523" y="92903"/>
                  <a:pt x="266617" y="72138"/>
                </a:cubicBezTo>
                <a:cubicBezTo>
                  <a:pt x="254711" y="51374"/>
                  <a:pt x="237280" y="34419"/>
                  <a:pt x="216230" y="23180"/>
                </a:cubicBezTo>
                <a:lnTo>
                  <a:pt x="200895" y="14988"/>
                </a:lnTo>
                <a:cubicBezTo>
                  <a:pt x="177177" y="2320"/>
                  <a:pt x="150602" y="-2442"/>
                  <a:pt x="123933" y="1177"/>
                </a:cubicBezTo>
                <a:lnTo>
                  <a:pt x="123933" y="1177"/>
                </a:lnTo>
                <a:cubicBezTo>
                  <a:pt x="92690" y="5463"/>
                  <a:pt x="64211" y="21084"/>
                  <a:pt x="43922" y="45183"/>
                </a:cubicBezTo>
                <a:lnTo>
                  <a:pt x="29825" y="61851"/>
                </a:lnTo>
                <a:cubicBezTo>
                  <a:pt x="18586" y="75186"/>
                  <a:pt x="10299" y="90426"/>
                  <a:pt x="5346" y="107095"/>
                </a:cubicBezTo>
                <a:cubicBezTo>
                  <a:pt x="488" y="123097"/>
                  <a:pt x="-1035" y="139766"/>
                  <a:pt x="679" y="156434"/>
                </a:cubicBezTo>
                <a:cubicBezTo>
                  <a:pt x="2393" y="173103"/>
                  <a:pt x="7251" y="189105"/>
                  <a:pt x="15157" y="203869"/>
                </a:cubicBezTo>
                <a:cubicBezTo>
                  <a:pt x="23444" y="219204"/>
                  <a:pt x="34493" y="232444"/>
                  <a:pt x="48209" y="243303"/>
                </a:cubicBezTo>
                <a:lnTo>
                  <a:pt x="67163" y="258257"/>
                </a:lnTo>
                <a:cubicBezTo>
                  <a:pt x="80784" y="269020"/>
                  <a:pt x="96214" y="276830"/>
                  <a:pt x="112979" y="281307"/>
                </a:cubicBezTo>
                <a:cubicBezTo>
                  <a:pt x="129362" y="285879"/>
                  <a:pt x="146221" y="286927"/>
                  <a:pt x="163080" y="284641"/>
                </a:cubicBezTo>
              </a:path>
            </a:pathLst>
          </a:custGeom>
          <a:solidFill>
            <a:srgbClr val="D42F7F"/>
          </a:solidFill>
          <a:ln w="9525"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06884DCB-617D-4822-914C-1B0F404E6893}"/>
              </a:ext>
            </a:extLst>
          </p:cNvPr>
          <p:cNvSpPr txBox="1">
            <a:spLocks/>
          </p:cNvSpPr>
          <p:nvPr userDrawn="1"/>
        </p:nvSpPr>
        <p:spPr>
          <a:xfrm>
            <a:off x="1438291" y="2607504"/>
            <a:ext cx="3240000" cy="52481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a:lstStyle>
          <a:p>
            <a:r>
              <a:rPr lang="en-GB" sz="4400"/>
              <a:t>Thank you</a:t>
            </a:r>
          </a:p>
          <a:p>
            <a:endParaRPr lang="en-GB" sz="4400"/>
          </a:p>
          <a:p>
            <a:endParaRPr lang="en-GB" sz="4400"/>
          </a:p>
        </p:txBody>
      </p:sp>
      <p:pic>
        <p:nvPicPr>
          <p:cNvPr id="15" name="Picture 14" descr="A close up of a logo&#10;&#10;Description automatically generated">
            <a:extLst>
              <a:ext uri="{FF2B5EF4-FFF2-40B4-BE49-F238E27FC236}">
                <a16:creationId xmlns:a16="http://schemas.microsoft.com/office/drawing/2014/main" id="{AD2C8CBC-E272-477A-9318-922153584ACE}"/>
              </a:ext>
            </a:extLst>
          </p:cNvPr>
          <p:cNvPicPr>
            <a:picLocks noChangeAspect="1"/>
          </p:cNvPicPr>
          <p:nvPr userDrawn="1"/>
        </p:nvPicPr>
        <p:blipFill rotWithShape="1">
          <a:blip r:embed="rId2"/>
          <a:srcRect l="7093" t="20833" r="7093" b="20972"/>
          <a:stretch/>
        </p:blipFill>
        <p:spPr>
          <a:xfrm>
            <a:off x="352425" y="6161531"/>
            <a:ext cx="901577" cy="344044"/>
          </a:xfrm>
          <a:prstGeom prst="rect">
            <a:avLst/>
          </a:prstGeom>
        </p:spPr>
      </p:pic>
      <p:sp>
        <p:nvSpPr>
          <p:cNvPr id="5" name="Slide Number Placeholder 4">
            <a:extLst>
              <a:ext uri="{FF2B5EF4-FFF2-40B4-BE49-F238E27FC236}">
                <a16:creationId xmlns:a16="http://schemas.microsoft.com/office/drawing/2014/main" id="{42C6C21E-D0D5-4B89-B0F0-DE00AEEFE515}"/>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
        <p:nvSpPr>
          <p:cNvPr id="25" name="Text Placeholder 24">
            <a:extLst>
              <a:ext uri="{FF2B5EF4-FFF2-40B4-BE49-F238E27FC236}">
                <a16:creationId xmlns:a16="http://schemas.microsoft.com/office/drawing/2014/main" id="{7D11E749-60CA-447D-BFC3-E0EFCB070127}"/>
              </a:ext>
            </a:extLst>
          </p:cNvPr>
          <p:cNvSpPr>
            <a:spLocks noGrp="1"/>
          </p:cNvSpPr>
          <p:nvPr>
            <p:ph type="body" sz="quarter" idx="13"/>
          </p:nvPr>
        </p:nvSpPr>
        <p:spPr>
          <a:xfrm>
            <a:off x="1440000" y="3549600"/>
            <a:ext cx="3538800" cy="1137600"/>
          </a:xfrm>
        </p:spPr>
        <p:txBody>
          <a:bodyPr anchor="ctr" anchorCtr="0"/>
          <a:lstStyle>
            <a:lvl1pPr>
              <a:lnSpc>
                <a:spcPct val="100000"/>
              </a:lnSpc>
              <a:spcAft>
                <a:spcPts val="0"/>
              </a:spcAft>
              <a:defRPr sz="1600" b="1"/>
            </a:lvl1pPr>
            <a:lvl2pPr marL="0" indent="0">
              <a:lnSpc>
                <a:spcPct val="100000"/>
              </a:lnSpc>
              <a:spcAft>
                <a:spcPts val="1200"/>
              </a:spcAft>
              <a:buNone/>
              <a:defRPr sz="1600"/>
            </a:lvl2pPr>
            <a:lvl3pPr marL="0" indent="0">
              <a:lnSpc>
                <a:spcPct val="100000"/>
              </a:lnSpc>
              <a:spcAft>
                <a:spcPts val="0"/>
              </a:spcAft>
              <a:buNone/>
              <a:defRPr sz="16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2" name="Freeform: Shape 1">
            <a:extLst>
              <a:ext uri="{FF2B5EF4-FFF2-40B4-BE49-F238E27FC236}">
                <a16:creationId xmlns:a16="http://schemas.microsoft.com/office/drawing/2014/main" id="{32CE6EB1-F67F-4D5D-941E-43E3A8D11C62}"/>
              </a:ext>
            </a:extLst>
          </p:cNvPr>
          <p:cNvSpPr/>
          <p:nvPr userDrawn="1"/>
        </p:nvSpPr>
        <p:spPr>
          <a:xfrm flipH="1">
            <a:off x="9461499" y="0"/>
            <a:ext cx="1308101" cy="1143119"/>
          </a:xfrm>
          <a:custGeom>
            <a:avLst/>
            <a:gdLst>
              <a:gd name="connsiteX0" fmla="*/ 1118631 w 1308101"/>
              <a:gd name="connsiteY0" fmla="*/ 0 h 1143119"/>
              <a:gd name="connsiteX1" fmla="*/ 192115 w 1308101"/>
              <a:gd name="connsiteY1" fmla="*/ 0 h 1143119"/>
              <a:gd name="connsiteX2" fmla="*/ 183689 w 1308101"/>
              <a:gd name="connsiteY2" fmla="*/ 6817 h 1143119"/>
              <a:gd name="connsiteX3" fmla="*/ 159697 w 1308101"/>
              <a:gd name="connsiteY3" fmla="*/ 32882 h 1143119"/>
              <a:gd name="connsiteX4" fmla="*/ 11273 w 1308101"/>
              <a:gd name="connsiteY4" fmla="*/ 330493 h 1143119"/>
              <a:gd name="connsiteX5" fmla="*/ 5928 w 1308101"/>
              <a:gd name="connsiteY5" fmla="*/ 360920 h 1143119"/>
              <a:gd name="connsiteX6" fmla="*/ 56966 w 1308101"/>
              <a:gd name="connsiteY6" fmla="*/ 740868 h 1143119"/>
              <a:gd name="connsiteX7" fmla="*/ 211499 w 1308101"/>
              <a:gd name="connsiteY7" fmla="*/ 960287 h 1143119"/>
              <a:gd name="connsiteX8" fmla="*/ 239089 w 1308101"/>
              <a:gd name="connsiteY8" fmla="*/ 983297 h 1143119"/>
              <a:gd name="connsiteX9" fmla="*/ 588720 w 1308101"/>
              <a:gd name="connsiteY9" fmla="*/ 1141537 h 1143119"/>
              <a:gd name="connsiteX10" fmla="*/ 624163 w 1308101"/>
              <a:gd name="connsiteY10" fmla="*/ 1143064 h 1143119"/>
              <a:gd name="connsiteX11" fmla="*/ 766262 w 1308101"/>
              <a:gd name="connsiteY11" fmla="*/ 1127686 h 1143119"/>
              <a:gd name="connsiteX12" fmla="*/ 844892 w 1308101"/>
              <a:gd name="connsiteY12" fmla="*/ 1109365 h 1143119"/>
              <a:gd name="connsiteX13" fmla="*/ 1133015 w 1308101"/>
              <a:gd name="connsiteY13" fmla="*/ 948618 h 1143119"/>
              <a:gd name="connsiteX14" fmla="*/ 1291582 w 1308101"/>
              <a:gd name="connsiteY14" fmla="*/ 659295 h 1143119"/>
              <a:gd name="connsiteX15" fmla="*/ 1294417 w 1308101"/>
              <a:gd name="connsiteY15" fmla="*/ 646862 h 1143119"/>
              <a:gd name="connsiteX16" fmla="*/ 1300524 w 1308101"/>
              <a:gd name="connsiteY16" fmla="*/ 619489 h 1143119"/>
              <a:gd name="connsiteX17" fmla="*/ 1141631 w 1308101"/>
              <a:gd name="connsiteY17" fmla="*/ 22302 h 114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8101" h="1143119">
                <a:moveTo>
                  <a:pt x="1118631" y="0"/>
                </a:moveTo>
                <a:lnTo>
                  <a:pt x="192115" y="0"/>
                </a:lnTo>
                <a:lnTo>
                  <a:pt x="183689" y="6817"/>
                </a:lnTo>
                <a:cubicBezTo>
                  <a:pt x="175618" y="15214"/>
                  <a:pt x="167549" y="23938"/>
                  <a:pt x="159697" y="32882"/>
                </a:cubicBezTo>
                <a:cubicBezTo>
                  <a:pt x="85867" y="117072"/>
                  <a:pt x="33629" y="219584"/>
                  <a:pt x="11273" y="330493"/>
                </a:cubicBezTo>
                <a:cubicBezTo>
                  <a:pt x="9201" y="340635"/>
                  <a:pt x="7456" y="350777"/>
                  <a:pt x="5928" y="360920"/>
                </a:cubicBezTo>
                <a:cubicBezTo>
                  <a:pt x="-13483" y="491350"/>
                  <a:pt x="17706" y="616109"/>
                  <a:pt x="56966" y="740868"/>
                </a:cubicBezTo>
                <a:cubicBezTo>
                  <a:pt x="86412" y="828221"/>
                  <a:pt x="142466" y="896817"/>
                  <a:pt x="211499" y="960287"/>
                </a:cubicBezTo>
                <a:cubicBezTo>
                  <a:pt x="220549" y="968139"/>
                  <a:pt x="229710" y="975773"/>
                  <a:pt x="239089" y="983297"/>
                </a:cubicBezTo>
                <a:cubicBezTo>
                  <a:pt x="341928" y="1065634"/>
                  <a:pt x="464724" y="1125397"/>
                  <a:pt x="588720" y="1141537"/>
                </a:cubicBezTo>
                <a:cubicBezTo>
                  <a:pt x="600498" y="1142409"/>
                  <a:pt x="612276" y="1142954"/>
                  <a:pt x="624163" y="1143064"/>
                </a:cubicBezTo>
                <a:cubicBezTo>
                  <a:pt x="671493" y="1143718"/>
                  <a:pt x="719259" y="1138592"/>
                  <a:pt x="766262" y="1127686"/>
                </a:cubicBezTo>
                <a:lnTo>
                  <a:pt x="844892" y="1109365"/>
                </a:lnTo>
                <a:cubicBezTo>
                  <a:pt x="954273" y="1083956"/>
                  <a:pt x="1053950" y="1028338"/>
                  <a:pt x="1133015" y="948618"/>
                </a:cubicBezTo>
                <a:cubicBezTo>
                  <a:pt x="1212190" y="868899"/>
                  <a:pt x="1266935" y="768786"/>
                  <a:pt x="1291582" y="659295"/>
                </a:cubicBezTo>
                <a:cubicBezTo>
                  <a:pt x="1291582" y="659295"/>
                  <a:pt x="1292672" y="654278"/>
                  <a:pt x="1294417" y="646862"/>
                </a:cubicBezTo>
                <a:cubicBezTo>
                  <a:pt x="1296053" y="639446"/>
                  <a:pt x="1298343" y="629413"/>
                  <a:pt x="1300524" y="619489"/>
                </a:cubicBezTo>
                <a:cubicBezTo>
                  <a:pt x="1327570" y="416646"/>
                  <a:pt x="1283948" y="185885"/>
                  <a:pt x="1141631" y="22302"/>
                </a:cubicBezTo>
                <a:close/>
              </a:path>
            </a:pathLst>
          </a:custGeom>
          <a:solidFill>
            <a:schemeClr val="accent2"/>
          </a:solidFill>
          <a:ln w="9525" cap="flat">
            <a:noFill/>
            <a:prstDash val="solid"/>
            <a:miter/>
          </a:ln>
        </p:spPr>
        <p:txBody>
          <a:bodyPr wrap="square" rtlCol="0" anchor="ctr">
            <a:noAutofit/>
          </a:bodyPr>
          <a:lstStyle/>
          <a:p>
            <a:endParaRPr lang="en-GB"/>
          </a:p>
        </p:txBody>
      </p:sp>
      <p:sp>
        <p:nvSpPr>
          <p:cNvPr id="3" name="Freeform: Shape 2">
            <a:extLst>
              <a:ext uri="{FF2B5EF4-FFF2-40B4-BE49-F238E27FC236}">
                <a16:creationId xmlns:a16="http://schemas.microsoft.com/office/drawing/2014/main" id="{39E7154B-C494-4552-AD47-09E2D7903CC1}"/>
              </a:ext>
            </a:extLst>
          </p:cNvPr>
          <p:cNvSpPr/>
          <p:nvPr userDrawn="1"/>
        </p:nvSpPr>
        <p:spPr>
          <a:xfrm flipH="1">
            <a:off x="0" y="0"/>
            <a:ext cx="1107607" cy="1393110"/>
          </a:xfrm>
          <a:custGeom>
            <a:avLst/>
            <a:gdLst>
              <a:gd name="connsiteX0" fmla="*/ 1107607 w 1107607"/>
              <a:gd name="connsiteY0" fmla="*/ 0 h 1393110"/>
              <a:gd name="connsiteX1" fmla="*/ 42213 w 1107607"/>
              <a:gd name="connsiteY1" fmla="*/ 0 h 1393110"/>
              <a:gd name="connsiteX2" fmla="*/ 18102 w 1107607"/>
              <a:gd name="connsiteY2" fmla="*/ 88302 h 1393110"/>
              <a:gd name="connsiteX3" fmla="*/ 9520 w 1107607"/>
              <a:gd name="connsiteY3" fmla="*/ 137160 h 1393110"/>
              <a:gd name="connsiteX4" fmla="*/ 91475 w 1107607"/>
              <a:gd name="connsiteY4" fmla="*/ 747273 h 1393110"/>
              <a:gd name="connsiteX5" fmla="*/ 339620 w 1107607"/>
              <a:gd name="connsiteY5" fmla="*/ 1099611 h 1393110"/>
              <a:gd name="connsiteX6" fmla="*/ 383924 w 1107607"/>
              <a:gd name="connsiteY6" fmla="*/ 1136560 h 1393110"/>
              <a:gd name="connsiteX7" fmla="*/ 945353 w 1107607"/>
              <a:gd name="connsiteY7" fmla="*/ 1390657 h 1393110"/>
              <a:gd name="connsiteX8" fmla="*/ 1002266 w 1107607"/>
              <a:gd name="connsiteY8" fmla="*/ 1393110 h 1393110"/>
              <a:gd name="connsiteX9" fmla="*/ 1107607 w 1107607"/>
              <a:gd name="connsiteY9" fmla="*/ 1388146 h 1393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7607" h="1393110">
                <a:moveTo>
                  <a:pt x="1107607" y="0"/>
                </a:moveTo>
                <a:lnTo>
                  <a:pt x="42213" y="0"/>
                </a:lnTo>
                <a:lnTo>
                  <a:pt x="18102" y="88302"/>
                </a:lnTo>
                <a:cubicBezTo>
                  <a:pt x="14774" y="104587"/>
                  <a:pt x="11972" y="120873"/>
                  <a:pt x="9520" y="137160"/>
                </a:cubicBezTo>
                <a:cubicBezTo>
                  <a:pt x="-21650" y="346602"/>
                  <a:pt x="28433" y="546937"/>
                  <a:pt x="91475" y="747273"/>
                </a:cubicBezTo>
                <a:cubicBezTo>
                  <a:pt x="138758" y="887542"/>
                  <a:pt x="228768" y="997691"/>
                  <a:pt x="339620" y="1099611"/>
                </a:cubicBezTo>
                <a:cubicBezTo>
                  <a:pt x="354153" y="1112220"/>
                  <a:pt x="368863" y="1124477"/>
                  <a:pt x="383924" y="1136560"/>
                </a:cubicBezTo>
                <a:cubicBezTo>
                  <a:pt x="549060" y="1268775"/>
                  <a:pt x="746244" y="1364740"/>
                  <a:pt x="945353" y="1390657"/>
                </a:cubicBezTo>
                <a:cubicBezTo>
                  <a:pt x="964266" y="1392058"/>
                  <a:pt x="983179" y="1392933"/>
                  <a:pt x="1002266" y="1393110"/>
                </a:cubicBezTo>
                <a:lnTo>
                  <a:pt x="1107607" y="1388146"/>
                </a:lnTo>
                <a:close/>
              </a:path>
            </a:pathLst>
          </a:custGeom>
          <a:solidFill>
            <a:schemeClr val="accent1"/>
          </a:solidFill>
          <a:ln w="9525" cap="flat">
            <a:noFill/>
            <a:prstDash val="solid"/>
            <a:miter/>
          </a:ln>
        </p:spPr>
        <p:txBody>
          <a:bodyPr wrap="square" rtlCol="0" anchor="ctr">
            <a:noAutofit/>
          </a:bodyPr>
          <a:lstStyle/>
          <a:p>
            <a:endParaRPr lang="en-GB"/>
          </a:p>
        </p:txBody>
      </p:sp>
      <p:sp>
        <p:nvSpPr>
          <p:cNvPr id="4" name="Freeform: Shape 3">
            <a:extLst>
              <a:ext uri="{FF2B5EF4-FFF2-40B4-BE49-F238E27FC236}">
                <a16:creationId xmlns:a16="http://schemas.microsoft.com/office/drawing/2014/main" id="{1A8A0956-D6C3-4267-8770-E9A430D15BDC}"/>
              </a:ext>
            </a:extLst>
          </p:cNvPr>
          <p:cNvSpPr/>
          <p:nvPr userDrawn="1"/>
        </p:nvSpPr>
        <p:spPr>
          <a:xfrm flipH="1">
            <a:off x="3743624" y="5994872"/>
            <a:ext cx="2317317" cy="863129"/>
          </a:xfrm>
          <a:custGeom>
            <a:avLst/>
            <a:gdLst>
              <a:gd name="connsiteX0" fmla="*/ 1091901 w 2317317"/>
              <a:gd name="connsiteY0" fmla="*/ 530 h 863129"/>
              <a:gd name="connsiteX1" fmla="*/ 788655 w 2317317"/>
              <a:gd name="connsiteY1" fmla="*/ 42226 h 863129"/>
              <a:gd name="connsiteX2" fmla="*/ 728682 w 2317317"/>
              <a:gd name="connsiteY2" fmla="*/ 59619 h 863129"/>
              <a:gd name="connsiteX3" fmla="*/ 301667 w 2317317"/>
              <a:gd name="connsiteY3" fmla="*/ 322506 h 863129"/>
              <a:gd name="connsiteX4" fmla="*/ 257686 w 2317317"/>
              <a:gd name="connsiteY4" fmla="*/ 370285 h 863129"/>
              <a:gd name="connsiteX5" fmla="*/ 26375 w 2317317"/>
              <a:gd name="connsiteY5" fmla="*/ 766534 h 863129"/>
              <a:gd name="connsiteX6" fmla="*/ 0 w 2317317"/>
              <a:gd name="connsiteY6" fmla="*/ 863129 h 863129"/>
              <a:gd name="connsiteX7" fmla="*/ 2317317 w 2317317"/>
              <a:gd name="connsiteY7" fmla="*/ 863129 h 863129"/>
              <a:gd name="connsiteX8" fmla="*/ 2277583 w 2317317"/>
              <a:gd name="connsiteY8" fmla="*/ 731005 h 863129"/>
              <a:gd name="connsiteX9" fmla="*/ 2057703 w 2317317"/>
              <a:gd name="connsiteY9" fmla="*/ 350892 h 863129"/>
              <a:gd name="connsiteX10" fmla="*/ 2011523 w 2317317"/>
              <a:gd name="connsiteY10" fmla="*/ 306112 h 863129"/>
              <a:gd name="connsiteX11" fmla="*/ 1964944 w 2317317"/>
              <a:gd name="connsiteY11" fmla="*/ 266729 h 863129"/>
              <a:gd name="connsiteX12" fmla="*/ 1091901 w 2317317"/>
              <a:gd name="connsiteY12" fmla="*/ 530 h 863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7317" h="863129">
                <a:moveTo>
                  <a:pt x="1091901" y="530"/>
                </a:moveTo>
                <a:cubicBezTo>
                  <a:pt x="989855" y="3319"/>
                  <a:pt x="888112" y="17138"/>
                  <a:pt x="788655" y="42226"/>
                </a:cubicBezTo>
                <a:cubicBezTo>
                  <a:pt x="768463" y="47425"/>
                  <a:pt x="748471" y="53222"/>
                  <a:pt x="728682" y="59619"/>
                </a:cubicBezTo>
                <a:cubicBezTo>
                  <a:pt x="569950" y="109798"/>
                  <a:pt x="422415" y="192962"/>
                  <a:pt x="301667" y="322506"/>
                </a:cubicBezTo>
                <a:cubicBezTo>
                  <a:pt x="286873" y="337898"/>
                  <a:pt x="272080" y="353891"/>
                  <a:pt x="257686" y="370285"/>
                </a:cubicBezTo>
                <a:cubicBezTo>
                  <a:pt x="156181" y="486035"/>
                  <a:pt x="76940" y="620676"/>
                  <a:pt x="26375" y="766534"/>
                </a:cubicBezTo>
                <a:lnTo>
                  <a:pt x="0" y="863129"/>
                </a:lnTo>
                <a:lnTo>
                  <a:pt x="2317317" y="863129"/>
                </a:lnTo>
                <a:lnTo>
                  <a:pt x="2277583" y="731005"/>
                </a:lnTo>
                <a:cubicBezTo>
                  <a:pt x="2227926" y="593112"/>
                  <a:pt x="2155536" y="463343"/>
                  <a:pt x="2057703" y="350892"/>
                </a:cubicBezTo>
                <a:cubicBezTo>
                  <a:pt x="2042909" y="335499"/>
                  <a:pt x="2027516" y="320505"/>
                  <a:pt x="2011523" y="306112"/>
                </a:cubicBezTo>
                <a:cubicBezTo>
                  <a:pt x="1996529" y="292518"/>
                  <a:pt x="1980937" y="279324"/>
                  <a:pt x="1964944" y="266729"/>
                </a:cubicBezTo>
                <a:cubicBezTo>
                  <a:pt x="1706905" y="83060"/>
                  <a:pt x="1398039" y="-7839"/>
                  <a:pt x="1091901" y="530"/>
                </a:cubicBezTo>
                <a:close/>
              </a:path>
            </a:pathLst>
          </a:custGeom>
          <a:solidFill>
            <a:schemeClr val="accent4"/>
          </a:solidFill>
          <a:ln w="9525" cap="flat">
            <a:noFill/>
            <a:prstDash val="solid"/>
            <a:miter/>
          </a:ln>
        </p:spPr>
        <p:txBody>
          <a:bodyPr wrap="square" rtlCol="0" anchor="ctr">
            <a:noAutofit/>
          </a:bodyPr>
          <a:lstStyle/>
          <a:p>
            <a:endParaRPr lang="en-GB"/>
          </a:p>
        </p:txBody>
      </p:sp>
    </p:spTree>
    <p:extLst>
      <p:ext uri="{BB962C8B-B14F-4D97-AF65-F5344CB8AC3E}">
        <p14:creationId xmlns:p14="http://schemas.microsoft.com/office/powerpoint/2010/main" val="3565295319"/>
      </p:ext>
    </p:extLst>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39CE0A5-E6CB-4251-9856-6B39FBEE4CFD}"/>
              </a:ext>
            </a:extLst>
          </p:cNvPr>
          <p:cNvSpPr>
            <a:spLocks noGrp="1"/>
          </p:cNvSpPr>
          <p:nvPr>
            <p:ph type="pic" sz="quarter" idx="13"/>
          </p:nvPr>
        </p:nvSpPr>
        <p:spPr>
          <a:xfrm>
            <a:off x="0" y="0"/>
            <a:ext cx="12192000" cy="6858000"/>
          </a:xfrm>
          <a:solidFill>
            <a:schemeClr val="bg1">
              <a:lumMod val="95000"/>
            </a:schemeClr>
          </a:solidFill>
        </p:spPr>
        <p:txBody>
          <a:bodyPr anchor="ctr" anchorCtr="1"/>
          <a:lstStyle/>
          <a:p>
            <a:r>
              <a:rPr lang="en-US"/>
              <a:t>Click icon to add picture</a:t>
            </a:r>
            <a:endParaRPr lang="en-GB"/>
          </a:p>
        </p:txBody>
      </p:sp>
      <p:sp>
        <p:nvSpPr>
          <p:cNvPr id="2" name="Title 1">
            <a:extLst>
              <a:ext uri="{FF2B5EF4-FFF2-40B4-BE49-F238E27FC236}">
                <a16:creationId xmlns:a16="http://schemas.microsoft.com/office/drawing/2014/main" id="{FCE012AE-834B-4385-B85B-5603419CD2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674113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12AE-834B-4385-B85B-5603419CD2BB}"/>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1881154C-1418-4C14-95E8-CA98F8FD017A}"/>
              </a:ext>
            </a:extLst>
          </p:cNvPr>
          <p:cNvSpPr>
            <a:spLocks noGrp="1"/>
          </p:cNvSpPr>
          <p:nvPr>
            <p:ph type="dt" sz="half" idx="10"/>
          </p:nvPr>
        </p:nvSpPr>
        <p:spPr>
          <a:xfrm>
            <a:off x="1487488" y="6596571"/>
            <a:ext cx="3173412" cy="168994"/>
          </a:xfrm>
          <a:prstGeom prst="rect">
            <a:avLst/>
          </a:prstGeom>
        </p:spPr>
        <p:txBody>
          <a:bodyPr/>
          <a:lstStyle/>
          <a:p>
            <a:fld id="{8ECC49CE-6F1F-4C54-9260-A3B5B16A4400}" type="datetime1">
              <a:rPr lang="en-GB" smtClean="0"/>
              <a:pPr/>
              <a:t>26/04/2026</a:t>
            </a:fld>
            <a:endParaRPr lang="en-GB"/>
          </a:p>
        </p:txBody>
      </p:sp>
      <p:sp>
        <p:nvSpPr>
          <p:cNvPr id="7" name="Footer Placeholder 6">
            <a:extLst>
              <a:ext uri="{FF2B5EF4-FFF2-40B4-BE49-F238E27FC236}">
                <a16:creationId xmlns:a16="http://schemas.microsoft.com/office/drawing/2014/main" id="{34EEA848-F3A1-4406-8486-091764079E22}"/>
              </a:ext>
            </a:extLst>
          </p:cNvPr>
          <p:cNvSpPr>
            <a:spLocks noGrp="1"/>
          </p:cNvSpPr>
          <p:nvPr>
            <p:ph type="ftr" sz="quarter" idx="11"/>
          </p:nvPr>
        </p:nvSpPr>
        <p:spPr>
          <a:xfrm>
            <a:off x="1487488" y="6336581"/>
            <a:ext cx="9937104" cy="168994"/>
          </a:xfrm>
          <a:prstGeom prst="rect">
            <a:avLst/>
          </a:prstGeom>
        </p:spPr>
        <p:txBody>
          <a:bodyPr/>
          <a:lstStyle/>
          <a:p>
            <a:endParaRPr lang="en-GB"/>
          </a:p>
        </p:txBody>
      </p:sp>
      <p:sp>
        <p:nvSpPr>
          <p:cNvPr id="8" name="Slide Number Placeholder 7">
            <a:extLst>
              <a:ext uri="{FF2B5EF4-FFF2-40B4-BE49-F238E27FC236}">
                <a16:creationId xmlns:a16="http://schemas.microsoft.com/office/drawing/2014/main" id="{D7A02B3C-0DA2-4758-B596-3A6534407154}"/>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Tree>
    <p:extLst>
      <p:ext uri="{BB962C8B-B14F-4D97-AF65-F5344CB8AC3E}">
        <p14:creationId xmlns:p14="http://schemas.microsoft.com/office/powerpoint/2010/main" val="21812808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Logo Only">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65E3FB12-212C-4EE7-80E9-35460525219A}"/>
              </a:ext>
            </a:extLst>
          </p:cNvPr>
          <p:cNvPicPr>
            <a:picLocks noChangeAspect="1"/>
          </p:cNvPicPr>
          <p:nvPr userDrawn="1"/>
        </p:nvPicPr>
        <p:blipFill rotWithShape="1">
          <a:blip r:embed="rId2"/>
          <a:srcRect l="7093" t="20833" r="7093" b="20972"/>
          <a:stretch/>
        </p:blipFill>
        <p:spPr>
          <a:xfrm>
            <a:off x="352425" y="6161531"/>
            <a:ext cx="901577" cy="344044"/>
          </a:xfrm>
          <a:prstGeom prst="rect">
            <a:avLst/>
          </a:prstGeom>
        </p:spPr>
      </p:pic>
      <p:sp>
        <p:nvSpPr>
          <p:cNvPr id="5" name="Slide Number Placeholder 4">
            <a:extLst>
              <a:ext uri="{FF2B5EF4-FFF2-40B4-BE49-F238E27FC236}">
                <a16:creationId xmlns:a16="http://schemas.microsoft.com/office/drawing/2014/main" id="{42C6C21E-D0D5-4B89-B0F0-DE00AEEFE515}"/>
              </a:ext>
            </a:extLst>
          </p:cNvPr>
          <p:cNvSpPr>
            <a:spLocks noGrp="1"/>
          </p:cNvSpPr>
          <p:nvPr>
            <p:ph type="sldNum" sz="quarter" idx="12"/>
          </p:nvPr>
        </p:nvSpPr>
        <p:spPr>
          <a:xfrm>
            <a:off x="11662750" y="6314888"/>
            <a:ext cx="143397" cy="168994"/>
          </a:xfrm>
          <a:prstGeom prst="rect">
            <a:avLst/>
          </a:prstGeom>
        </p:spPr>
        <p:txBody>
          <a:bodyPr/>
          <a:lstStyle/>
          <a:p>
            <a:fld id="{293B8A09-8DEB-4DB8-9D96-820A6596E217}" type="slidenum">
              <a:rPr lang="en-GB" smtClean="0"/>
              <a:pPr/>
              <a:t>‹#›</a:t>
            </a:fld>
            <a:endParaRPr lang="en-GB"/>
          </a:p>
        </p:txBody>
      </p:sp>
    </p:spTree>
    <p:extLst>
      <p:ext uri="{BB962C8B-B14F-4D97-AF65-F5344CB8AC3E}">
        <p14:creationId xmlns:p14="http://schemas.microsoft.com/office/powerpoint/2010/main" val="424456763"/>
      </p:ext>
    </p:extLst>
  </p:cSld>
  <p:clrMapOvr>
    <a:masterClrMapping/>
  </p:clrMapOvr>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87517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56731-7DCC-40E5-BE76-B9A87F7025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C1DCF6-F786-4A83-83A4-52B7687BB0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88FAAD-67FA-4DCD-9185-C8E054DD1053}"/>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5" name="Footer Placeholder 4">
            <a:extLst>
              <a:ext uri="{FF2B5EF4-FFF2-40B4-BE49-F238E27FC236}">
                <a16:creationId xmlns:a16="http://schemas.microsoft.com/office/drawing/2014/main" id="{61E6C3EB-A12A-4548-81D9-E483E4636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234FDA-D6B1-44F4-BE90-0A17F75C7086}"/>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77251479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C249-5C6A-4745-B6D8-47CDE60415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C10BCB-CAE5-4050-A7C1-96990115A5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042986-621D-4BAA-9D5A-E9DF42C05481}"/>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5" name="Footer Placeholder 4">
            <a:extLst>
              <a:ext uri="{FF2B5EF4-FFF2-40B4-BE49-F238E27FC236}">
                <a16:creationId xmlns:a16="http://schemas.microsoft.com/office/drawing/2014/main" id="{F417E06F-ADF4-48FD-AF9B-6426C4112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A441E1-7009-4685-9DF2-5DF425E78AD4}"/>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366110370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3D9E1-16B4-4655-AA1B-30976A4373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03F0F6-34E1-47F5-B6C2-8A0495C5E1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8B0B1-3ED6-48D2-85BC-1AEACD73C05D}"/>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5" name="Footer Placeholder 4">
            <a:extLst>
              <a:ext uri="{FF2B5EF4-FFF2-40B4-BE49-F238E27FC236}">
                <a16:creationId xmlns:a16="http://schemas.microsoft.com/office/drawing/2014/main" id="{86B945EB-0752-41AC-BEB8-E696AD4F5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BDF40-E9E9-429B-A042-3E1CFA8F4B79}"/>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297411191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8D2E-802B-4F36-AC27-FD5DBDAB5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B1F1D8-5C9B-476B-8724-9429DB0B5A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89CF23-B041-4912-9907-BF4CD62D24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D7D24B-14CD-4894-B6CC-D0702FFB3B11}"/>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6" name="Footer Placeholder 5">
            <a:extLst>
              <a:ext uri="{FF2B5EF4-FFF2-40B4-BE49-F238E27FC236}">
                <a16:creationId xmlns:a16="http://schemas.microsoft.com/office/drawing/2014/main" id="{D05BA420-302A-48D6-982C-D0B41D35E7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CF1183-5F42-40CD-BE2C-54FDAC5B8F54}"/>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165493674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2FADD-A394-4AFA-9548-15F6439B28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D3E100-DA4B-4FCE-AE15-F9A4B4B5D5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217C4C-C0AB-4E5D-8D4F-01639F39FB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13AAA5-ECFB-4671-B547-94448911A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AD7FDC-DB21-45CF-8EE9-A2E80B9BDC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48E1D5-3D4B-4F35-85F4-0C414F0BAF88}"/>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8" name="Footer Placeholder 7">
            <a:extLst>
              <a:ext uri="{FF2B5EF4-FFF2-40B4-BE49-F238E27FC236}">
                <a16:creationId xmlns:a16="http://schemas.microsoft.com/office/drawing/2014/main" id="{EC2751EA-C5CF-47C4-BB50-7FAF36EDAC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8DC3EA-65CC-49B2-B8BA-8B509F6CA2DC}"/>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26856101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1779-AD9A-4E13-9F1C-89320796FB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FECA5D-356F-417F-B86F-0E558E27F943}"/>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4" name="Footer Placeholder 3">
            <a:extLst>
              <a:ext uri="{FF2B5EF4-FFF2-40B4-BE49-F238E27FC236}">
                <a16:creationId xmlns:a16="http://schemas.microsoft.com/office/drawing/2014/main" id="{3F344340-A1A8-407E-9CC4-9F5902B451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28B46C-0CDD-405F-84FD-DE7825A6615B}"/>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80987129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DA4133-A68F-46BD-80D9-C536B8FDB92D}"/>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3" name="Footer Placeholder 2">
            <a:extLst>
              <a:ext uri="{FF2B5EF4-FFF2-40B4-BE49-F238E27FC236}">
                <a16:creationId xmlns:a16="http://schemas.microsoft.com/office/drawing/2014/main" id="{6079BA98-D4FA-4E8B-8340-CDA2E7D93D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823C10-3496-44CE-B102-B87FF6653B26}"/>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90009878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23EE-651D-4E97-AAA5-A007C2785B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DEE24-32F6-4D6F-BA1B-E4A26E7C38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9443D2-8E2F-4032-A140-05A3CFA24E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9E0DC4-BF80-4033-9A3B-A76F8F655EB9}"/>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6" name="Footer Placeholder 5">
            <a:extLst>
              <a:ext uri="{FF2B5EF4-FFF2-40B4-BE49-F238E27FC236}">
                <a16:creationId xmlns:a16="http://schemas.microsoft.com/office/drawing/2014/main" id="{5BFB9038-4AC6-4F64-A999-190E78E33E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467C5-09A0-4BB0-AA53-3E8E518D88A8}"/>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277404373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F78A-38B8-431F-B2A3-44FC8F9B64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072CDA-1B99-4A73-8BC0-8A4244AE5A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107BB4-94A8-41CD-9983-F07985C2F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4E6990-640D-4C6F-865C-D6A21BD5ECA8}"/>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6" name="Footer Placeholder 5">
            <a:extLst>
              <a:ext uri="{FF2B5EF4-FFF2-40B4-BE49-F238E27FC236}">
                <a16:creationId xmlns:a16="http://schemas.microsoft.com/office/drawing/2014/main" id="{70F3CED1-8ED3-40D1-8426-E63E5865BE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D0C5D8-B8A1-48B6-8764-C955A74B73C3}"/>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20000897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EDFBE-7891-46A3-803F-CAE6F1B99F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5B5520-3CD2-4BDD-AE12-60BBA3CEFA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3C4BA5-6BEE-490E-9B93-5272ABF6C24C}"/>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5" name="Footer Placeholder 4">
            <a:extLst>
              <a:ext uri="{FF2B5EF4-FFF2-40B4-BE49-F238E27FC236}">
                <a16:creationId xmlns:a16="http://schemas.microsoft.com/office/drawing/2014/main" id="{CD60E379-BDD0-46FF-BC2F-1A2C1C4348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3DDB7-CD03-4127-9FA3-B07FCC99C0CA}"/>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181755649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71F24C-E808-472F-AE1D-E3D4D5E617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02095F-31BE-4169-B5B6-4F09CC037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64B4E-42C2-4439-848B-DEA09C85E662}"/>
              </a:ext>
            </a:extLst>
          </p:cNvPr>
          <p:cNvSpPr>
            <a:spLocks noGrp="1"/>
          </p:cNvSpPr>
          <p:nvPr>
            <p:ph type="dt" sz="half" idx="10"/>
          </p:nvPr>
        </p:nvSpPr>
        <p:spPr/>
        <p:txBody>
          <a:bodyPr/>
          <a:lstStyle/>
          <a:p>
            <a:fld id="{167ED5FE-83CF-4449-9549-D1865E4A2B82}" type="datetimeFigureOut">
              <a:rPr lang="en-US" smtClean="0"/>
              <a:t>4/26/26</a:t>
            </a:fld>
            <a:endParaRPr lang="en-US"/>
          </a:p>
        </p:txBody>
      </p:sp>
      <p:sp>
        <p:nvSpPr>
          <p:cNvPr id="5" name="Footer Placeholder 4">
            <a:extLst>
              <a:ext uri="{FF2B5EF4-FFF2-40B4-BE49-F238E27FC236}">
                <a16:creationId xmlns:a16="http://schemas.microsoft.com/office/drawing/2014/main" id="{1F39874D-DBCB-4DA7-9DEA-AF373E968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6D62F-C2E8-4FE5-9F58-8FA953261D6F}"/>
              </a:ext>
            </a:extLst>
          </p:cNvPr>
          <p:cNvSpPr>
            <a:spLocks noGrp="1"/>
          </p:cNvSpPr>
          <p:nvPr>
            <p:ph type="sldNum" sz="quarter" idx="12"/>
          </p:nvPr>
        </p:nvSpPr>
        <p:spPr/>
        <p:txBody>
          <a:bodyPr/>
          <a:lstStyle/>
          <a:p>
            <a:fld id="{5FE1E83E-CC8D-4EC4-9A25-320F0C1CE6F1}" type="slidenum">
              <a:rPr lang="en-US" smtClean="0"/>
              <a:t>‹#›</a:t>
            </a:fld>
            <a:endParaRPr lang="en-US"/>
          </a:p>
        </p:txBody>
      </p:sp>
    </p:spTree>
    <p:extLst>
      <p:ext uri="{BB962C8B-B14F-4D97-AF65-F5344CB8AC3E}">
        <p14:creationId xmlns:p14="http://schemas.microsoft.com/office/powerpoint/2010/main" val="148995726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6" name="Rectangle 5"/>
          <p:cNvSpPr/>
          <p:nvPr userDrawn="1"/>
        </p:nvSpPr>
        <p:spPr>
          <a:xfrm>
            <a:off x="0" y="1714500"/>
            <a:ext cx="1219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
        <p:nvSpPr>
          <p:cNvPr id="5" name="Text Placeholder 4"/>
          <p:cNvSpPr>
            <a:spLocks noGrp="1"/>
          </p:cNvSpPr>
          <p:nvPr>
            <p:ph type="body" sz="quarter" idx="11" hasCustomPrompt="1"/>
          </p:nvPr>
        </p:nvSpPr>
        <p:spPr>
          <a:xfrm>
            <a:off x="381000" y="220980"/>
            <a:ext cx="5486400" cy="228600"/>
          </a:xfrm>
        </p:spPr>
        <p:txBody>
          <a:bodyPr tIns="0">
            <a:noAutofit/>
          </a:bodyPr>
          <a:lstStyle>
            <a:lvl1pPr>
              <a:defRPr sz="1333">
                <a:solidFill>
                  <a:schemeClr val="accent1"/>
                </a:solidFill>
                <a:latin typeface="IBM Plex Sans" charset="0"/>
                <a:ea typeface="IBM Plex Sans" charset="0"/>
                <a:cs typeface="IBM Plex Sans" charset="0"/>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Define Microservices</a:t>
            </a:r>
          </a:p>
        </p:txBody>
      </p:sp>
      <p:sp>
        <p:nvSpPr>
          <p:cNvPr id="24" name="Text Placeholder 23"/>
          <p:cNvSpPr>
            <a:spLocks noGrp="1"/>
          </p:cNvSpPr>
          <p:nvPr>
            <p:ph type="body" sz="quarter" idx="12" hasCustomPrompt="1"/>
          </p:nvPr>
        </p:nvSpPr>
        <p:spPr>
          <a:xfrm>
            <a:off x="379048" y="6118860"/>
            <a:ext cx="5486400" cy="381000"/>
          </a:xfr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124" name="Content Placeholder 2"/>
          <p:cNvSpPr>
            <a:spLocks noGrp="1"/>
          </p:cNvSpPr>
          <p:nvPr>
            <p:ph idx="1"/>
          </p:nvPr>
        </p:nvSpPr>
        <p:spPr>
          <a:xfrm>
            <a:off x="379048"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125" name="Content Placeholder 2"/>
          <p:cNvSpPr>
            <a:spLocks noGrp="1"/>
          </p:cNvSpPr>
          <p:nvPr>
            <p:ph idx="13"/>
          </p:nvPr>
        </p:nvSpPr>
        <p:spPr>
          <a:xfrm>
            <a:off x="6324600"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2_Title and Content">
    <p:bg>
      <p:bgPr>
        <a:solidFill>
          <a:schemeClr val="accent2"/>
        </a:solidFill>
        <a:effectLst/>
      </p:bgPr>
    </p:bg>
    <p:spTree>
      <p:nvGrpSpPr>
        <p:cNvPr id="1" name=""/>
        <p:cNvGrpSpPr/>
        <p:nvPr/>
      </p:nvGrpSpPr>
      <p:grpSpPr>
        <a:xfrm>
          <a:off x="0" y="0"/>
          <a:ext cx="0" cy="0"/>
          <a:chOff x="0" y="0"/>
          <a:chExt cx="0" cy="0"/>
        </a:xfrm>
      </p:grpSpPr>
      <p:sp>
        <p:nvSpPr>
          <p:cNvPr id="6" name="Rectangle 5"/>
          <p:cNvSpPr/>
          <p:nvPr userDrawn="1"/>
        </p:nvSpPr>
        <p:spPr>
          <a:xfrm>
            <a:off x="0" y="1714500"/>
            <a:ext cx="1219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lumMod val="40000"/>
                    <a:lumOff val="60000"/>
                  </a:schemeClr>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5" name="Text Placeholder 23"/>
          <p:cNvSpPr>
            <a:spLocks noGrp="1"/>
          </p:cNvSpPr>
          <p:nvPr>
            <p:ph type="body" sz="quarter" idx="12" hasCustomPrompt="1"/>
          </p:nvPr>
        </p:nvSpPr>
        <p:spPr>
          <a:xfrm>
            <a:off x="379048" y="6118860"/>
            <a:ext cx="5486400" cy="38100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6"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7"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22" name="Content Placeholder 2"/>
          <p:cNvSpPr>
            <a:spLocks noGrp="1"/>
          </p:cNvSpPr>
          <p:nvPr>
            <p:ph idx="1"/>
          </p:nvPr>
        </p:nvSpPr>
        <p:spPr>
          <a:xfrm>
            <a:off x="379048"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3" name="Content Placeholder 2"/>
          <p:cNvSpPr>
            <a:spLocks noGrp="1"/>
          </p:cNvSpPr>
          <p:nvPr>
            <p:ph idx="13"/>
          </p:nvPr>
        </p:nvSpPr>
        <p:spPr>
          <a:xfrm>
            <a:off x="6324600"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18"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10" name="Rectangle 9"/>
          <p:cNvSpPr/>
          <p:nvPr userDrawn="1"/>
        </p:nvSpPr>
        <p:spPr>
          <a:xfrm>
            <a:off x="0" y="1714500"/>
            <a:ext cx="1219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3" name="Content Placeholder 2"/>
          <p:cNvSpPr>
            <a:spLocks noGrp="1"/>
          </p:cNvSpPr>
          <p:nvPr>
            <p:ph idx="1"/>
          </p:nvPr>
        </p:nvSpPr>
        <p:spPr>
          <a:xfrm>
            <a:off x="381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0"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1"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9" name="Text Placeholder 23"/>
          <p:cNvSpPr>
            <a:spLocks noGrp="1"/>
          </p:cNvSpPr>
          <p:nvPr>
            <p:ph type="body" sz="quarter" idx="14" hasCustomPrompt="1"/>
          </p:nvPr>
        </p:nvSpPr>
        <p:spPr>
          <a:xfrm>
            <a:off x="381000" y="6118860"/>
            <a:ext cx="5486400" cy="38100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4" name="Group 13"/>
          <p:cNvGrpSpPr/>
          <p:nvPr userDrawn="1"/>
        </p:nvGrpSpPr>
        <p:grpSpPr>
          <a:xfrm>
            <a:off x="762000" y="6583046"/>
            <a:ext cx="2261125" cy="183809"/>
            <a:chOff x="914400" y="7899655"/>
            <a:chExt cx="2713350" cy="220571"/>
          </a:xfrm>
        </p:grpSpPr>
        <p:sp>
          <p:nvSpPr>
            <p:cNvPr id="15"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6"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7"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8"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22"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4_Title and Content">
    <p:bg>
      <p:bgPr>
        <a:solidFill>
          <a:schemeClr val="accent2"/>
        </a:solidFill>
        <a:effectLst/>
      </p:bgPr>
    </p:bg>
    <p:spTree>
      <p:nvGrpSpPr>
        <p:cNvPr id="1" name=""/>
        <p:cNvGrpSpPr/>
        <p:nvPr/>
      </p:nvGrpSpPr>
      <p:grpSpPr>
        <a:xfrm>
          <a:off x="0" y="0"/>
          <a:ext cx="0" cy="0"/>
          <a:chOff x="0" y="0"/>
          <a:chExt cx="0" cy="0"/>
        </a:xfrm>
      </p:grpSpPr>
      <p:sp>
        <p:nvSpPr>
          <p:cNvPr id="10" name="Rectangle 9"/>
          <p:cNvSpPr/>
          <p:nvPr userDrawn="1"/>
        </p:nvSpPr>
        <p:spPr>
          <a:xfrm>
            <a:off x="0" y="1714500"/>
            <a:ext cx="1219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lumMod val="40000"/>
                    <a:lumOff val="60000"/>
                  </a:schemeClr>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7" name="Text Placeholder 23"/>
          <p:cNvSpPr>
            <a:spLocks noGrp="1"/>
          </p:cNvSpPr>
          <p:nvPr>
            <p:ph type="body" sz="quarter" idx="14" hasCustomPrompt="1"/>
          </p:nvPr>
        </p:nvSpPr>
        <p:spPr>
          <a:xfrm>
            <a:off x="381000" y="6118860"/>
            <a:ext cx="5486400" cy="381000"/>
          </a:xfr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4" name="Group 13"/>
          <p:cNvGrpSpPr/>
          <p:nvPr userDrawn="1"/>
        </p:nvGrpSpPr>
        <p:grpSpPr>
          <a:xfrm>
            <a:off x="762000" y="6583046"/>
            <a:ext cx="2261125" cy="183809"/>
            <a:chOff x="914400" y="7899655"/>
            <a:chExt cx="2713350" cy="220571"/>
          </a:xfrm>
        </p:grpSpPr>
        <p:sp>
          <p:nvSpPr>
            <p:cNvPr id="15"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6"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8"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22"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23" name="Content Placeholder 2"/>
          <p:cNvSpPr>
            <a:spLocks noGrp="1"/>
          </p:cNvSpPr>
          <p:nvPr>
            <p:ph idx="1"/>
          </p:nvPr>
        </p:nvSpPr>
        <p:spPr>
          <a:xfrm>
            <a:off x="381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4"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5"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6"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19"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2-4_Title and Content">
    <p:bg>
      <p:bgPr>
        <a:solidFill>
          <a:schemeClr val="accent2"/>
        </a:solidFill>
        <a:effectLst/>
      </p:bgPr>
    </p:bg>
    <p:spTree>
      <p:nvGrpSpPr>
        <p:cNvPr id="1" name=""/>
        <p:cNvGrpSpPr/>
        <p:nvPr/>
      </p:nvGrpSpPr>
      <p:grpSpPr>
        <a:xfrm>
          <a:off x="0" y="0"/>
          <a:ext cx="0" cy="0"/>
          <a:chOff x="0" y="0"/>
          <a:chExt cx="0" cy="0"/>
        </a:xfrm>
      </p:grpSpPr>
      <p:sp>
        <p:nvSpPr>
          <p:cNvPr id="19" name="Rectangle 18"/>
          <p:cNvSpPr/>
          <p:nvPr userDrawn="1"/>
        </p:nvSpPr>
        <p:spPr>
          <a:xfrm flipV="1">
            <a:off x="0" y="0"/>
            <a:ext cx="12192000" cy="1714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10" name="Rectangle 9"/>
          <p:cNvSpPr/>
          <p:nvPr userDrawn="1"/>
        </p:nvSpPr>
        <p:spPr>
          <a:xfrm>
            <a:off x="0" y="1714500"/>
            <a:ext cx="1219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7" name="Text Placeholder 23"/>
          <p:cNvSpPr>
            <a:spLocks noGrp="1"/>
          </p:cNvSpPr>
          <p:nvPr>
            <p:ph type="body" sz="quarter" idx="14" hasCustomPrompt="1"/>
          </p:nvPr>
        </p:nvSpPr>
        <p:spPr>
          <a:xfrm>
            <a:off x="381000" y="6118860"/>
            <a:ext cx="5486400" cy="381000"/>
          </a:xfr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4" name="Group 13"/>
          <p:cNvGrpSpPr/>
          <p:nvPr userDrawn="1"/>
        </p:nvGrpSpPr>
        <p:grpSpPr>
          <a:xfrm>
            <a:off x="762000" y="6583046"/>
            <a:ext cx="2261125" cy="183809"/>
            <a:chOff x="914400" y="7899655"/>
            <a:chExt cx="2713350" cy="220571"/>
          </a:xfrm>
        </p:grpSpPr>
        <p:sp>
          <p:nvSpPr>
            <p:cNvPr id="15"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6"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8"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22"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23" name="Content Placeholder 2"/>
          <p:cNvSpPr>
            <a:spLocks noGrp="1"/>
          </p:cNvSpPr>
          <p:nvPr>
            <p:ph idx="1"/>
          </p:nvPr>
        </p:nvSpPr>
        <p:spPr>
          <a:xfrm>
            <a:off x="381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4"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5"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6"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21"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_2-4_Title and Content">
    <p:bg>
      <p:bgPr>
        <a:solidFill>
          <a:schemeClr val="accent2"/>
        </a:solidFill>
        <a:effectLst/>
      </p:bgPr>
    </p:bg>
    <p:spTree>
      <p:nvGrpSpPr>
        <p:cNvPr id="1" name=""/>
        <p:cNvGrpSpPr/>
        <p:nvPr/>
      </p:nvGrpSpPr>
      <p:grpSpPr>
        <a:xfrm>
          <a:off x="0" y="0"/>
          <a:ext cx="0" cy="0"/>
          <a:chOff x="0" y="0"/>
          <a:chExt cx="0" cy="0"/>
        </a:xfrm>
      </p:grpSpPr>
      <p:sp>
        <p:nvSpPr>
          <p:cNvPr id="19" name="Rectangle 18"/>
          <p:cNvSpPr/>
          <p:nvPr userDrawn="1"/>
        </p:nvSpPr>
        <p:spPr>
          <a:xfrm flipV="1">
            <a:off x="0" y="0"/>
            <a:ext cx="121920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10" name="Rectangle 9"/>
          <p:cNvSpPr/>
          <p:nvPr userDrawn="1"/>
        </p:nvSpPr>
        <p:spPr>
          <a:xfrm>
            <a:off x="0" y="1714500"/>
            <a:ext cx="1219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571500"/>
            <a:ext cx="11430000" cy="952500"/>
          </a:xfrm>
        </p:spPr>
        <p:txBody>
          <a:bodyPr>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vert="horz" lIns="0" tIns="0" rIns="0" bIns="0" rtlCol="0" anchor="t">
            <a:noAutofit/>
          </a:bodyPr>
          <a:lstStyle>
            <a:lvl1pPr>
              <a:defRPr lang="en-US" sz="1333" dirty="0">
                <a:solidFill>
                  <a:schemeClr val="accent1"/>
                </a:solidFill>
              </a:defRPr>
            </a:lvl1pPr>
          </a:lstStyle>
          <a:p>
            <a:pPr lvl="0"/>
            <a:r>
              <a:rPr lang="en-US" dirty="0"/>
              <a:t>Click to edit Master text styles</a:t>
            </a:r>
          </a:p>
        </p:txBody>
      </p:sp>
      <p:sp>
        <p:nvSpPr>
          <p:cNvPr id="17" name="Text Placeholder 23"/>
          <p:cNvSpPr>
            <a:spLocks noGrp="1"/>
          </p:cNvSpPr>
          <p:nvPr>
            <p:ph type="body" sz="quarter" idx="14" hasCustomPrompt="1"/>
          </p:nvPr>
        </p:nvSpPr>
        <p:spPr>
          <a:xfrm>
            <a:off x="381000" y="6118860"/>
            <a:ext cx="5486400" cy="381000"/>
          </a:xfr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4" name="Group 13"/>
          <p:cNvGrpSpPr/>
          <p:nvPr userDrawn="1"/>
        </p:nvGrpSpPr>
        <p:grpSpPr>
          <a:xfrm>
            <a:off x="762000" y="6583046"/>
            <a:ext cx="2261125" cy="183809"/>
            <a:chOff x="914400" y="7899655"/>
            <a:chExt cx="2713350" cy="220571"/>
          </a:xfrm>
        </p:grpSpPr>
        <p:sp>
          <p:nvSpPr>
            <p:cNvPr id="15"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6"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8"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22"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23" name="Content Placeholder 2"/>
          <p:cNvSpPr>
            <a:spLocks noGrp="1"/>
          </p:cNvSpPr>
          <p:nvPr>
            <p:ph idx="1"/>
          </p:nvPr>
        </p:nvSpPr>
        <p:spPr>
          <a:xfrm>
            <a:off x="381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4"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5"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6"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2-3_Title and Content">
    <p:spTree>
      <p:nvGrpSpPr>
        <p:cNvPr id="1" name=""/>
        <p:cNvGrpSpPr/>
        <p:nvPr/>
      </p:nvGrpSpPr>
      <p:grpSpPr>
        <a:xfrm>
          <a:off x="0" y="0"/>
          <a:ext cx="0" cy="0"/>
          <a:chOff x="0" y="0"/>
          <a:chExt cx="0" cy="0"/>
        </a:xfrm>
      </p:grpSpPr>
      <p:sp>
        <p:nvSpPr>
          <p:cNvPr id="22" name="Rectangle 21"/>
          <p:cNvSpPr/>
          <p:nvPr userDrawn="1"/>
        </p:nvSpPr>
        <p:spPr>
          <a:xfrm flipV="1">
            <a:off x="0" y="0"/>
            <a:ext cx="121920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10" name="Rectangle 9"/>
          <p:cNvSpPr/>
          <p:nvPr userDrawn="1"/>
        </p:nvSpPr>
        <p:spPr>
          <a:xfrm>
            <a:off x="0" y="1714500"/>
            <a:ext cx="1219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571500"/>
            <a:ext cx="11430000" cy="952500"/>
          </a:xfrm>
        </p:spPr>
        <p:txBody>
          <a:bodyPr>
            <a:noAutofit/>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381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9"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0"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1"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29" name="Text Placeholder 23"/>
          <p:cNvSpPr>
            <a:spLocks noGrp="1"/>
          </p:cNvSpPr>
          <p:nvPr>
            <p:ph type="body" sz="quarter" idx="14" hasCustomPrompt="1"/>
          </p:nvPr>
        </p:nvSpPr>
        <p:spPr>
          <a:xfrm>
            <a:off x="381000" y="6118860"/>
            <a:ext cx="5524500" cy="38100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4" name="Group 13"/>
          <p:cNvGrpSpPr/>
          <p:nvPr userDrawn="1"/>
        </p:nvGrpSpPr>
        <p:grpSpPr>
          <a:xfrm>
            <a:off x="762000" y="6583046"/>
            <a:ext cx="2261125" cy="183809"/>
            <a:chOff x="914400" y="7899655"/>
            <a:chExt cx="2713350" cy="220571"/>
          </a:xfrm>
        </p:grpSpPr>
        <p:sp>
          <p:nvSpPr>
            <p:cNvPr id="15"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6"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7"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8"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714500"/>
            <a:ext cx="2476500" cy="3048000"/>
          </a:xfrm>
        </p:spPr>
        <p:txBody>
          <a:bodyPr tIns="228600">
            <a:noAutofit/>
          </a:bodyPr>
          <a:lstStyle>
            <a:lvl1pPr>
              <a:defRPr>
                <a:latin typeface="IBM Plex Sans" charset="0"/>
                <a:ea typeface="IBM Plex Sans" charset="0"/>
                <a:cs typeface="IBM Plex Sans" charset="0"/>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39020" y="6515113"/>
            <a:ext cx="471765" cy="190501"/>
          </a:xfrm>
          <a:prstGeom prst="rect">
            <a:avLst/>
          </a:prstGeom>
        </p:spPr>
      </p:pic>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16"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66"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67"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68"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3" name="Text Placeholder 23"/>
          <p:cNvSpPr>
            <a:spLocks noGrp="1"/>
          </p:cNvSpPr>
          <p:nvPr>
            <p:ph type="body" sz="quarter" idx="14" hasCustomPrompt="1"/>
          </p:nvPr>
        </p:nvSpPr>
        <p:spPr>
          <a:xfrm>
            <a:off x="381000" y="6096000"/>
            <a:ext cx="2514601"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6"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17"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18"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3_2-8_Title and Content">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lumMod val="40000"/>
                    <a:lumOff val="60000"/>
                  </a:schemeClr>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3" name="Text Placeholder 23"/>
          <p:cNvSpPr>
            <a:spLocks noGrp="1"/>
          </p:cNvSpPr>
          <p:nvPr>
            <p:ph type="body" sz="quarter" idx="14" hasCustomPrompt="1"/>
          </p:nvPr>
        </p:nvSpPr>
        <p:spPr>
          <a:xfrm>
            <a:off x="381000" y="6096000"/>
            <a:ext cx="2514601"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Content Placeholder 2"/>
          <p:cNvSpPr>
            <a:spLocks noGrp="1"/>
          </p:cNvSpPr>
          <p:nvPr>
            <p:ph idx="10"/>
          </p:nvPr>
        </p:nvSpPr>
        <p:spPr>
          <a:xfrm>
            <a:off x="6223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14" name="Content Placeholder 2"/>
          <p:cNvSpPr>
            <a:spLocks noGrp="1"/>
          </p:cNvSpPr>
          <p:nvPr>
            <p:ph idx="12"/>
          </p:nvPr>
        </p:nvSpPr>
        <p:spPr>
          <a:xfrm>
            <a:off x="3302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16" name="Content Placeholder 2"/>
          <p:cNvSpPr>
            <a:spLocks noGrp="1"/>
          </p:cNvSpPr>
          <p:nvPr>
            <p:ph idx="13"/>
          </p:nvPr>
        </p:nvSpPr>
        <p:spPr>
          <a:xfrm>
            <a:off x="9144000" y="1714500"/>
            <a:ext cx="2667000" cy="4381500"/>
          </a:xfrm>
        </p:spPr>
        <p:txBody>
          <a:bodyPr lIns="0" tIns="228600" rIns="0">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
        <p:nvSpPr>
          <p:cNvPr id="19" name="Content Placeholder 2"/>
          <p:cNvSpPr>
            <a:spLocks noGrp="1"/>
          </p:cNvSpPr>
          <p:nvPr>
            <p:ph idx="10"/>
          </p:nvPr>
        </p:nvSpPr>
        <p:spPr>
          <a:xfrm>
            <a:off x="6223000" y="1714500"/>
            <a:ext cx="2667000" cy="4381500"/>
          </a:xfrm>
        </p:spPr>
        <p:txBody>
          <a:bodyPr lIns="0" tIns="22860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20" name="Content Placeholder 2"/>
          <p:cNvSpPr>
            <a:spLocks noGrp="1"/>
          </p:cNvSpPr>
          <p:nvPr>
            <p:ph idx="12"/>
          </p:nvPr>
        </p:nvSpPr>
        <p:spPr>
          <a:xfrm>
            <a:off x="3302000" y="1714500"/>
            <a:ext cx="2667000" cy="4381500"/>
          </a:xfrm>
        </p:spPr>
        <p:txBody>
          <a:bodyPr lIns="0" tIns="22860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21" name="Content Placeholder 2"/>
          <p:cNvSpPr>
            <a:spLocks noGrp="1"/>
          </p:cNvSpPr>
          <p:nvPr>
            <p:ph idx="13"/>
          </p:nvPr>
        </p:nvSpPr>
        <p:spPr>
          <a:xfrm>
            <a:off x="9144000" y="1714500"/>
            <a:ext cx="2667000" cy="4381500"/>
          </a:xfrm>
        </p:spPr>
        <p:txBody>
          <a:bodyPr lIns="0" tIns="22860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1"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
        <p:nvSpPr>
          <p:cNvPr id="12" name="Content Placeholder 2"/>
          <p:cNvSpPr>
            <a:spLocks noGrp="1"/>
          </p:cNvSpPr>
          <p:nvPr>
            <p:ph idx="10"/>
          </p:nvPr>
        </p:nvSpPr>
        <p:spPr>
          <a:xfrm>
            <a:off x="6223000" y="1714500"/>
            <a:ext cx="2667000" cy="4381500"/>
          </a:xfrm>
        </p:spPr>
        <p:txBody>
          <a:bodyPr lIns="0" tIns="22860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14" name="Content Placeholder 2"/>
          <p:cNvSpPr>
            <a:spLocks noGrp="1"/>
          </p:cNvSpPr>
          <p:nvPr>
            <p:ph idx="12"/>
          </p:nvPr>
        </p:nvSpPr>
        <p:spPr>
          <a:xfrm>
            <a:off x="3302000" y="1714500"/>
            <a:ext cx="2667000" cy="4381500"/>
          </a:xfrm>
        </p:spPr>
        <p:txBody>
          <a:bodyPr lIns="0" tIns="22860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16" name="Content Placeholder 2"/>
          <p:cNvSpPr>
            <a:spLocks noGrp="1"/>
          </p:cNvSpPr>
          <p:nvPr>
            <p:ph idx="13"/>
          </p:nvPr>
        </p:nvSpPr>
        <p:spPr>
          <a:xfrm>
            <a:off x="9144000" y="1714500"/>
            <a:ext cx="2667000" cy="4381500"/>
          </a:xfrm>
        </p:spPr>
        <p:txBody>
          <a:bodyPr lIns="0" tIns="228600" rIns="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2-7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_2-7_Title and Content">
    <p:spTree>
      <p:nvGrpSpPr>
        <p:cNvPr id="1" name=""/>
        <p:cNvGrpSpPr/>
        <p:nvPr/>
      </p:nvGrpSpPr>
      <p:grpSpPr>
        <a:xfrm>
          <a:off x="0" y="0"/>
          <a:ext cx="0" cy="0"/>
          <a:chOff x="0" y="0"/>
          <a:chExt cx="0" cy="0"/>
        </a:xfrm>
      </p:grpSpPr>
      <p:pic>
        <p:nvPicPr>
          <p:cNvPr id="9" name="Picture 28" descr="intro">
            <a:extLst>
              <a:ext uri="{FF2B5EF4-FFF2-40B4-BE49-F238E27FC236}">
                <a16:creationId xmlns:a16="http://schemas.microsoft.com/office/drawing/2014/main" id="{2F5479F8-80DE-45B3-A6AC-5939B071BA92}"/>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rcRect t="3211"/>
          <a:stretch/>
        </p:blipFill>
        <p:spPr bwMode="auto">
          <a:xfrm>
            <a:off x="-10583" y="0"/>
            <a:ext cx="3058583"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78221579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2-7_Title and Content">
    <p:spTree>
      <p:nvGrpSpPr>
        <p:cNvPr id="1" name=""/>
        <p:cNvGrpSpPr/>
        <p:nvPr/>
      </p:nvGrpSpPr>
      <p:grpSpPr>
        <a:xfrm>
          <a:off x="0" y="0"/>
          <a:ext cx="0" cy="0"/>
          <a:chOff x="0" y="0"/>
          <a:chExt cx="0" cy="0"/>
        </a:xfrm>
      </p:grpSpPr>
      <p:pic>
        <p:nvPicPr>
          <p:cNvPr id="10" name="Picture 4">
            <a:extLst>
              <a:ext uri="{FF2B5EF4-FFF2-40B4-BE49-F238E27FC236}">
                <a16:creationId xmlns:a16="http://schemas.microsoft.com/office/drawing/2014/main" id="{9F02AE4F-ACDF-49FB-A346-3F468E450C8E}"/>
              </a:ext>
            </a:extLst>
          </p:cNvPr>
          <p:cNvPicPr>
            <a:picLocks noChangeAspect="1" noChangeArrowheads="1"/>
          </p:cNvPicPr>
          <p:nvPr userDrawn="1"/>
        </p:nvPicPr>
        <p:blipFill rotWithShape="1">
          <a:blip r:embed="rId2"/>
          <a:srcRect l="4861" r="27778"/>
          <a:stretch/>
        </p:blipFill>
        <p:spPr bwMode="auto">
          <a:xfrm>
            <a:off x="-14817" y="0"/>
            <a:ext cx="30797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lumMod val="20000"/>
                    <a:lumOff val="80000"/>
                  </a:schemeClr>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310401768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4_2-7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8D001AD-E778-43D4-9696-D084D7BE194A}"/>
              </a:ext>
            </a:extLst>
          </p:cNvPr>
          <p:cNvPicPr>
            <a:picLocks noChangeAspect="1"/>
          </p:cNvPicPr>
          <p:nvPr userDrawn="1"/>
        </p:nvPicPr>
        <p:blipFill rotWithShape="1">
          <a:blip r:embed="rId2"/>
          <a:srcRect l="40305"/>
          <a:stretch/>
        </p:blipFill>
        <p:spPr>
          <a:xfrm>
            <a:off x="0" y="0"/>
            <a:ext cx="3064933" cy="6858000"/>
          </a:xfrm>
          <a:prstGeom prst="rect">
            <a:avLst/>
          </a:prstGeom>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343668156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5_2-7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D2DCE1B-BE9E-48D5-9A2D-5CCC61F8334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Lst>
          </a:blip>
          <a:srcRect l="25467" r="24991"/>
          <a:stretch/>
        </p:blipFill>
        <p:spPr>
          <a:xfrm>
            <a:off x="-14817" y="14817"/>
            <a:ext cx="3079750" cy="6858000"/>
          </a:xfrm>
          <a:prstGeom prst="rect">
            <a:avLst/>
          </a:prstGeom>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291007164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6_2-7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3DE7129-A45D-4310-A888-BC6AAA506CFF}"/>
              </a:ext>
            </a:extLst>
          </p:cNvPr>
          <p:cNvPicPr>
            <a:picLocks noChangeAspect="1"/>
          </p:cNvPicPr>
          <p:nvPr userDrawn="1"/>
        </p:nvPicPr>
        <p:blipFill rotWithShape="1">
          <a:blip r:embed="rId2"/>
          <a:srcRect r="33333"/>
          <a:stretch/>
        </p:blipFill>
        <p:spPr>
          <a:xfrm>
            <a:off x="0" y="2969"/>
            <a:ext cx="3048000" cy="6858000"/>
          </a:xfrm>
          <a:prstGeom prst="rect">
            <a:avLst/>
          </a:prstGeom>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20528198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7_2-7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773ED0-8306-4D2B-8768-F00D621039E2}"/>
              </a:ext>
            </a:extLst>
          </p:cNvPr>
          <p:cNvPicPr>
            <a:picLocks noChangeAspect="1"/>
          </p:cNvPicPr>
          <p:nvPr userDrawn="1"/>
        </p:nvPicPr>
        <p:blipFill rotWithShape="1">
          <a:blip r:embed="rId2"/>
          <a:srcRect l="24098" r="46079"/>
          <a:stretch/>
        </p:blipFill>
        <p:spPr>
          <a:xfrm>
            <a:off x="0" y="0"/>
            <a:ext cx="3064933" cy="6858000"/>
          </a:xfrm>
          <a:prstGeom prst="rect">
            <a:avLst/>
          </a:prstGeom>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405127094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8_2-7_Title and Conten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67C15EF-2633-4BF6-B329-28CD36862E1A}"/>
              </a:ext>
            </a:extLst>
          </p:cNvPr>
          <p:cNvGrpSpPr/>
          <p:nvPr userDrawn="1"/>
        </p:nvGrpSpPr>
        <p:grpSpPr>
          <a:xfrm>
            <a:off x="0" y="-10583"/>
            <a:ext cx="3058583" cy="6868583"/>
            <a:chOff x="0" y="-12700"/>
            <a:chExt cx="3670300" cy="8242300"/>
          </a:xfrm>
        </p:grpSpPr>
        <p:sp>
          <p:nvSpPr>
            <p:cNvPr id="11" name="Rectangle 10">
              <a:extLst>
                <a:ext uri="{FF2B5EF4-FFF2-40B4-BE49-F238E27FC236}">
                  <a16:creationId xmlns:a16="http://schemas.microsoft.com/office/drawing/2014/main" id="{12EA07CE-F20F-4263-B10A-0E73B1B00DF2}"/>
                </a:ext>
              </a:extLst>
            </p:cNvPr>
            <p:cNvSpPr/>
            <p:nvPr/>
          </p:nvSpPr>
          <p:spPr>
            <a:xfrm>
              <a:off x="0" y="-12700"/>
              <a:ext cx="3670300" cy="1627632"/>
            </a:xfrm>
            <a:prstGeom prst="rect">
              <a:avLst/>
            </a:prstGeom>
            <a:solidFill>
              <a:srgbClr val="0F111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667" dirty="0">
                <a:latin typeface="IBM Plex Sans" panose="020B0503050000000000" pitchFamily="34" charset="0"/>
              </a:endParaRPr>
            </a:p>
          </p:txBody>
        </p:sp>
        <p:pic>
          <p:nvPicPr>
            <p:cNvPr id="14" name="Picture 13">
              <a:extLst>
                <a:ext uri="{FF2B5EF4-FFF2-40B4-BE49-F238E27FC236}">
                  <a16:creationId xmlns:a16="http://schemas.microsoft.com/office/drawing/2014/main" id="{85B1F6E2-3850-45DB-A739-319BE1C94E57}"/>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Lst>
            </a:blip>
            <a:srcRect l="19267" r="25842"/>
            <a:stretch/>
          </p:blipFill>
          <p:spPr>
            <a:xfrm>
              <a:off x="0" y="685800"/>
              <a:ext cx="3670300" cy="7543800"/>
            </a:xfrm>
            <a:prstGeom prst="rect">
              <a:avLst/>
            </a:prstGeom>
          </p:spPr>
        </p:pic>
      </p:grpSp>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bg2"/>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206259306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9_2-7_Title and Conten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953148C9-0BF1-45E4-AF88-C39B9DEAA1D6}"/>
              </a:ext>
            </a:extLst>
          </p:cNvPr>
          <p:cNvGrpSpPr/>
          <p:nvPr userDrawn="1"/>
        </p:nvGrpSpPr>
        <p:grpSpPr>
          <a:xfrm>
            <a:off x="0" y="0"/>
            <a:ext cx="3058583" cy="6879167"/>
            <a:chOff x="0" y="0"/>
            <a:chExt cx="3670300" cy="8255000"/>
          </a:xfrm>
        </p:grpSpPr>
        <p:pic>
          <p:nvPicPr>
            <p:cNvPr id="16" name="Picture 15">
              <a:extLst>
                <a:ext uri="{FF2B5EF4-FFF2-40B4-BE49-F238E27FC236}">
                  <a16:creationId xmlns:a16="http://schemas.microsoft.com/office/drawing/2014/main" id="{5E1D5A39-48CD-4FF0-88EE-389B805C0359}"/>
                </a:ext>
              </a:extLst>
            </p:cNvPr>
            <p:cNvPicPr>
              <a:picLocks noChangeAspect="1"/>
            </p:cNvPicPr>
            <p:nvPr/>
          </p:nvPicPr>
          <p:blipFill rotWithShape="1">
            <a:blip r:embed="rId2"/>
            <a:srcRect l="29685" r="29836"/>
            <a:stretch/>
          </p:blipFill>
          <p:spPr>
            <a:xfrm>
              <a:off x="0" y="2219960"/>
              <a:ext cx="3670300" cy="6035040"/>
            </a:xfrm>
            <a:prstGeom prst="rect">
              <a:avLst/>
            </a:prstGeom>
          </p:spPr>
        </p:pic>
        <p:sp>
          <p:nvSpPr>
            <p:cNvPr id="17" name="Rectangle 16">
              <a:extLst>
                <a:ext uri="{FF2B5EF4-FFF2-40B4-BE49-F238E27FC236}">
                  <a16:creationId xmlns:a16="http://schemas.microsoft.com/office/drawing/2014/main" id="{503E00E7-FA40-4CF7-BFBE-E853659D4C68}"/>
                </a:ext>
              </a:extLst>
            </p:cNvPr>
            <p:cNvSpPr/>
            <p:nvPr/>
          </p:nvSpPr>
          <p:spPr>
            <a:xfrm>
              <a:off x="0" y="0"/>
              <a:ext cx="3670300" cy="2651760"/>
            </a:xfrm>
            <a:prstGeom prst="rect">
              <a:avLst/>
            </a:prstGeom>
            <a:solidFill>
              <a:srgbClr val="6FB9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667" dirty="0">
                <a:latin typeface="IBM Plex Sans" panose="020B0503050000000000" pitchFamily="34" charset="0"/>
              </a:endParaRPr>
            </a:p>
          </p:txBody>
        </p:sp>
      </p:grpSp>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240418899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0_2-7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7B238DF-2EBA-46E8-A55B-34A79E184722}"/>
              </a:ext>
            </a:extLst>
          </p:cNvPr>
          <p:cNvPicPr>
            <a:picLocks noChangeAspect="1"/>
          </p:cNvPicPr>
          <p:nvPr userDrawn="1"/>
        </p:nvPicPr>
        <p:blipFill rotWithShape="1">
          <a:blip r:embed="rId2"/>
          <a:srcRect l="62766" r="7747"/>
          <a:stretch/>
        </p:blipFill>
        <p:spPr>
          <a:xfrm>
            <a:off x="0" y="0"/>
            <a:ext cx="3033306" cy="6858000"/>
          </a:xfrm>
          <a:prstGeom prst="rect">
            <a:avLst/>
          </a:prstGeom>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84204188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1_2-7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9F941F0-6121-4C66-92E9-4A770A280E3B}"/>
              </a:ext>
            </a:extLst>
          </p:cNvPr>
          <p:cNvPicPr>
            <a:picLocks noChangeAspect="1"/>
          </p:cNvPicPr>
          <p:nvPr userDrawn="1"/>
        </p:nvPicPr>
        <p:blipFill rotWithShape="1">
          <a:blip r:embed="rId2"/>
          <a:srcRect r="45376"/>
          <a:stretch/>
        </p:blipFill>
        <p:spPr>
          <a:xfrm>
            <a:off x="0" y="0"/>
            <a:ext cx="3033306" cy="6858000"/>
          </a:xfrm>
          <a:prstGeom prst="rect">
            <a:avLst/>
          </a:prstGeom>
        </p:spPr>
      </p:pic>
      <p:sp>
        <p:nvSpPr>
          <p:cNvPr id="4" name="Rectangle 3"/>
          <p:cNvSpPr/>
          <p:nvPr userDrawn="1"/>
        </p:nvSpPr>
        <p:spPr>
          <a:xfrm>
            <a:off x="304800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lvl1pPr>
              <a:defRPr>
                <a:solidFill>
                  <a:schemeClr val="bg2"/>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2"/>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0"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2"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extLst>
      <p:ext uri="{BB962C8B-B14F-4D97-AF65-F5344CB8AC3E}">
        <p14:creationId xmlns:p14="http://schemas.microsoft.com/office/powerpoint/2010/main" val="204394047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2-8_Title and Content">
    <p:spTree>
      <p:nvGrpSpPr>
        <p:cNvPr id="1" name=""/>
        <p:cNvGrpSpPr/>
        <p:nvPr/>
      </p:nvGrpSpPr>
      <p:grpSpPr>
        <a:xfrm>
          <a:off x="0" y="0"/>
          <a:ext cx="0" cy="0"/>
          <a:chOff x="0" y="0"/>
          <a:chExt cx="0" cy="0"/>
        </a:xfrm>
      </p:grpSpPr>
      <p:sp>
        <p:nvSpPr>
          <p:cNvPr id="4" name="Rectangle 3"/>
          <p:cNvSpPr/>
          <p:nvPr userDrawn="1"/>
        </p:nvSpPr>
        <p:spPr>
          <a:xfrm>
            <a:off x="304800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1714500"/>
            <a:ext cx="2476500" cy="3048000"/>
          </a:xfrm>
        </p:spPr>
        <p:txBody>
          <a:bodyPr tIns="228600">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2476500" cy="6858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20" y="6515113"/>
            <a:ext cx="471765" cy="190500"/>
          </a:xfrm>
          <a:prstGeom prst="rect">
            <a:avLst/>
          </a:prstGeom>
        </p:spPr>
      </p:pic>
      <p:sp>
        <p:nvSpPr>
          <p:cNvPr id="13" name="Text Placeholder 23"/>
          <p:cNvSpPr>
            <a:spLocks noGrp="1"/>
          </p:cNvSpPr>
          <p:nvPr>
            <p:ph type="body" sz="quarter" idx="14" hasCustomPrompt="1"/>
          </p:nvPr>
        </p:nvSpPr>
        <p:spPr>
          <a:xfrm>
            <a:off x="381000" y="6096000"/>
            <a:ext cx="2514601" cy="40386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6" name="Rectangle 5"/>
          <p:cNvSpPr/>
          <p:nvPr userDrawn="1"/>
        </p:nvSpPr>
        <p:spPr>
          <a:xfrm flipH="1">
            <a:off x="0" y="1058"/>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571500"/>
            <a:ext cx="5486400" cy="952500"/>
          </a:xfrm>
        </p:spPr>
        <p:txBody>
          <a:bodyPr>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79048" y="6118860"/>
            <a:ext cx="5486400" cy="381000"/>
          </a:xfr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125" name="Content Placeholder 2"/>
          <p:cNvSpPr>
            <a:spLocks noGrp="1"/>
          </p:cNvSpPr>
          <p:nvPr>
            <p:ph idx="1"/>
          </p:nvPr>
        </p:nvSpPr>
        <p:spPr>
          <a:xfrm>
            <a:off x="379048"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126" name="Content Placeholder 2"/>
          <p:cNvSpPr>
            <a:spLocks noGrp="1"/>
          </p:cNvSpPr>
          <p:nvPr>
            <p:ph idx="13"/>
          </p:nvPr>
        </p:nvSpPr>
        <p:spPr>
          <a:xfrm>
            <a:off x="6324600"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10_Title and Content">
    <p:spTree>
      <p:nvGrpSpPr>
        <p:cNvPr id="1" name=""/>
        <p:cNvGrpSpPr/>
        <p:nvPr/>
      </p:nvGrpSpPr>
      <p:grpSpPr>
        <a:xfrm>
          <a:off x="0" y="0"/>
          <a:ext cx="0" cy="0"/>
          <a:chOff x="0" y="0"/>
          <a:chExt cx="0" cy="0"/>
        </a:xfrm>
      </p:grpSpPr>
      <p:sp>
        <p:nvSpPr>
          <p:cNvPr id="4" name="Rectangle 3"/>
          <p:cNvSpPr/>
          <p:nvPr userDrawn="1"/>
        </p:nvSpPr>
        <p:spPr>
          <a:xfrm flipH="1">
            <a:off x="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solidFill>
                <a:schemeClr val="tx1"/>
              </a:solidFill>
              <a:latin typeface="Arial Regular" charset="0"/>
            </a:endParaRPr>
          </a:p>
        </p:txBody>
      </p:sp>
      <p:sp>
        <p:nvSpPr>
          <p:cNvPr id="2" name="Title 1"/>
          <p:cNvSpPr>
            <a:spLocks noGrp="1"/>
          </p:cNvSpPr>
          <p:nvPr>
            <p:ph type="title"/>
          </p:nvPr>
        </p:nvSpPr>
        <p:spPr/>
        <p:txBody>
          <a:bodyPr>
            <a:noAutofit/>
          </a:bodyPr>
          <a:lstStyle>
            <a:lvl1pPr>
              <a:defRPr>
                <a:solidFill>
                  <a:schemeClr val="tx1"/>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79048" y="6118860"/>
            <a:ext cx="5486400" cy="381000"/>
          </a:xfrm>
        </p:spPr>
        <p:txBody>
          <a:bodyPr tIns="0" anchor="b"/>
          <a:lstStyle>
            <a:lvl1pPr>
              <a:defRPr sz="667" b="0">
                <a:solidFill>
                  <a:schemeClr val="tx1">
                    <a:alpha val="6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a:t>
              </a:r>
              <a:r>
                <a:rPr lang="en-US" sz="333" b="0" i="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2020 IBM Corporation</a:t>
              </a:r>
              <a:r>
                <a:rPr lang="en-US" sz="666" b="0" i="0" baseline="0" dirty="0">
                  <a:solidFill>
                    <a:schemeClr val="tx1">
                      <a:alpha val="60000"/>
                    </a:schemeClr>
                  </a:solidFill>
                  <a:latin typeface="IBM Plex Sans" charset="0"/>
                  <a:ea typeface="IBM Plex Sans" charset="0"/>
                  <a:cs typeface="IBM Plex Sans" charset="0"/>
                </a:rPr>
                <a:t>              </a:t>
              </a:r>
              <a:r>
                <a:rPr lang="en-US" sz="666" b="0" i="0" dirty="0">
                  <a:solidFill>
                    <a:schemeClr val="tx1">
                      <a:alpha val="60000"/>
                    </a:schemeClr>
                  </a:solidFill>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tx1">
                      <a:alpha val="60000"/>
                    </a:schemeClr>
                  </a:solidFill>
                  <a:latin typeface="IBM Plex Sans" charset="0"/>
                  <a:ea typeface="IBM Plex Sans" charset="0"/>
                  <a:cs typeface="IBM Plex Sans" charset="0"/>
                </a:rPr>
                <a:t> </a:t>
              </a:r>
              <a:fld id="{7C9968D1-C8E5-4FE3-AED4-7D4518C301B3}" type="datetime3">
                <a:rPr lang="en-US" sz="666" b="0" i="0" smtClean="0">
                  <a:solidFill>
                    <a:schemeClr val="tx1">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tx1">
                    <a:alpha val="60000"/>
                  </a:schemeClr>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tx1">
                    <a:alpha val="60000"/>
                  </a:schemeClr>
                </a:solidFill>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tx1"/>
                </a:solidFill>
                <a:latin typeface="IBM Plex Sans" charset="0"/>
                <a:ea typeface="IBM Plex Sans" charset="0"/>
                <a:cs typeface="IBM Plex Sans" charset="0"/>
              </a:rPr>
              <a:pPr algn="l"/>
              <a:t>‹#›</a:t>
            </a:fld>
            <a:endParaRPr lang="en-US" sz="667" b="0" i="0" dirty="0">
              <a:solidFill>
                <a:schemeClr val="tx1"/>
              </a:solidFill>
              <a:latin typeface="IBM Plex Sans" charset="0"/>
              <a:ea typeface="IBM Plex Sans" charset="0"/>
              <a:cs typeface="IBM Plex Sans" charset="0"/>
            </a:endParaRPr>
          </a:p>
        </p:txBody>
      </p:sp>
      <p:sp>
        <p:nvSpPr>
          <p:cNvPr id="72" name="Content Placeholder 2"/>
          <p:cNvSpPr>
            <a:spLocks noGrp="1"/>
          </p:cNvSpPr>
          <p:nvPr>
            <p:ph idx="1"/>
          </p:nvPr>
        </p:nvSpPr>
        <p:spPr>
          <a:xfrm>
            <a:off x="379048" y="1714500"/>
            <a:ext cx="5486400" cy="43815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73" name="Content Placeholder 2"/>
          <p:cNvSpPr>
            <a:spLocks noGrp="1"/>
          </p:cNvSpPr>
          <p:nvPr>
            <p:ph idx="13"/>
          </p:nvPr>
        </p:nvSpPr>
        <p:spPr>
          <a:xfrm>
            <a:off x="6324600"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2-10_Title and Content">
    <p:bg>
      <p:bgPr>
        <a:solidFill>
          <a:schemeClr val="accent2"/>
        </a:solidFill>
        <a:effectLst/>
      </p:bgPr>
    </p:bg>
    <p:spTree>
      <p:nvGrpSpPr>
        <p:cNvPr id="1" name=""/>
        <p:cNvGrpSpPr/>
        <p:nvPr/>
      </p:nvGrpSpPr>
      <p:grpSpPr>
        <a:xfrm>
          <a:off x="0" y="0"/>
          <a:ext cx="0" cy="0"/>
          <a:chOff x="0" y="0"/>
          <a:chExt cx="0" cy="0"/>
        </a:xfrm>
      </p:grpSpPr>
      <p:sp>
        <p:nvSpPr>
          <p:cNvPr id="4" name="Rectangle 3"/>
          <p:cNvSpPr/>
          <p:nvPr userDrawn="1"/>
        </p:nvSpPr>
        <p:spPr>
          <a:xfrm flipH="1">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solidFill>
                <a:schemeClr val="bg2"/>
              </a:solidFill>
              <a:latin typeface="Arial Regular" charset="0"/>
            </a:endParaRPr>
          </a:p>
        </p:txBody>
      </p:sp>
      <p:sp>
        <p:nvSpPr>
          <p:cNvPr id="2" name="Title 1"/>
          <p:cNvSpPr>
            <a:spLocks noGrp="1"/>
          </p:cNvSpPr>
          <p:nvPr>
            <p:ph type="title"/>
          </p:nvPr>
        </p:nvSpPr>
        <p:spPr/>
        <p:txBody>
          <a:bodyPr>
            <a:noAutofit/>
          </a:bodyPr>
          <a:lstStyle>
            <a:lvl1pPr>
              <a:defRPr>
                <a:solidFill>
                  <a:schemeClr val="bg2"/>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79048" y="6118860"/>
            <a:ext cx="5486400" cy="381000"/>
          </a:xfrm>
        </p:spPr>
        <p:txBody>
          <a:bodyPr tIns="0" anchor="b"/>
          <a:lstStyle>
            <a:lvl1pPr>
              <a:defRPr sz="667" b="0">
                <a:solidFill>
                  <a:schemeClr val="bg2"/>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bg2"/>
                  </a:solidFill>
                  <a:latin typeface="IBM Plex Sans" charset="0"/>
                  <a:ea typeface="IBM Plex Sans" charset="0"/>
                  <a:cs typeface="IBM Plex Sans" charset="0"/>
                </a:rPr>
                <a:t>©</a:t>
              </a:r>
              <a:r>
                <a:rPr lang="en-US" sz="333" b="0" i="0" dirty="0">
                  <a:solidFill>
                    <a:schemeClr val="bg2"/>
                  </a:solidFill>
                  <a:latin typeface="IBM Plex Sans" charset="0"/>
                  <a:ea typeface="IBM Plex Sans" charset="0"/>
                  <a:cs typeface="IBM Plex Sans" charset="0"/>
                </a:rPr>
                <a:t> </a:t>
              </a:r>
              <a:r>
                <a:rPr lang="en-US" sz="666" b="0" i="0" dirty="0">
                  <a:solidFill>
                    <a:schemeClr val="bg2"/>
                  </a:solidFill>
                  <a:latin typeface="IBM Plex Sans" charset="0"/>
                  <a:ea typeface="IBM Plex Sans" charset="0"/>
                  <a:cs typeface="IBM Plex Sans" charset="0"/>
                </a:rPr>
                <a:t>2020 IBM Corporation</a:t>
              </a:r>
              <a:r>
                <a:rPr lang="en-US" sz="666" b="0" i="0" baseline="0" dirty="0">
                  <a:solidFill>
                    <a:schemeClr val="bg2"/>
                  </a:solidFill>
                  <a:latin typeface="IBM Plex Sans" charset="0"/>
                  <a:ea typeface="IBM Plex Sans" charset="0"/>
                  <a:cs typeface="IBM Plex Sans" charset="0"/>
                </a:rPr>
                <a:t>              </a:t>
              </a:r>
              <a:r>
                <a:rPr lang="en-US" sz="666" b="0" i="0" dirty="0">
                  <a:solidFill>
                    <a:schemeClr val="bg2"/>
                  </a:solidFill>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solidFill>
                  <a:latin typeface="IBM Plex Sans" charset="0"/>
                  <a:ea typeface="IBM Plex Sans" charset="0"/>
                  <a:cs typeface="IBM Plex Sans" charset="0"/>
                </a:rPr>
                <a:t> </a:t>
              </a:r>
              <a:fld id="{7C9968D1-C8E5-4FE3-AED4-7D4518C301B3}" type="datetime3">
                <a:rPr lang="en-US" sz="666" b="0" i="0" smtClean="0">
                  <a:solidFill>
                    <a:schemeClr val="bg2"/>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bg2"/>
                </a:solidFill>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72" name="Content Placeholder 2"/>
          <p:cNvSpPr>
            <a:spLocks noGrp="1"/>
          </p:cNvSpPr>
          <p:nvPr>
            <p:ph idx="1"/>
          </p:nvPr>
        </p:nvSpPr>
        <p:spPr>
          <a:xfrm>
            <a:off x="379048"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73" name="Content Placeholder 2"/>
          <p:cNvSpPr>
            <a:spLocks noGrp="1"/>
          </p:cNvSpPr>
          <p:nvPr>
            <p:ph idx="13"/>
          </p:nvPr>
        </p:nvSpPr>
        <p:spPr>
          <a:xfrm>
            <a:off x="6324600"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2_2-10_Title and Content">
    <p:bg>
      <p:bgPr>
        <a:solidFill>
          <a:schemeClr val="bg2"/>
        </a:solidFill>
        <a:effectLst/>
      </p:bgPr>
    </p:bg>
    <p:spTree>
      <p:nvGrpSpPr>
        <p:cNvPr id="1" name=""/>
        <p:cNvGrpSpPr/>
        <p:nvPr/>
      </p:nvGrpSpPr>
      <p:grpSpPr>
        <a:xfrm>
          <a:off x="0" y="0"/>
          <a:ext cx="0" cy="0"/>
          <a:chOff x="0" y="0"/>
          <a:chExt cx="0" cy="0"/>
        </a:xfrm>
      </p:grpSpPr>
      <p:sp>
        <p:nvSpPr>
          <p:cNvPr id="4" name="Rectangle 3"/>
          <p:cNvSpPr/>
          <p:nvPr userDrawn="1"/>
        </p:nvSpPr>
        <p:spPr>
          <a:xfrm flipH="1">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solidFill>
                <a:schemeClr val="bg2"/>
              </a:solidFill>
              <a:latin typeface="Arial Regular" charset="0"/>
            </a:endParaRPr>
          </a:p>
        </p:txBody>
      </p:sp>
      <p:sp>
        <p:nvSpPr>
          <p:cNvPr id="2" name="Title 1"/>
          <p:cNvSpPr>
            <a:spLocks noGrp="1"/>
          </p:cNvSpPr>
          <p:nvPr>
            <p:ph type="title"/>
          </p:nvPr>
        </p:nvSpPr>
        <p:spPr/>
        <p:txBody>
          <a:bodyPr>
            <a:noAutofit/>
          </a:bodyPr>
          <a:lstStyle>
            <a:lvl1pPr>
              <a:defRPr>
                <a:solidFill>
                  <a:schemeClr val="bg2"/>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79048" y="6118860"/>
            <a:ext cx="5486400" cy="381000"/>
          </a:xfrm>
        </p:spPr>
        <p:txBody>
          <a:bodyPr tIns="0" anchor="b"/>
          <a:lstStyle>
            <a:lvl1pPr>
              <a:defRPr sz="667" b="0">
                <a:solidFill>
                  <a:schemeClr val="bg2"/>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bg2"/>
                  </a:solidFill>
                  <a:latin typeface="IBM Plex Sans" charset="0"/>
                  <a:ea typeface="IBM Plex Sans" charset="0"/>
                  <a:cs typeface="IBM Plex Sans" charset="0"/>
                </a:rPr>
                <a:t>©</a:t>
              </a:r>
              <a:r>
                <a:rPr lang="en-US" sz="333" b="0" i="0" dirty="0">
                  <a:solidFill>
                    <a:schemeClr val="bg2"/>
                  </a:solidFill>
                  <a:latin typeface="IBM Plex Sans" charset="0"/>
                  <a:ea typeface="IBM Plex Sans" charset="0"/>
                  <a:cs typeface="IBM Plex Sans" charset="0"/>
                </a:rPr>
                <a:t> </a:t>
              </a:r>
              <a:r>
                <a:rPr lang="en-US" sz="666" b="0" i="0" dirty="0">
                  <a:solidFill>
                    <a:schemeClr val="bg2"/>
                  </a:solidFill>
                  <a:latin typeface="IBM Plex Sans" charset="0"/>
                  <a:ea typeface="IBM Plex Sans" charset="0"/>
                  <a:cs typeface="IBM Plex Sans" charset="0"/>
                </a:rPr>
                <a:t>2020 IBM Corporation</a:t>
              </a:r>
              <a:r>
                <a:rPr lang="en-US" sz="666" b="0" i="0" baseline="0" dirty="0">
                  <a:solidFill>
                    <a:schemeClr val="bg2"/>
                  </a:solidFill>
                  <a:latin typeface="IBM Plex Sans" charset="0"/>
                  <a:ea typeface="IBM Plex Sans" charset="0"/>
                  <a:cs typeface="IBM Plex Sans" charset="0"/>
                </a:rPr>
                <a:t>              </a:t>
              </a:r>
              <a:r>
                <a:rPr lang="en-US" sz="666" b="0" i="0" dirty="0">
                  <a:solidFill>
                    <a:schemeClr val="bg2"/>
                  </a:solidFill>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solidFill>
                  <a:latin typeface="IBM Plex Sans" charset="0"/>
                  <a:ea typeface="IBM Plex Sans" charset="0"/>
                  <a:cs typeface="IBM Plex Sans" charset="0"/>
                </a:rPr>
                <a:t> </a:t>
              </a:r>
              <a:fld id="{7C9968D1-C8E5-4FE3-AED4-7D4518C301B3}" type="datetime3">
                <a:rPr lang="en-US" sz="666" b="0" i="0" smtClean="0">
                  <a:solidFill>
                    <a:schemeClr val="bg2"/>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bg2"/>
                </a:solidFill>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72" name="Content Placeholder 2"/>
          <p:cNvSpPr>
            <a:spLocks noGrp="1"/>
          </p:cNvSpPr>
          <p:nvPr>
            <p:ph idx="1"/>
          </p:nvPr>
        </p:nvSpPr>
        <p:spPr>
          <a:xfrm>
            <a:off x="379048"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73" name="Content Placeholder 2"/>
          <p:cNvSpPr>
            <a:spLocks noGrp="1"/>
          </p:cNvSpPr>
          <p:nvPr>
            <p:ph idx="13"/>
          </p:nvPr>
        </p:nvSpPr>
        <p:spPr>
          <a:xfrm>
            <a:off x="6324600" y="1714500"/>
            <a:ext cx="5486400" cy="43815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0" y="6515119"/>
            <a:ext cx="471765" cy="190500"/>
          </a:xfrm>
          <a:prstGeom prst="rect">
            <a:avLst/>
          </a:prstGeom>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_2-10_Title and Content">
    <p:bg>
      <p:bgPr>
        <a:solidFill>
          <a:schemeClr val="tx2"/>
        </a:solidFill>
        <a:effectLst/>
      </p:bgPr>
    </p:bg>
    <p:spTree>
      <p:nvGrpSpPr>
        <p:cNvPr id="1" name=""/>
        <p:cNvGrpSpPr/>
        <p:nvPr/>
      </p:nvGrpSpPr>
      <p:grpSpPr>
        <a:xfrm>
          <a:off x="0" y="0"/>
          <a:ext cx="0" cy="0"/>
          <a:chOff x="0" y="0"/>
          <a:chExt cx="0" cy="0"/>
        </a:xfrm>
      </p:grpSpPr>
      <p:sp>
        <p:nvSpPr>
          <p:cNvPr id="4" name="Rectangle 3"/>
          <p:cNvSpPr/>
          <p:nvPr userDrawn="1"/>
        </p:nvSpPr>
        <p:spPr>
          <a:xfrm flipH="1">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solidFill>
                <a:schemeClr val="bg2"/>
              </a:solidFill>
              <a:latin typeface="Arial Regular" charset="0"/>
            </a:endParaRPr>
          </a:p>
        </p:txBody>
      </p:sp>
      <p:sp>
        <p:nvSpPr>
          <p:cNvPr id="2" name="Title 1"/>
          <p:cNvSpPr>
            <a:spLocks noGrp="1"/>
          </p:cNvSpPr>
          <p:nvPr>
            <p:ph type="title"/>
          </p:nvPr>
        </p:nvSpPr>
        <p:spPr/>
        <p:txBody>
          <a:bodyPr>
            <a:noAutofit/>
          </a:bodyPr>
          <a:lstStyle>
            <a:lvl1pPr>
              <a:defRPr>
                <a:solidFill>
                  <a:schemeClr val="bg2"/>
                </a:solidFill>
              </a:defRPr>
            </a:lvl1p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79048" y="6118860"/>
            <a:ext cx="5486400" cy="381000"/>
          </a:xfrm>
        </p:spPr>
        <p:txBody>
          <a:bodyPr tIns="0" anchor="b"/>
          <a:lstStyle>
            <a:lvl1pPr>
              <a:defRPr sz="667" b="0">
                <a:solidFill>
                  <a:schemeClr val="bg2"/>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bg2"/>
                  </a:solidFill>
                  <a:latin typeface="IBM Plex Sans" charset="0"/>
                  <a:ea typeface="IBM Plex Sans" charset="0"/>
                  <a:cs typeface="IBM Plex Sans" charset="0"/>
                </a:rPr>
                <a:t>©</a:t>
              </a:r>
              <a:r>
                <a:rPr lang="en-US" sz="333" b="0" i="0" dirty="0">
                  <a:solidFill>
                    <a:schemeClr val="bg2"/>
                  </a:solidFill>
                  <a:latin typeface="IBM Plex Sans" charset="0"/>
                  <a:ea typeface="IBM Plex Sans" charset="0"/>
                  <a:cs typeface="IBM Plex Sans" charset="0"/>
                </a:rPr>
                <a:t> </a:t>
              </a:r>
              <a:r>
                <a:rPr lang="en-US" sz="666" b="0" i="0" dirty="0">
                  <a:solidFill>
                    <a:schemeClr val="bg2"/>
                  </a:solidFill>
                  <a:latin typeface="IBM Plex Sans" charset="0"/>
                  <a:ea typeface="IBM Plex Sans" charset="0"/>
                  <a:cs typeface="IBM Plex Sans" charset="0"/>
                </a:rPr>
                <a:t>2020 IBM Corporation</a:t>
              </a:r>
              <a:r>
                <a:rPr lang="en-US" sz="666" b="0" i="0" baseline="0" dirty="0">
                  <a:solidFill>
                    <a:schemeClr val="bg2"/>
                  </a:solidFill>
                  <a:latin typeface="IBM Plex Sans" charset="0"/>
                  <a:ea typeface="IBM Plex Sans" charset="0"/>
                  <a:cs typeface="IBM Plex Sans" charset="0"/>
                </a:rPr>
                <a:t>              </a:t>
              </a:r>
              <a:r>
                <a:rPr lang="en-US" sz="666" b="0" i="0" dirty="0">
                  <a:solidFill>
                    <a:schemeClr val="bg2"/>
                  </a:solidFill>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solidFill>
                  <a:latin typeface="IBM Plex Sans" charset="0"/>
                  <a:ea typeface="IBM Plex Sans" charset="0"/>
                  <a:cs typeface="IBM Plex Sans" charset="0"/>
                </a:rPr>
                <a:t> </a:t>
              </a:r>
              <a:fld id="{7C9968D1-C8E5-4FE3-AED4-7D4518C301B3}" type="datetime3">
                <a:rPr lang="en-US" sz="666" b="0" i="0" smtClean="0">
                  <a:solidFill>
                    <a:schemeClr val="bg2"/>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solidFill>
                  <a:schemeClr val="bg2"/>
                </a:solidFill>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72" name="Content Placeholder 2"/>
          <p:cNvSpPr>
            <a:spLocks noGrp="1"/>
          </p:cNvSpPr>
          <p:nvPr>
            <p:ph idx="1"/>
          </p:nvPr>
        </p:nvSpPr>
        <p:spPr>
          <a:xfrm>
            <a:off x="379048" y="1714500"/>
            <a:ext cx="54864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73" name="Content Placeholder 2"/>
          <p:cNvSpPr>
            <a:spLocks noGrp="1"/>
          </p:cNvSpPr>
          <p:nvPr>
            <p:ph idx="13"/>
          </p:nvPr>
        </p:nvSpPr>
        <p:spPr>
          <a:xfrm>
            <a:off x="6324600" y="1714500"/>
            <a:ext cx="5486400" cy="43815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0" y="6515119"/>
            <a:ext cx="471765" cy="190500"/>
          </a:xfrm>
          <a:prstGeom prst="rect">
            <a:avLst/>
          </a:prstGeom>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2-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571500"/>
            <a:ext cx="11430000" cy="952500"/>
          </a:xfrm>
        </p:spPr>
        <p:txBody>
          <a:bodyPr>
            <a:noAutofit/>
          </a:body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9" name="Text Placeholder 23"/>
          <p:cNvSpPr>
            <a:spLocks noGrp="1"/>
          </p:cNvSpPr>
          <p:nvPr>
            <p:ph type="body" sz="quarter" idx="14" hasCustomPrompt="1"/>
          </p:nvPr>
        </p:nvSpPr>
        <p:spPr>
          <a:xfrm>
            <a:off x="381000" y="6118860"/>
            <a:ext cx="5486400" cy="381000"/>
          </a:xfr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2018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2-2_Title and Content">
    <p:bg>
      <p:bgPr>
        <a:solidFill>
          <a:schemeClr val="accent2"/>
        </a:solidFill>
        <a:effectLst/>
      </p:bgPr>
    </p:bg>
    <p:spTree>
      <p:nvGrpSpPr>
        <p:cNvPr id="1" name=""/>
        <p:cNvGrpSpPr/>
        <p:nvPr/>
      </p:nvGrpSpPr>
      <p:grpSpPr>
        <a:xfrm>
          <a:off x="0" y="0"/>
          <a:ext cx="0" cy="0"/>
          <a:chOff x="0" y="0"/>
          <a:chExt cx="0" cy="0"/>
        </a:xfrm>
      </p:grpSpPr>
      <p:sp>
        <p:nvSpPr>
          <p:cNvPr id="6" name="Rectangle 5"/>
          <p:cNvSpPr/>
          <p:nvPr userDrawn="1"/>
        </p:nvSpPr>
        <p:spPr>
          <a:xfrm>
            <a:off x="0" y="1714500"/>
            <a:ext cx="1219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lumMod val="40000"/>
                    <a:lumOff val="60000"/>
                  </a:schemeClr>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5" name="Text Placeholder 23"/>
          <p:cNvSpPr>
            <a:spLocks noGrp="1"/>
          </p:cNvSpPr>
          <p:nvPr>
            <p:ph type="body" sz="quarter" idx="12" hasCustomPrompt="1"/>
          </p:nvPr>
        </p:nvSpPr>
        <p:spPr>
          <a:xfrm>
            <a:off x="379048" y="6118860"/>
            <a:ext cx="5486400" cy="38100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6"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7"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18"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Tree>
    <p:extLst>
      <p:ext uri="{BB962C8B-B14F-4D97-AF65-F5344CB8AC3E}">
        <p14:creationId xmlns:p14="http://schemas.microsoft.com/office/powerpoint/2010/main" val="79638626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2-1_Title and Content">
    <p:spTree>
      <p:nvGrpSpPr>
        <p:cNvPr id="1" name=""/>
        <p:cNvGrpSpPr/>
        <p:nvPr/>
      </p:nvGrpSpPr>
      <p:grpSpPr>
        <a:xfrm>
          <a:off x="0" y="0"/>
          <a:ext cx="0" cy="0"/>
          <a:chOff x="0" y="0"/>
          <a:chExt cx="0" cy="0"/>
        </a:xfrm>
      </p:grpSpPr>
      <p:sp>
        <p:nvSpPr>
          <p:cNvPr id="6" name="Rectangle 5"/>
          <p:cNvSpPr/>
          <p:nvPr userDrawn="1"/>
        </p:nvSpPr>
        <p:spPr>
          <a:xfrm>
            <a:off x="0" y="1714500"/>
            <a:ext cx="1219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2"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solidFill>
                <a:latin typeface="IBM Plex Sans" charset="0"/>
                <a:ea typeface="IBM Plex Sans" charset="0"/>
                <a:cs typeface="IBM Plex Sans" charset="0"/>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24" name="Text Placeholder 23"/>
          <p:cNvSpPr>
            <a:spLocks noGrp="1"/>
          </p:cNvSpPr>
          <p:nvPr>
            <p:ph type="body" sz="quarter" idx="12" hasCustomPrompt="1"/>
          </p:nvPr>
        </p:nvSpPr>
        <p:spPr>
          <a:xfrm>
            <a:off x="379048" y="6118860"/>
            <a:ext cx="5486400" cy="381000"/>
          </a:xfrm>
        </p:spPr>
        <p:txBody>
          <a:bodyPr tIns="0" anchor="b"/>
          <a:lstStyle>
            <a:lvl1pPr>
              <a:defRPr sz="667" b="0">
                <a:solidFill>
                  <a:schemeClr val="bg2">
                    <a:alpha val="70000"/>
                  </a:schemeClr>
                </a:solidFill>
                <a:latin typeface="IBM Plex Sans" charset="0"/>
                <a:ea typeface="IBM Plex Sans" charset="0"/>
                <a:cs typeface="IBM Plex Sans" charset="0"/>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5"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6"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124" name="Content Placeholder 2"/>
          <p:cNvSpPr>
            <a:spLocks noGrp="1"/>
          </p:cNvSpPr>
          <p:nvPr>
            <p:ph idx="1"/>
          </p:nvPr>
        </p:nvSpPr>
        <p:spPr>
          <a:xfrm>
            <a:off x="379048" y="1714500"/>
            <a:ext cx="114300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Tree>
    <p:extLst>
      <p:ext uri="{BB962C8B-B14F-4D97-AF65-F5344CB8AC3E}">
        <p14:creationId xmlns:p14="http://schemas.microsoft.com/office/powerpoint/2010/main" val="165164355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2_Title and Content">
    <p:bg>
      <p:bgPr>
        <a:solidFill>
          <a:schemeClr val="accent2"/>
        </a:solidFill>
        <a:effectLst/>
      </p:bgPr>
    </p:bg>
    <p:spTree>
      <p:nvGrpSpPr>
        <p:cNvPr id="1" name=""/>
        <p:cNvGrpSpPr/>
        <p:nvPr/>
      </p:nvGrpSpPr>
      <p:grpSpPr>
        <a:xfrm>
          <a:off x="0" y="0"/>
          <a:ext cx="0" cy="0"/>
          <a:chOff x="0" y="0"/>
          <a:chExt cx="0" cy="0"/>
        </a:xfrm>
      </p:grpSpPr>
      <p:sp>
        <p:nvSpPr>
          <p:cNvPr id="6" name="Rectangle 5"/>
          <p:cNvSpPr/>
          <p:nvPr userDrawn="1"/>
        </p:nvSpPr>
        <p:spPr>
          <a:xfrm>
            <a:off x="0" y="1714500"/>
            <a:ext cx="1219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1800" b="0" i="0" dirty="0">
              <a:latin typeface="Arial Regular" charset="0"/>
            </a:endParaRPr>
          </a:p>
        </p:txBody>
      </p:sp>
      <p:sp>
        <p:nvSpPr>
          <p:cNvPr id="5" name="Text Placeholder 4"/>
          <p:cNvSpPr>
            <a:spLocks noGrp="1"/>
          </p:cNvSpPr>
          <p:nvPr>
            <p:ph type="body" sz="quarter" idx="11"/>
          </p:nvPr>
        </p:nvSpPr>
        <p:spPr>
          <a:xfrm>
            <a:off x="381000" y="220980"/>
            <a:ext cx="5486400" cy="228600"/>
          </a:xfrm>
        </p:spPr>
        <p:txBody>
          <a:bodyPr tIns="0">
            <a:noAutofit/>
          </a:bodyPr>
          <a:lstStyle>
            <a:lvl1pPr>
              <a:defRPr sz="1333">
                <a:solidFill>
                  <a:schemeClr val="accent1">
                    <a:lumMod val="40000"/>
                    <a:lumOff val="60000"/>
                  </a:schemeClr>
                </a:solidFill>
              </a:defRPr>
            </a:lvl1pPr>
            <a:lvl2pPr>
              <a:defRPr sz="1333">
                <a:solidFill>
                  <a:schemeClr val="accent1"/>
                </a:solidFill>
              </a:defRPr>
            </a:lvl2pPr>
            <a:lvl3pPr>
              <a:defRPr sz="1333">
                <a:solidFill>
                  <a:schemeClr val="accent1"/>
                </a:solidFill>
              </a:defRPr>
            </a:lvl3pPr>
            <a:lvl4pPr>
              <a:defRPr sz="1333">
                <a:solidFill>
                  <a:schemeClr val="accent1"/>
                </a:solidFill>
              </a:defRPr>
            </a:lvl4pPr>
          </a:lstStyle>
          <a:p>
            <a:pPr lvl="0"/>
            <a:r>
              <a:rPr lang="en-US" dirty="0"/>
              <a:t>Click to edit Master text styles</a:t>
            </a:r>
          </a:p>
        </p:txBody>
      </p:sp>
      <p:sp>
        <p:nvSpPr>
          <p:cNvPr id="15" name="Text Placeholder 23"/>
          <p:cNvSpPr>
            <a:spLocks noGrp="1"/>
          </p:cNvSpPr>
          <p:nvPr>
            <p:ph type="body" sz="quarter" idx="12" hasCustomPrompt="1"/>
          </p:nvPr>
        </p:nvSpPr>
        <p:spPr>
          <a:xfrm>
            <a:off x="379048" y="6118860"/>
            <a:ext cx="5486400" cy="381000"/>
          </a:xfrm>
        </p:spPr>
        <p:txBody>
          <a:bodyPr tIns="0" anchor="b"/>
          <a:lstStyle>
            <a:lvl1pPr>
              <a:defRPr sz="667" b="0">
                <a:solidFill>
                  <a:schemeClr val="bg2">
                    <a:alpha val="70000"/>
                  </a:schemeClr>
                </a:solidFill>
              </a:defRPr>
            </a:lvl1pPr>
            <a:lvl2pPr>
              <a:defRPr sz="750"/>
            </a:lvl2pPr>
            <a:lvl3pPr>
              <a:defRPr sz="750"/>
            </a:lvl3pPr>
            <a:lvl4pPr>
              <a:defRPr sz="750"/>
            </a:lvl4pPr>
            <a:lvl5pPr>
              <a:defRPr sz="750"/>
            </a:lvl5pPr>
          </a:lstStyle>
          <a:p>
            <a:pPr lvl="0"/>
            <a:r>
              <a:rPr lang="en-US" dirty="0"/>
              <a:t>Source: Edit source here</a:t>
            </a:r>
          </a:p>
        </p:txBody>
      </p:sp>
      <p:grpSp>
        <p:nvGrpSpPr>
          <p:cNvPr id="12" name="Group 11"/>
          <p:cNvGrpSpPr/>
          <p:nvPr userDrawn="1"/>
        </p:nvGrpSpPr>
        <p:grpSpPr>
          <a:xfrm>
            <a:off x="762000" y="6583046"/>
            <a:ext cx="2261125" cy="183809"/>
            <a:chOff x="914400" y="7899655"/>
            <a:chExt cx="2713350" cy="220571"/>
          </a:xfrm>
        </p:grpSpPr>
        <p:sp>
          <p:nvSpPr>
            <p:cNvPr id="13"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4" name="Date Placeholder 2"/>
            <p:cNvSpPr txBox="1">
              <a:spLocks/>
            </p:cNvSpPr>
            <p:nvPr userDrawn="1"/>
          </p:nvSpPr>
          <p:spPr>
            <a:xfrm>
              <a:off x="2256150" y="7899655"/>
              <a:ext cx="137160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6"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7"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
        <p:nvSpPr>
          <p:cNvPr id="22" name="Content Placeholder 2"/>
          <p:cNvSpPr>
            <a:spLocks noGrp="1"/>
          </p:cNvSpPr>
          <p:nvPr>
            <p:ph idx="1"/>
          </p:nvPr>
        </p:nvSpPr>
        <p:spPr>
          <a:xfrm>
            <a:off x="379048" y="1714500"/>
            <a:ext cx="11430000" cy="4381500"/>
          </a:xfrm>
        </p:spPr>
        <p:txBody>
          <a:bodyPr>
            <a:noAutofit/>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39019" y="6515113"/>
            <a:ext cx="471765" cy="190501"/>
          </a:xfrm>
          <a:prstGeom prst="rect">
            <a:avLst/>
          </a:prstGeom>
        </p:spPr>
      </p:pic>
      <p:sp>
        <p:nvSpPr>
          <p:cNvPr id="18" name="Title 1"/>
          <p:cNvSpPr>
            <a:spLocks noGrp="1"/>
          </p:cNvSpPr>
          <p:nvPr>
            <p:ph type="title"/>
          </p:nvPr>
        </p:nvSpPr>
        <p:spPr>
          <a:xfrm>
            <a:off x="381000" y="571500"/>
            <a:ext cx="11430000" cy="952500"/>
          </a:xfrm>
        </p:spPr>
        <p:txBody>
          <a:bodyPr>
            <a:noAutofit/>
          </a:bodyPr>
          <a:lstStyle>
            <a:lvl1pPr>
              <a:defRPr>
                <a:latin typeface="IBM Plex Sans" charset="0"/>
                <a:ea typeface="IBM Plex Sans" charset="0"/>
                <a:cs typeface="IBM Plex Sans" charset="0"/>
              </a:defRPr>
            </a:lvl1pPr>
          </a:lstStyle>
          <a:p>
            <a:r>
              <a:rPr lang="en-US" dirty="0"/>
              <a:t>Click to edit Master title style</a:t>
            </a:r>
          </a:p>
        </p:txBody>
      </p:sp>
    </p:spTree>
    <p:extLst>
      <p:ext uri="{BB962C8B-B14F-4D97-AF65-F5344CB8AC3E}">
        <p14:creationId xmlns:p14="http://schemas.microsoft.com/office/powerpoint/2010/main" val="296384763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A9F3E-58B3-0249-84A4-11037CAADC98}"/>
              </a:ext>
            </a:extLst>
          </p:cNvPr>
          <p:cNvSpPr>
            <a:spLocks noGrp="1"/>
          </p:cNvSpPr>
          <p:nvPr>
            <p:ph type="title"/>
          </p:nvPr>
        </p:nvSpPr>
        <p:spPr>
          <a:xfrm>
            <a:off x="409354" y="179393"/>
            <a:ext cx="10515600" cy="496112"/>
          </a:xfrm>
          <a:prstGeom prst="rect">
            <a:avLst/>
          </a:prstGeom>
        </p:spPr>
        <p:txBody>
          <a:bodyPr/>
          <a:lstStyle>
            <a:lvl1pPr>
              <a:defRPr sz="2800"/>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3F8EA617-863C-D74B-95FD-E3B2FA5526F3}"/>
              </a:ext>
            </a:extLst>
          </p:cNvPr>
          <p:cNvSpPr>
            <a:spLocks noGrp="1"/>
          </p:cNvSpPr>
          <p:nvPr>
            <p:ph idx="1"/>
          </p:nvPr>
        </p:nvSpPr>
        <p:spPr>
          <a:xfrm>
            <a:off x="409353" y="675505"/>
            <a:ext cx="11782647" cy="4351338"/>
          </a:xfrm>
          <a:prstGeom prst="rect">
            <a:avLst/>
          </a:prstGeom>
        </p:spPr>
        <p:txBody>
          <a:bodyPr/>
          <a:lstStyle>
            <a:lvl1pPr>
              <a:defRPr sz="1800">
                <a:solidFill>
                  <a:schemeClr val="bg1">
                    <a:lumMod val="50000"/>
                  </a:schemeClr>
                </a:solidFill>
                <a:latin typeface="IBM Plex Sans" panose="020B0503050000000000" pitchFamily="34" charset="77"/>
              </a:defRPr>
            </a:lvl1pPr>
            <a:lvl2pPr>
              <a:defRPr sz="1800">
                <a:solidFill>
                  <a:schemeClr val="bg1">
                    <a:lumMod val="50000"/>
                  </a:schemeClr>
                </a:solidFill>
                <a:latin typeface="IBM Plex Sans" panose="020B0503050000000000" pitchFamily="34" charset="77"/>
              </a:defRPr>
            </a:lvl2pPr>
            <a:lvl3pPr>
              <a:defRPr sz="1800">
                <a:solidFill>
                  <a:schemeClr val="bg1">
                    <a:lumMod val="50000"/>
                  </a:schemeClr>
                </a:solidFill>
                <a:latin typeface="IBM Plex Sans" panose="020B0503050000000000" pitchFamily="34" charset="77"/>
              </a:defRPr>
            </a:lvl3pPr>
            <a:lvl4pPr>
              <a:defRPr sz="1800">
                <a:solidFill>
                  <a:schemeClr val="bg1">
                    <a:lumMod val="50000"/>
                  </a:schemeClr>
                </a:solidFill>
                <a:latin typeface="IBM Plex Sans" panose="020B0503050000000000" pitchFamily="34" charset="77"/>
              </a:defRPr>
            </a:lvl4pPr>
            <a:lvl5pPr>
              <a:defRPr sz="1800">
                <a:solidFill>
                  <a:schemeClr val="bg1">
                    <a:lumMod val="50000"/>
                  </a:schemeClr>
                </a:solidFill>
                <a:latin typeface="IBM Plex Sans" panose="020B0503050000000000" pitchFamily="34"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1480277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theme" Target="../theme/theme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theme" Target="../theme/theme4.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image" Target="../media/image13.png"/><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theme" Target="../theme/theme5.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08.xml"/><Relationship Id="rId18" Type="http://schemas.openxmlformats.org/officeDocument/2006/relationships/slideLayout" Target="../slideLayouts/slideLayout113.xml"/><Relationship Id="rId26" Type="http://schemas.openxmlformats.org/officeDocument/2006/relationships/slideLayout" Target="../slideLayouts/slideLayout121.xml"/><Relationship Id="rId3" Type="http://schemas.openxmlformats.org/officeDocument/2006/relationships/slideLayout" Target="../slideLayouts/slideLayout98.xml"/><Relationship Id="rId21" Type="http://schemas.openxmlformats.org/officeDocument/2006/relationships/slideLayout" Target="../slideLayouts/slideLayout116.xml"/><Relationship Id="rId34" Type="http://schemas.openxmlformats.org/officeDocument/2006/relationships/slideLayout" Target="../slideLayouts/slideLayout129.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slideLayout" Target="../slideLayouts/slideLayout112.xml"/><Relationship Id="rId25" Type="http://schemas.openxmlformats.org/officeDocument/2006/relationships/slideLayout" Target="../slideLayouts/slideLayout120.xml"/><Relationship Id="rId33" Type="http://schemas.openxmlformats.org/officeDocument/2006/relationships/slideLayout" Target="../slideLayouts/slideLayout128.xml"/><Relationship Id="rId2" Type="http://schemas.openxmlformats.org/officeDocument/2006/relationships/slideLayout" Target="../slideLayouts/slideLayout97.xml"/><Relationship Id="rId16" Type="http://schemas.openxmlformats.org/officeDocument/2006/relationships/slideLayout" Target="../slideLayouts/slideLayout111.xml"/><Relationship Id="rId20" Type="http://schemas.openxmlformats.org/officeDocument/2006/relationships/slideLayout" Target="../slideLayouts/slideLayout115.xml"/><Relationship Id="rId29" Type="http://schemas.openxmlformats.org/officeDocument/2006/relationships/slideLayout" Target="../slideLayouts/slideLayout124.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24" Type="http://schemas.openxmlformats.org/officeDocument/2006/relationships/slideLayout" Target="../slideLayouts/slideLayout119.xml"/><Relationship Id="rId32" Type="http://schemas.openxmlformats.org/officeDocument/2006/relationships/slideLayout" Target="../slideLayouts/slideLayout127.xml"/><Relationship Id="rId5" Type="http://schemas.openxmlformats.org/officeDocument/2006/relationships/slideLayout" Target="../slideLayouts/slideLayout100.xml"/><Relationship Id="rId15" Type="http://schemas.openxmlformats.org/officeDocument/2006/relationships/slideLayout" Target="../slideLayouts/slideLayout110.xml"/><Relationship Id="rId23" Type="http://schemas.openxmlformats.org/officeDocument/2006/relationships/slideLayout" Target="../slideLayouts/slideLayout118.xml"/><Relationship Id="rId28" Type="http://schemas.openxmlformats.org/officeDocument/2006/relationships/slideLayout" Target="../slideLayouts/slideLayout123.xml"/><Relationship Id="rId10" Type="http://schemas.openxmlformats.org/officeDocument/2006/relationships/slideLayout" Target="../slideLayouts/slideLayout105.xml"/><Relationship Id="rId19" Type="http://schemas.openxmlformats.org/officeDocument/2006/relationships/slideLayout" Target="../slideLayouts/slideLayout114.xml"/><Relationship Id="rId31" Type="http://schemas.openxmlformats.org/officeDocument/2006/relationships/slideLayout" Target="../slideLayouts/slideLayout126.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 Id="rId22" Type="http://schemas.openxmlformats.org/officeDocument/2006/relationships/slideLayout" Target="../slideLayouts/slideLayout117.xml"/><Relationship Id="rId27" Type="http://schemas.openxmlformats.org/officeDocument/2006/relationships/slideLayout" Target="../slideLayouts/slideLayout122.xml"/><Relationship Id="rId30" Type="http://schemas.openxmlformats.org/officeDocument/2006/relationships/slideLayout" Target="../slideLayouts/slideLayout125.xml"/><Relationship Id="rId35" Type="http://schemas.openxmlformats.org/officeDocument/2006/relationships/theme" Target="../theme/theme6.xml"/><Relationship Id="rId8"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038ABC6-B270-4774-A833-F715383ADEE6}"/>
              </a:ext>
            </a:extLst>
          </p:cNvPr>
          <p:cNvGraphicFramePr>
            <a:graphicFrameLocks noChangeAspect="1"/>
          </p:cNvGraphicFramePr>
          <p:nvPr userDrawn="1">
            <p:custDataLst>
              <p:tags r:id="rId32"/>
            </p:custDataLst>
            <p:extLst>
              <p:ext uri="{D42A27DB-BD31-4B8C-83A1-F6EECF244321}">
                <p14:modId xmlns:p14="http://schemas.microsoft.com/office/powerpoint/2010/main" val="285329800"/>
              </p:ext>
            </p:extLst>
          </p:nvPr>
        </p:nvGraphicFramePr>
        <p:xfrm>
          <a:off x="1324" y="1323"/>
          <a:ext cx="1323" cy="1323"/>
        </p:xfrm>
        <a:graphic>
          <a:graphicData uri="http://schemas.openxmlformats.org/presentationml/2006/ole">
            <mc:AlternateContent xmlns:mc="http://schemas.openxmlformats.org/markup-compatibility/2006">
              <mc:Choice xmlns:v="urn:schemas-microsoft-com:vml" Requires="v">
                <p:oleObj name="think-cell Slide" r:id="rId33" imgW="360" imgH="360" progId="TCLayout.ActiveDocument.1">
                  <p:embed/>
                </p:oleObj>
              </mc:Choice>
              <mc:Fallback>
                <p:oleObj name="think-cell Slide" r:id="rId33" imgW="360" imgH="360" progId="TCLayout.ActiveDocument.1">
                  <p:embed/>
                  <p:pic>
                    <p:nvPicPr>
                      <p:cNvPr id="3" name="Object 2" hidden="1">
                        <a:extLst>
                          <a:ext uri="{FF2B5EF4-FFF2-40B4-BE49-F238E27FC236}">
                            <a16:creationId xmlns:a16="http://schemas.microsoft.com/office/drawing/2014/main" id="{4038ABC6-B270-4774-A833-F715383ADEE6}"/>
                          </a:ext>
                        </a:extLst>
                      </p:cNvPr>
                      <p:cNvPicPr/>
                      <p:nvPr/>
                    </p:nvPicPr>
                    <p:blipFill>
                      <a:blip r:embed="rId34"/>
                      <a:stretch>
                        <a:fillRect/>
                      </a:stretch>
                    </p:blipFill>
                    <p:spPr>
                      <a:xfrm>
                        <a:off x="1324" y="1323"/>
                        <a:ext cx="1323" cy="1323"/>
                      </a:xfrm>
                      <a:prstGeom prst="rect">
                        <a:avLst/>
                      </a:prstGeom>
                    </p:spPr>
                  </p:pic>
                </p:oleObj>
              </mc:Fallback>
            </mc:AlternateContent>
          </a:graphicData>
        </a:graphic>
      </p:graphicFrame>
      <p:sp>
        <p:nvSpPr>
          <p:cNvPr id="4" name="Title Placeholder"/>
          <p:cNvSpPr>
            <a:spLocks noGrp="1"/>
          </p:cNvSpPr>
          <p:nvPr>
            <p:ph type="title"/>
          </p:nvPr>
        </p:nvSpPr>
        <p:spPr>
          <a:xfrm>
            <a:off x="381000" y="381000"/>
            <a:ext cx="5524496" cy="5969000"/>
          </a:xfrm>
          <a:prstGeom prst="rect">
            <a:avLst/>
          </a:prstGeom>
        </p:spPr>
        <p:txBody>
          <a:bodyPr vert="horz" lIns="0" tIns="0" rIns="0" bIns="0" rtlCol="0" anchor="t">
            <a:noAutofit/>
          </a:bodyPr>
          <a:lstStyle/>
          <a:p>
            <a:r>
              <a:rPr lang="en-US" dirty="0"/>
              <a:t>Click to edit Master title style</a:t>
            </a:r>
          </a:p>
        </p:txBody>
      </p:sp>
      <p:sp>
        <p:nvSpPr>
          <p:cNvPr id="5" name="Text Placeholder"/>
          <p:cNvSpPr>
            <a:spLocks noGrp="1"/>
          </p:cNvSpPr>
          <p:nvPr>
            <p:ph type="body" idx="1"/>
          </p:nvPr>
        </p:nvSpPr>
        <p:spPr>
          <a:xfrm>
            <a:off x="6477000" y="381000"/>
            <a:ext cx="5333998" cy="596899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7" name="Slide Number Placeholder 2">
            <a:extLst>
              <a:ext uri="{FF2B5EF4-FFF2-40B4-BE49-F238E27FC236}">
                <a16:creationId xmlns:a16="http://schemas.microsoft.com/office/drawing/2014/main" id="{E3CF103D-266B-BC49-8A35-E7A29F9A7C4A}"/>
              </a:ext>
            </a:extLst>
          </p:cNvPr>
          <p:cNvSpPr txBox="1">
            <a:spLocks/>
          </p:cNvSpPr>
          <p:nvPr userDrawn="1"/>
        </p:nvSpPr>
        <p:spPr>
          <a:xfrm>
            <a:off x="381000" y="6617439"/>
            <a:ext cx="273232"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a:solidFill>
                  <a:schemeClr val="tx1"/>
                </a:solidFill>
                <a:latin typeface="IBM Plex Sans" panose="020B0503050000000000" pitchFamily="34" charset="77"/>
                <a:ea typeface="IBM Plex Sans" charset="0"/>
                <a:cs typeface="IBM Plex Sans" charset="0"/>
              </a:rPr>
              <a:pPr algn="l"/>
              <a:t>‹#›</a:t>
            </a:fld>
            <a:endParaRPr lang="en-US" sz="667" b="0" i="0" dirty="0">
              <a:solidFill>
                <a:schemeClr val="tx1"/>
              </a:solidFill>
              <a:latin typeface="IBM Plex Sans" panose="020B0503050000000000" pitchFamily="34" charset="77"/>
              <a:ea typeface="IBM Plex Sans" charset="0"/>
              <a:cs typeface="IBM Plex Sans" charset="0"/>
            </a:endParaRPr>
          </a:p>
        </p:txBody>
      </p:sp>
      <p:grpSp>
        <p:nvGrpSpPr>
          <p:cNvPr id="59" name="Group 58">
            <a:extLst>
              <a:ext uri="{FF2B5EF4-FFF2-40B4-BE49-F238E27FC236}">
                <a16:creationId xmlns:a16="http://schemas.microsoft.com/office/drawing/2014/main" id="{ACC00A88-4A19-6C48-922B-415CF82AD08C}"/>
              </a:ext>
            </a:extLst>
          </p:cNvPr>
          <p:cNvGrpSpPr/>
          <p:nvPr userDrawn="1"/>
        </p:nvGrpSpPr>
        <p:grpSpPr>
          <a:xfrm>
            <a:off x="-205742" y="-190499"/>
            <a:ext cx="12588243" cy="7209772"/>
            <a:chOff x="-109730" y="-110489"/>
            <a:chExt cx="9352896" cy="5351811"/>
          </a:xfrm>
        </p:grpSpPr>
        <p:grpSp>
          <p:nvGrpSpPr>
            <p:cNvPr id="104" name="Group 103">
              <a:extLst>
                <a:ext uri="{FF2B5EF4-FFF2-40B4-BE49-F238E27FC236}">
                  <a16:creationId xmlns:a16="http://schemas.microsoft.com/office/drawing/2014/main" id="{6C2A0210-CFBC-394D-A938-778FB6421104}"/>
                </a:ext>
              </a:extLst>
            </p:cNvPr>
            <p:cNvGrpSpPr/>
            <p:nvPr userDrawn="1"/>
          </p:nvGrpSpPr>
          <p:grpSpPr>
            <a:xfrm>
              <a:off x="326211" y="-110489"/>
              <a:ext cx="8492338" cy="119718"/>
              <a:chOff x="326211" y="-152399"/>
              <a:chExt cx="8492338" cy="199534"/>
            </a:xfrm>
          </p:grpSpPr>
          <p:cxnSp>
            <p:nvCxnSpPr>
              <p:cNvPr id="129" name="Straight Connector 128">
                <a:extLst>
                  <a:ext uri="{FF2B5EF4-FFF2-40B4-BE49-F238E27FC236}">
                    <a16:creationId xmlns:a16="http://schemas.microsoft.com/office/drawing/2014/main" id="{F8965F14-1CB6-5843-9F9F-6B676184ADE3}"/>
                  </a:ext>
                </a:extLst>
              </p:cNvPr>
              <p:cNvCxnSpPr/>
              <p:nvPr userDrawn="1"/>
            </p:nvCxnSpPr>
            <p:spPr bwMode="auto">
              <a:xfrm rot="5400000" flipH="1">
                <a:off x="250011" y="-2906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6B8A782A-B233-0E4E-B3CD-5EE3BF97C657}"/>
                  </a:ext>
                </a:extLst>
              </p:cNvPr>
              <p:cNvCxnSpPr/>
              <p:nvPr userDrawn="1"/>
            </p:nvCxnSpPr>
            <p:spPr bwMode="auto">
              <a:xfrm rot="5400000" flipH="1">
                <a:off x="2090018" y="-76199"/>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A1DC1833-C465-4545-8572-CA2BF3C440A8}"/>
                  </a:ext>
                </a:extLst>
              </p:cNvPr>
              <p:cNvCxnSpPr/>
              <p:nvPr userDrawn="1"/>
            </p:nvCxnSpPr>
            <p:spPr bwMode="auto">
              <a:xfrm rot="5400000" flipH="1">
                <a:off x="2231557" y="-76199"/>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984DB13C-715F-4C41-A086-F8B04B8338B4}"/>
                  </a:ext>
                </a:extLst>
              </p:cNvPr>
              <p:cNvCxnSpPr/>
              <p:nvPr userDrawn="1"/>
            </p:nvCxnSpPr>
            <p:spPr bwMode="auto">
              <a:xfrm rot="5400000" flipH="1">
                <a:off x="2373096" y="-76199"/>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E4E47650-7CC3-E04C-92FB-D684F2CD6CE1}"/>
                  </a:ext>
                </a:extLst>
              </p:cNvPr>
              <p:cNvCxnSpPr/>
              <p:nvPr userDrawn="1"/>
            </p:nvCxnSpPr>
            <p:spPr bwMode="auto">
              <a:xfrm rot="5400000" flipH="1">
                <a:off x="4354641"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48E322F4-6558-1941-9668-7BA9BD1DD8BE}"/>
                  </a:ext>
                </a:extLst>
              </p:cNvPr>
              <p:cNvCxnSpPr/>
              <p:nvPr userDrawn="1"/>
            </p:nvCxnSpPr>
            <p:spPr bwMode="auto">
              <a:xfrm rot="5400000" flipH="1">
                <a:off x="4496180"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5B67F614-8FE1-D140-884E-B58A72DE0C55}"/>
                  </a:ext>
                </a:extLst>
              </p:cNvPr>
              <p:cNvCxnSpPr/>
              <p:nvPr userDrawn="1"/>
            </p:nvCxnSpPr>
            <p:spPr bwMode="auto">
              <a:xfrm rot="5400000" flipH="1">
                <a:off x="4637719"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Connector 135">
                <a:extLst>
                  <a:ext uri="{FF2B5EF4-FFF2-40B4-BE49-F238E27FC236}">
                    <a16:creationId xmlns:a16="http://schemas.microsoft.com/office/drawing/2014/main" id="{4D35566C-B1A5-EA4C-B259-8C8C4D4DAC4A}"/>
                  </a:ext>
                </a:extLst>
              </p:cNvPr>
              <p:cNvCxnSpPr/>
              <p:nvPr userDrawn="1"/>
            </p:nvCxnSpPr>
            <p:spPr bwMode="auto">
              <a:xfrm rot="5400000" flipH="1">
                <a:off x="6619265"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7" name="Straight Connector 136">
                <a:extLst>
                  <a:ext uri="{FF2B5EF4-FFF2-40B4-BE49-F238E27FC236}">
                    <a16:creationId xmlns:a16="http://schemas.microsoft.com/office/drawing/2014/main" id="{09214A7D-67C2-8944-92DC-99D0E47D2D3B}"/>
                  </a:ext>
                </a:extLst>
              </p:cNvPr>
              <p:cNvCxnSpPr/>
              <p:nvPr userDrawn="1"/>
            </p:nvCxnSpPr>
            <p:spPr bwMode="auto">
              <a:xfrm rot="5400000" flipH="1">
                <a:off x="6760804"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A1CDACE7-EB75-4C46-81A7-AA51D8058C5F}"/>
                  </a:ext>
                </a:extLst>
              </p:cNvPr>
              <p:cNvCxnSpPr/>
              <p:nvPr userDrawn="1"/>
            </p:nvCxnSpPr>
            <p:spPr bwMode="auto">
              <a:xfrm rot="5400000" flipH="1">
                <a:off x="6902342" y="-40055"/>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Connector 138">
                <a:extLst>
                  <a:ext uri="{FF2B5EF4-FFF2-40B4-BE49-F238E27FC236}">
                    <a16:creationId xmlns:a16="http://schemas.microsoft.com/office/drawing/2014/main" id="{0DE10E2C-13E0-E045-979D-18B430462117}"/>
                  </a:ext>
                </a:extLst>
              </p:cNvPr>
              <p:cNvCxnSpPr/>
              <p:nvPr userDrawn="1"/>
            </p:nvCxnSpPr>
            <p:spPr bwMode="auto">
              <a:xfrm rot="5400000" flipH="1">
                <a:off x="8742349" y="-29065"/>
                <a:ext cx="152399"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5" name="Group 104">
              <a:extLst>
                <a:ext uri="{FF2B5EF4-FFF2-40B4-BE49-F238E27FC236}">
                  <a16:creationId xmlns:a16="http://schemas.microsoft.com/office/drawing/2014/main" id="{FD80F033-645B-5D4F-A361-EA80F684A392}"/>
                </a:ext>
              </a:extLst>
            </p:cNvPr>
            <p:cNvGrpSpPr/>
            <p:nvPr userDrawn="1"/>
          </p:nvGrpSpPr>
          <p:grpSpPr>
            <a:xfrm>
              <a:off x="326211" y="5143289"/>
              <a:ext cx="8492338" cy="98033"/>
              <a:chOff x="326211" y="5111418"/>
              <a:chExt cx="8492338" cy="163389"/>
            </a:xfrm>
          </p:grpSpPr>
          <p:cxnSp>
            <p:nvCxnSpPr>
              <p:cNvPr id="118" name="Straight Connector 117">
                <a:extLst>
                  <a:ext uri="{FF2B5EF4-FFF2-40B4-BE49-F238E27FC236}">
                    <a16:creationId xmlns:a16="http://schemas.microsoft.com/office/drawing/2014/main" id="{D7AF79B6-9A4C-6646-9D0E-0EFBC879BCA2}"/>
                  </a:ext>
                </a:extLst>
              </p:cNvPr>
              <p:cNvCxnSpPr/>
              <p:nvPr userDrawn="1"/>
            </p:nvCxnSpPr>
            <p:spPr bwMode="auto">
              <a:xfrm rot="5400000" flipH="1">
                <a:off x="250011" y="5187632"/>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13A48562-9ED8-2447-B180-45BC3A773135}"/>
                  </a:ext>
                </a:extLst>
              </p:cNvPr>
              <p:cNvCxnSpPr/>
              <p:nvPr userDrawn="1"/>
            </p:nvCxnSpPr>
            <p:spPr bwMode="auto">
              <a:xfrm rot="5400000" flipH="1">
                <a:off x="2090017"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0" name="Straight Connector 119">
                <a:extLst>
                  <a:ext uri="{FF2B5EF4-FFF2-40B4-BE49-F238E27FC236}">
                    <a16:creationId xmlns:a16="http://schemas.microsoft.com/office/drawing/2014/main" id="{213B6266-0A93-084E-8A78-AE6C03C5F943}"/>
                  </a:ext>
                </a:extLst>
              </p:cNvPr>
              <p:cNvCxnSpPr/>
              <p:nvPr userDrawn="1"/>
            </p:nvCxnSpPr>
            <p:spPr bwMode="auto">
              <a:xfrm rot="5400000" flipH="1">
                <a:off x="2231556"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1" name="Straight Connector 120">
                <a:extLst>
                  <a:ext uri="{FF2B5EF4-FFF2-40B4-BE49-F238E27FC236}">
                    <a16:creationId xmlns:a16="http://schemas.microsoft.com/office/drawing/2014/main" id="{69131E21-73CB-E242-BBDC-0E18035BD6F1}"/>
                  </a:ext>
                </a:extLst>
              </p:cNvPr>
              <p:cNvCxnSpPr/>
              <p:nvPr userDrawn="1"/>
            </p:nvCxnSpPr>
            <p:spPr bwMode="auto">
              <a:xfrm rot="5400000" flipH="1">
                <a:off x="2373095"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2" name="Straight Connector 121">
                <a:extLst>
                  <a:ext uri="{FF2B5EF4-FFF2-40B4-BE49-F238E27FC236}">
                    <a16:creationId xmlns:a16="http://schemas.microsoft.com/office/drawing/2014/main" id="{7470289F-4240-FF43-A440-B8043B23295A}"/>
                  </a:ext>
                </a:extLst>
              </p:cNvPr>
              <p:cNvCxnSpPr/>
              <p:nvPr userDrawn="1"/>
            </p:nvCxnSpPr>
            <p:spPr bwMode="auto">
              <a:xfrm rot="5400000" flipH="1">
                <a:off x="4354641"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3" name="Straight Connector 122">
                <a:extLst>
                  <a:ext uri="{FF2B5EF4-FFF2-40B4-BE49-F238E27FC236}">
                    <a16:creationId xmlns:a16="http://schemas.microsoft.com/office/drawing/2014/main" id="{3181E438-CE1F-204B-B678-19B8BDBDEF04}"/>
                  </a:ext>
                </a:extLst>
              </p:cNvPr>
              <p:cNvCxnSpPr/>
              <p:nvPr userDrawn="1"/>
            </p:nvCxnSpPr>
            <p:spPr bwMode="auto">
              <a:xfrm rot="5400000" flipH="1">
                <a:off x="4496180"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A495CFAF-959F-8D42-94E4-963B9477BB9A}"/>
                  </a:ext>
                </a:extLst>
              </p:cNvPr>
              <p:cNvCxnSpPr/>
              <p:nvPr userDrawn="1"/>
            </p:nvCxnSpPr>
            <p:spPr bwMode="auto">
              <a:xfrm rot="5400000" flipH="1">
                <a:off x="4637719"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597E11FF-33D2-8044-894E-13FB34529786}"/>
                  </a:ext>
                </a:extLst>
              </p:cNvPr>
              <p:cNvCxnSpPr/>
              <p:nvPr userDrawn="1"/>
            </p:nvCxnSpPr>
            <p:spPr bwMode="auto">
              <a:xfrm rot="5400000" flipH="1">
                <a:off x="6619264"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23BD1786-FF52-F647-921E-9287706FFD79}"/>
                  </a:ext>
                </a:extLst>
              </p:cNvPr>
              <p:cNvCxnSpPr/>
              <p:nvPr userDrawn="1"/>
            </p:nvCxnSpPr>
            <p:spPr bwMode="auto">
              <a:xfrm rot="5400000" flipH="1">
                <a:off x="6760803"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7" name="Straight Connector 126">
                <a:extLst>
                  <a:ext uri="{FF2B5EF4-FFF2-40B4-BE49-F238E27FC236}">
                    <a16:creationId xmlns:a16="http://schemas.microsoft.com/office/drawing/2014/main" id="{E256C9B2-A5FE-BC4E-920F-CEBABA73B93B}"/>
                  </a:ext>
                </a:extLst>
              </p:cNvPr>
              <p:cNvCxnSpPr/>
              <p:nvPr userDrawn="1"/>
            </p:nvCxnSpPr>
            <p:spPr bwMode="auto">
              <a:xfrm rot="5400000" flipH="1">
                <a:off x="6902342" y="5198607"/>
                <a:ext cx="15240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E1A1A939-9E62-2E4C-9714-2F6929182E36}"/>
                  </a:ext>
                </a:extLst>
              </p:cNvPr>
              <p:cNvCxnSpPr/>
              <p:nvPr userDrawn="1"/>
            </p:nvCxnSpPr>
            <p:spPr bwMode="auto">
              <a:xfrm rot="5400000" flipH="1">
                <a:off x="8742348" y="5187619"/>
                <a:ext cx="152402"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6" name="Group 105">
              <a:extLst>
                <a:ext uri="{FF2B5EF4-FFF2-40B4-BE49-F238E27FC236}">
                  <a16:creationId xmlns:a16="http://schemas.microsoft.com/office/drawing/2014/main" id="{65151D40-4251-CA4F-9CEA-04AAC5EF6968}"/>
                </a:ext>
              </a:extLst>
            </p:cNvPr>
            <p:cNvGrpSpPr/>
            <p:nvPr userDrawn="1"/>
          </p:nvGrpSpPr>
          <p:grpSpPr>
            <a:xfrm>
              <a:off x="-109730" y="313734"/>
              <a:ext cx="124556" cy="4430783"/>
              <a:chOff x="-109730" y="313734"/>
              <a:chExt cx="124556" cy="4430783"/>
            </a:xfrm>
          </p:grpSpPr>
          <p:cxnSp>
            <p:nvCxnSpPr>
              <p:cNvPr id="113" name="Straight Connector 112">
                <a:extLst>
                  <a:ext uri="{FF2B5EF4-FFF2-40B4-BE49-F238E27FC236}">
                    <a16:creationId xmlns:a16="http://schemas.microsoft.com/office/drawing/2014/main" id="{DD3AB832-ECA3-1C40-9D87-D3BF3E76579E}"/>
                  </a:ext>
                </a:extLst>
              </p:cNvPr>
              <p:cNvCxnSpPr/>
              <p:nvPr userDrawn="1"/>
            </p:nvCxnSpPr>
            <p:spPr bwMode="auto">
              <a:xfrm flipH="1">
                <a:off x="-109730" y="1303590"/>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DEA137B8-70C8-E047-92CB-43CBD0F96DD8}"/>
                  </a:ext>
                </a:extLst>
              </p:cNvPr>
              <p:cNvCxnSpPr/>
              <p:nvPr userDrawn="1"/>
            </p:nvCxnSpPr>
            <p:spPr bwMode="auto">
              <a:xfrm flipH="1">
                <a:off x="-109730" y="2576262"/>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8F9E5AD6-4E33-6C4E-BCF9-D40AC0EA8DB2}"/>
                  </a:ext>
                </a:extLst>
              </p:cNvPr>
              <p:cNvCxnSpPr/>
              <p:nvPr userDrawn="1"/>
            </p:nvCxnSpPr>
            <p:spPr bwMode="auto">
              <a:xfrm flipH="1">
                <a:off x="-109730" y="384962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DEBF4B0D-888C-E341-8D2C-A2B62D3927F7}"/>
                  </a:ext>
                </a:extLst>
              </p:cNvPr>
              <p:cNvCxnSpPr/>
              <p:nvPr userDrawn="1"/>
            </p:nvCxnSpPr>
            <p:spPr bwMode="auto">
              <a:xfrm flipH="1">
                <a:off x="-98406" y="31373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4A1525CA-DB42-1F46-952B-49632CFC59C5}"/>
                  </a:ext>
                </a:extLst>
              </p:cNvPr>
              <p:cNvCxnSpPr/>
              <p:nvPr userDrawn="1"/>
            </p:nvCxnSpPr>
            <p:spPr bwMode="auto">
              <a:xfrm flipH="1">
                <a:off x="-76614" y="4744517"/>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7" name="Group 106">
              <a:extLst>
                <a:ext uri="{FF2B5EF4-FFF2-40B4-BE49-F238E27FC236}">
                  <a16:creationId xmlns:a16="http://schemas.microsoft.com/office/drawing/2014/main" id="{A6884295-F7A1-534D-ABFD-819D33AD6D11}"/>
                </a:ext>
              </a:extLst>
            </p:cNvPr>
            <p:cNvGrpSpPr/>
            <p:nvPr userDrawn="1"/>
          </p:nvGrpSpPr>
          <p:grpSpPr>
            <a:xfrm>
              <a:off x="9123418" y="313734"/>
              <a:ext cx="119748" cy="4428901"/>
              <a:chOff x="-149362" y="307384"/>
              <a:chExt cx="119748" cy="4428901"/>
            </a:xfrm>
          </p:grpSpPr>
          <p:cxnSp>
            <p:nvCxnSpPr>
              <p:cNvPr id="108" name="Straight Connector 107">
                <a:extLst>
                  <a:ext uri="{FF2B5EF4-FFF2-40B4-BE49-F238E27FC236}">
                    <a16:creationId xmlns:a16="http://schemas.microsoft.com/office/drawing/2014/main" id="{2C290D71-5B73-D042-BDA2-E632B7E0FFA5}"/>
                  </a:ext>
                </a:extLst>
              </p:cNvPr>
              <p:cNvCxnSpPr/>
              <p:nvPr userDrawn="1"/>
            </p:nvCxnSpPr>
            <p:spPr bwMode="auto">
              <a:xfrm flipH="1">
                <a:off x="-142845" y="1297240"/>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5646BE28-7152-2040-A2AF-B34178C299A1}"/>
                  </a:ext>
                </a:extLst>
              </p:cNvPr>
              <p:cNvCxnSpPr/>
              <p:nvPr userDrawn="1"/>
            </p:nvCxnSpPr>
            <p:spPr bwMode="auto">
              <a:xfrm flipH="1">
                <a:off x="-142845" y="2569913"/>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4296DD67-0C6C-0549-B851-03883C54615F}"/>
                  </a:ext>
                </a:extLst>
              </p:cNvPr>
              <p:cNvCxnSpPr/>
              <p:nvPr userDrawn="1"/>
            </p:nvCxnSpPr>
            <p:spPr bwMode="auto">
              <a:xfrm flipH="1">
                <a:off x="-142845" y="384327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0ACE78AA-7905-5246-83D4-D5D84E497E8A}"/>
                  </a:ext>
                </a:extLst>
              </p:cNvPr>
              <p:cNvCxnSpPr/>
              <p:nvPr userDrawn="1"/>
            </p:nvCxnSpPr>
            <p:spPr bwMode="auto">
              <a:xfrm flipH="1">
                <a:off x="-149362" y="307384"/>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2" name="Straight Connector 111">
                <a:extLst>
                  <a:ext uri="{FF2B5EF4-FFF2-40B4-BE49-F238E27FC236}">
                    <a16:creationId xmlns:a16="http://schemas.microsoft.com/office/drawing/2014/main" id="{30562EE8-1F7C-6E45-9B05-5B7385E02341}"/>
                  </a:ext>
                </a:extLst>
              </p:cNvPr>
              <p:cNvCxnSpPr/>
              <p:nvPr userDrawn="1"/>
            </p:nvCxnSpPr>
            <p:spPr bwMode="auto">
              <a:xfrm flipH="1">
                <a:off x="-121054" y="4736285"/>
                <a:ext cx="91440" cy="0"/>
              </a:xfrm>
              <a:prstGeom prst="line">
                <a:avLst/>
              </a:prstGeom>
              <a:ln>
                <a:solidFill>
                  <a:srgbClr val="82CFF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pic>
        <p:nvPicPr>
          <p:cNvPr id="44" name="Picture 43">
            <a:extLst>
              <a:ext uri="{FF2B5EF4-FFF2-40B4-BE49-F238E27FC236}">
                <a16:creationId xmlns:a16="http://schemas.microsoft.com/office/drawing/2014/main" id="{A5C614FC-E083-3249-9C00-05BA0A3CC540}"/>
              </a:ext>
            </a:extLst>
          </p:cNvPr>
          <p:cNvPicPr>
            <a:picLocks noChangeAspect="1"/>
          </p:cNvPicPr>
          <p:nvPr userDrawn="1"/>
        </p:nvPicPr>
        <p:blipFill>
          <a:blip r:embed="rId35" cstate="screen">
            <a:extLst>
              <a:ext uri="{28A0092B-C50C-407E-A947-70E740481C1C}">
                <a14:useLocalDpi xmlns:a14="http://schemas.microsoft.com/office/drawing/2010/main"/>
              </a:ext>
            </a:extLst>
          </a:blip>
          <a:stretch>
            <a:fillRect/>
          </a:stretch>
        </p:blipFill>
        <p:spPr>
          <a:xfrm>
            <a:off x="11430001" y="6575790"/>
            <a:ext cx="384369" cy="155210"/>
          </a:xfrm>
          <a:prstGeom prst="rect">
            <a:avLst/>
          </a:prstGeom>
        </p:spPr>
      </p:pic>
      <p:grpSp>
        <p:nvGrpSpPr>
          <p:cNvPr id="45" name="Group 44">
            <a:extLst>
              <a:ext uri="{FF2B5EF4-FFF2-40B4-BE49-F238E27FC236}">
                <a16:creationId xmlns:a16="http://schemas.microsoft.com/office/drawing/2014/main" id="{40A82E3A-8FD7-5C4A-A70B-5FD272B8E6E4}"/>
              </a:ext>
            </a:extLst>
          </p:cNvPr>
          <p:cNvGrpSpPr/>
          <p:nvPr userDrawn="1"/>
        </p:nvGrpSpPr>
        <p:grpSpPr>
          <a:xfrm>
            <a:off x="653523" y="6619701"/>
            <a:ext cx="2489725" cy="183809"/>
            <a:chOff x="914400" y="7899655"/>
            <a:chExt cx="2987670" cy="220571"/>
          </a:xfrm>
        </p:grpSpPr>
        <p:sp>
          <p:nvSpPr>
            <p:cNvPr id="46" name="Footer Placeholder 3">
              <a:extLst>
                <a:ext uri="{FF2B5EF4-FFF2-40B4-BE49-F238E27FC236}">
                  <a16:creationId xmlns:a16="http://schemas.microsoft.com/office/drawing/2014/main" id="{3218AA08-200C-B243-A0B5-D8886E9D77BB}"/>
                </a:ext>
              </a:extLst>
            </p:cNvPr>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1000"/>
                </a:spcAft>
              </a:pPr>
              <a:r>
                <a:rPr lang="en-US" sz="666" b="0" i="0" dirty="0">
                  <a:solidFill>
                    <a:srgbClr val="001141"/>
                  </a:solidFill>
                  <a:latin typeface="IBM Plex Sans" charset="0"/>
                  <a:ea typeface="IBM Plex Sans" charset="0"/>
                  <a:cs typeface="IBM Plex Sans" charset="0"/>
                </a:rPr>
                <a:t>©</a:t>
              </a:r>
              <a:r>
                <a:rPr lang="en-US" sz="333" b="0" i="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2022 IBM Corporation</a:t>
              </a:r>
              <a:r>
                <a:rPr lang="en-US" sz="666" b="0" i="0" baseline="0" dirty="0">
                  <a:solidFill>
                    <a:srgbClr val="001141"/>
                  </a:solidFill>
                  <a:latin typeface="IBM Plex Sans" charset="0"/>
                  <a:ea typeface="IBM Plex Sans" charset="0"/>
                  <a:cs typeface="IBM Plex Sans" charset="0"/>
                </a:rPr>
                <a:t>              </a:t>
              </a:r>
              <a:r>
                <a:rPr lang="en-US" sz="666" b="0" i="0" dirty="0">
                  <a:solidFill>
                    <a:srgbClr val="001141"/>
                  </a:solidFill>
                  <a:latin typeface="IBM Plex Sans" charset="0"/>
                  <a:ea typeface="IBM Plex Sans" charset="0"/>
                  <a:cs typeface="IBM Plex Sans" charset="0"/>
                </a:rPr>
                <a:t> </a:t>
              </a:r>
            </a:p>
          </p:txBody>
        </p:sp>
        <p:sp>
          <p:nvSpPr>
            <p:cNvPr id="47" name="Date Placeholder 2">
              <a:extLst>
                <a:ext uri="{FF2B5EF4-FFF2-40B4-BE49-F238E27FC236}">
                  <a16:creationId xmlns:a16="http://schemas.microsoft.com/office/drawing/2014/main" id="{CA772469-1D8A-6F48-9A1F-D08FE2514EF4}"/>
                </a:ext>
              </a:extLst>
            </p:cNvPr>
            <p:cNvSpPr txBox="1">
              <a:spLocks/>
            </p:cNvSpPr>
            <p:nvPr userDrawn="1"/>
          </p:nvSpPr>
          <p:spPr>
            <a:xfrm>
              <a:off x="2256150" y="7899655"/>
              <a:ext cx="164592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1000"/>
                </a:spcAft>
                <a:tabLst/>
                <a:defRPr/>
              </a:pPr>
              <a:r>
                <a:rPr lang="en-US" sz="666" b="0" i="0" dirty="0">
                  <a:solidFill>
                    <a:srgbClr val="001141"/>
                  </a:solidFill>
                  <a:latin typeface="IBM Plex Sans" charset="0"/>
                  <a:ea typeface="IBM Plex Sans" charset="0"/>
                  <a:cs typeface="IBM Plex Sans" charset="0"/>
                </a:rPr>
                <a:t> IBM Consulting</a:t>
              </a:r>
            </a:p>
          </p:txBody>
        </p:sp>
      </p:grpSp>
    </p:spTree>
    <p:extLst>
      <p:ext uri="{BB962C8B-B14F-4D97-AF65-F5344CB8AC3E}">
        <p14:creationId xmlns:p14="http://schemas.microsoft.com/office/powerpoint/2010/main" val="26659898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884" r:id="rId14"/>
    <p:sldLayoutId id="2147483675" r:id="rId15"/>
    <p:sldLayoutId id="2147483676" r:id="rId16"/>
    <p:sldLayoutId id="2147483677" r:id="rId17"/>
    <p:sldLayoutId id="2147483678" r:id="rId18"/>
    <p:sldLayoutId id="2147483679" r:id="rId19"/>
    <p:sldLayoutId id="2147483680" r:id="rId20"/>
    <p:sldLayoutId id="2147483681" r:id="rId21"/>
    <p:sldLayoutId id="2147483893" r:id="rId22"/>
    <p:sldLayoutId id="2147483718" r:id="rId23"/>
    <p:sldLayoutId id="2147483719" r:id="rId24"/>
    <p:sldLayoutId id="2147483720" r:id="rId25"/>
    <p:sldLayoutId id="2147483721" r:id="rId26"/>
    <p:sldLayoutId id="2147483722" r:id="rId27"/>
    <p:sldLayoutId id="2147483723" r:id="rId28"/>
    <p:sldLayoutId id="2147483726" r:id="rId29"/>
    <p:sldLayoutId id="2147483729" r:id="rId30"/>
  </p:sldLayoutIdLst>
  <p:hf hdr="0" dt="0"/>
  <p:txStyles>
    <p:titleStyle>
      <a:lvl1pPr algn="l" rtl="0" eaLnBrk="1" fontAlgn="base" hangingPunct="1">
        <a:lnSpc>
          <a:spcPct val="90000"/>
        </a:lnSpc>
        <a:spcBef>
          <a:spcPct val="0"/>
        </a:spcBef>
        <a:spcAft>
          <a:spcPct val="0"/>
        </a:spcAft>
        <a:defRPr sz="30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960">
          <a:solidFill>
            <a:srgbClr val="191919"/>
          </a:solidFill>
          <a:latin typeface="IBM Plex Sans Light" pitchFamily="34" charset="0"/>
        </a:defRPr>
      </a:lvl2pPr>
      <a:lvl3pPr algn="l" rtl="0" eaLnBrk="1" fontAlgn="base" hangingPunct="1">
        <a:lnSpc>
          <a:spcPct val="90000"/>
        </a:lnSpc>
        <a:spcBef>
          <a:spcPct val="0"/>
        </a:spcBef>
        <a:spcAft>
          <a:spcPct val="0"/>
        </a:spcAft>
        <a:defRPr sz="2960">
          <a:solidFill>
            <a:srgbClr val="191919"/>
          </a:solidFill>
          <a:latin typeface="IBM Plex Sans Light" pitchFamily="34" charset="0"/>
        </a:defRPr>
      </a:lvl3pPr>
      <a:lvl4pPr algn="l" rtl="0" eaLnBrk="1" fontAlgn="base" hangingPunct="1">
        <a:lnSpc>
          <a:spcPct val="90000"/>
        </a:lnSpc>
        <a:spcBef>
          <a:spcPct val="0"/>
        </a:spcBef>
        <a:spcAft>
          <a:spcPct val="0"/>
        </a:spcAft>
        <a:defRPr sz="2960">
          <a:solidFill>
            <a:srgbClr val="191919"/>
          </a:solidFill>
          <a:latin typeface="IBM Plex Sans Light" pitchFamily="34" charset="0"/>
        </a:defRPr>
      </a:lvl4pPr>
      <a:lvl5pPr algn="l" rtl="0" eaLnBrk="1" fontAlgn="base" hangingPunct="1">
        <a:lnSpc>
          <a:spcPct val="90000"/>
        </a:lnSpc>
        <a:spcBef>
          <a:spcPct val="0"/>
        </a:spcBef>
        <a:spcAft>
          <a:spcPct val="0"/>
        </a:spcAft>
        <a:defRPr sz="2960">
          <a:solidFill>
            <a:srgbClr val="191919"/>
          </a:solidFill>
          <a:latin typeface="IBM Plex Sans Light" pitchFamily="34" charset="0"/>
        </a:defRPr>
      </a:lvl5pPr>
      <a:lvl6pPr marL="483405" algn="l" rtl="0" eaLnBrk="1" fontAlgn="base" hangingPunct="1">
        <a:lnSpc>
          <a:spcPct val="90000"/>
        </a:lnSpc>
        <a:spcBef>
          <a:spcPct val="0"/>
        </a:spcBef>
        <a:spcAft>
          <a:spcPct val="0"/>
        </a:spcAft>
        <a:defRPr sz="2960">
          <a:solidFill>
            <a:srgbClr val="191919"/>
          </a:solidFill>
          <a:latin typeface="IBM Plex Sans Light" pitchFamily="34" charset="0"/>
        </a:defRPr>
      </a:lvl6pPr>
      <a:lvl7pPr marL="966813" algn="l" rtl="0" eaLnBrk="1" fontAlgn="base" hangingPunct="1">
        <a:lnSpc>
          <a:spcPct val="90000"/>
        </a:lnSpc>
        <a:spcBef>
          <a:spcPct val="0"/>
        </a:spcBef>
        <a:spcAft>
          <a:spcPct val="0"/>
        </a:spcAft>
        <a:defRPr sz="2960">
          <a:solidFill>
            <a:srgbClr val="191919"/>
          </a:solidFill>
          <a:latin typeface="IBM Plex Sans Light" pitchFamily="34" charset="0"/>
        </a:defRPr>
      </a:lvl7pPr>
      <a:lvl8pPr marL="1450218" algn="l" rtl="0" eaLnBrk="1" fontAlgn="base" hangingPunct="1">
        <a:lnSpc>
          <a:spcPct val="90000"/>
        </a:lnSpc>
        <a:spcBef>
          <a:spcPct val="0"/>
        </a:spcBef>
        <a:spcAft>
          <a:spcPct val="0"/>
        </a:spcAft>
        <a:defRPr sz="2960">
          <a:solidFill>
            <a:srgbClr val="191919"/>
          </a:solidFill>
          <a:latin typeface="IBM Plex Sans Light" pitchFamily="34" charset="0"/>
        </a:defRPr>
      </a:lvl8pPr>
      <a:lvl9pPr marL="1933624" algn="l" rtl="0" eaLnBrk="1" fontAlgn="base" hangingPunct="1">
        <a:lnSpc>
          <a:spcPct val="90000"/>
        </a:lnSpc>
        <a:spcBef>
          <a:spcPct val="0"/>
        </a:spcBef>
        <a:spcAft>
          <a:spcPct val="0"/>
        </a:spcAft>
        <a:defRPr sz="2960">
          <a:solidFill>
            <a:srgbClr val="191919"/>
          </a:solidFill>
          <a:latin typeface="IBM Plex Sans Light" pitchFamily="34" charset="0"/>
        </a:defRPr>
      </a:lvl9pPr>
    </p:titleStyle>
    <p:bodyStyle>
      <a:lvl1pPr marL="0" indent="0" algn="l" rtl="0" eaLnBrk="1" fontAlgn="base" hangingPunct="1">
        <a:lnSpc>
          <a:spcPct val="110000"/>
        </a:lnSpc>
        <a:spcBef>
          <a:spcPts val="1500"/>
        </a:spcBef>
        <a:spcAft>
          <a:spcPct val="0"/>
        </a:spcAft>
        <a:buClr>
          <a:srgbClr val="001141"/>
        </a:buClr>
        <a:buSzPct val="90000"/>
        <a:buFont typeface="IBM Plex Sans Light" pitchFamily="2" charset="2"/>
        <a:buNone/>
        <a:defRPr sz="15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152394" indent="-152394" algn="l" rtl="0" eaLnBrk="1" fontAlgn="base" hangingPunct="1">
        <a:lnSpc>
          <a:spcPct val="110000"/>
        </a:lnSpc>
        <a:spcBef>
          <a:spcPts val="1000"/>
        </a:spcBef>
        <a:spcAft>
          <a:spcPct val="0"/>
        </a:spcAft>
        <a:buClr>
          <a:srgbClr val="001141"/>
        </a:buClr>
        <a:buSzPct val="100000"/>
        <a:buFont typeface="IBM Plex Sans Light" charset="-120"/>
        <a:buChar char="–"/>
        <a:tabLst/>
        <a:defRPr sz="15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304788" indent="-152394" algn="l" rtl="0" eaLnBrk="1" fontAlgn="base" hangingPunct="1">
        <a:lnSpc>
          <a:spcPct val="110000"/>
        </a:lnSpc>
        <a:spcBef>
          <a:spcPts val="0"/>
        </a:spcBef>
        <a:spcAft>
          <a:spcPct val="0"/>
        </a:spcAft>
        <a:buClr>
          <a:srgbClr val="001141"/>
        </a:buClr>
        <a:buSzPct val="100000"/>
        <a:buFont typeface="IBM Plex Sans Light" panose="020B0604020202020204" pitchFamily="34" charset="0"/>
        <a:buChar char="•"/>
        <a:tabLst/>
        <a:defRPr sz="15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457182" indent="-152394" algn="l" rtl="0" eaLnBrk="1" fontAlgn="base" hangingPunct="1">
        <a:lnSpc>
          <a:spcPct val="110000"/>
        </a:lnSpc>
        <a:spcBef>
          <a:spcPts val="0"/>
        </a:spcBef>
        <a:spcAft>
          <a:spcPct val="0"/>
        </a:spcAft>
        <a:buClr>
          <a:srgbClr val="001141"/>
        </a:buClr>
        <a:buSzPct val="100000"/>
        <a:buFont typeface="IBM Plex Sans Light" charset="-120"/>
        <a:buChar char="–"/>
        <a:tabLst/>
        <a:defRPr sz="1500"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609576" indent="-152394" algn="l" rtl="0" eaLnBrk="1" fontAlgn="base" hangingPunct="1">
        <a:lnSpc>
          <a:spcPct val="110000"/>
        </a:lnSpc>
        <a:spcBef>
          <a:spcPts val="0"/>
        </a:spcBef>
        <a:spcAft>
          <a:spcPct val="0"/>
        </a:spcAft>
        <a:buClr>
          <a:srgbClr val="001141"/>
        </a:buClr>
        <a:buFont typeface="IBM Plex Sans Light" charset="-120"/>
        <a:buChar char="»"/>
        <a:tabLst/>
        <a:defRPr sz="15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44" indent="-172886"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51" indent="-172886"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357" indent="-172886"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764" indent="-172886" algn="l" rtl="0" eaLnBrk="1" fontAlgn="base" hangingPunct="1">
        <a:spcBef>
          <a:spcPct val="20000"/>
        </a:spcBef>
        <a:spcAft>
          <a:spcPct val="0"/>
        </a:spcAft>
        <a:buClr>
          <a:schemeClr val="bg1"/>
        </a:buClr>
        <a:buChar char="»"/>
        <a:defRPr sz="1692">
          <a:solidFill>
            <a:schemeClr val="bg1"/>
          </a:solidFill>
          <a:latin typeface="IBM Plex Sans Light" charset="0"/>
        </a:defRPr>
      </a:lvl9pPr>
    </p:bodyStyle>
    <p:otherStyle>
      <a:defPPr>
        <a:defRPr lang="en-US"/>
      </a:defPPr>
      <a:lvl1pPr marL="0" algn="l" defTabSz="966813" rtl="0" eaLnBrk="1" latinLnBrk="0" hangingPunct="1">
        <a:defRPr sz="1904" kern="1200">
          <a:solidFill>
            <a:schemeClr val="tx1"/>
          </a:solidFill>
          <a:latin typeface="+mn-lt"/>
          <a:ea typeface="+mn-ea"/>
          <a:cs typeface="+mn-cs"/>
        </a:defRPr>
      </a:lvl1pPr>
      <a:lvl2pPr marL="483405" algn="l" defTabSz="966813" rtl="0" eaLnBrk="1" latinLnBrk="0" hangingPunct="1">
        <a:defRPr sz="1904" kern="1200">
          <a:solidFill>
            <a:schemeClr val="tx1"/>
          </a:solidFill>
          <a:latin typeface="+mn-lt"/>
          <a:ea typeface="+mn-ea"/>
          <a:cs typeface="+mn-cs"/>
        </a:defRPr>
      </a:lvl2pPr>
      <a:lvl3pPr marL="966813" algn="l" defTabSz="966813" rtl="0" eaLnBrk="1" latinLnBrk="0" hangingPunct="1">
        <a:defRPr sz="1904" kern="1200">
          <a:solidFill>
            <a:schemeClr val="tx1"/>
          </a:solidFill>
          <a:latin typeface="+mn-lt"/>
          <a:ea typeface="+mn-ea"/>
          <a:cs typeface="+mn-cs"/>
        </a:defRPr>
      </a:lvl3pPr>
      <a:lvl4pPr marL="1450218" algn="l" defTabSz="966813" rtl="0" eaLnBrk="1" latinLnBrk="0" hangingPunct="1">
        <a:defRPr sz="1904" kern="1200">
          <a:solidFill>
            <a:schemeClr val="tx1"/>
          </a:solidFill>
          <a:latin typeface="+mn-lt"/>
          <a:ea typeface="+mn-ea"/>
          <a:cs typeface="+mn-cs"/>
        </a:defRPr>
      </a:lvl4pPr>
      <a:lvl5pPr marL="1933624" algn="l" defTabSz="966813" rtl="0" eaLnBrk="1" latinLnBrk="0" hangingPunct="1">
        <a:defRPr sz="1904" kern="1200">
          <a:solidFill>
            <a:schemeClr val="tx1"/>
          </a:solidFill>
          <a:latin typeface="+mn-lt"/>
          <a:ea typeface="+mn-ea"/>
          <a:cs typeface="+mn-cs"/>
        </a:defRPr>
      </a:lvl5pPr>
      <a:lvl6pPr marL="2417032" algn="l" defTabSz="966813" rtl="0" eaLnBrk="1" latinLnBrk="0" hangingPunct="1">
        <a:defRPr sz="1904" kern="1200">
          <a:solidFill>
            <a:schemeClr val="tx1"/>
          </a:solidFill>
          <a:latin typeface="+mn-lt"/>
          <a:ea typeface="+mn-ea"/>
          <a:cs typeface="+mn-cs"/>
        </a:defRPr>
      </a:lvl6pPr>
      <a:lvl7pPr marL="2900436" algn="l" defTabSz="966813" rtl="0" eaLnBrk="1" latinLnBrk="0" hangingPunct="1">
        <a:defRPr sz="1904" kern="1200">
          <a:solidFill>
            <a:schemeClr val="tx1"/>
          </a:solidFill>
          <a:latin typeface="+mn-lt"/>
          <a:ea typeface="+mn-ea"/>
          <a:cs typeface="+mn-cs"/>
        </a:defRPr>
      </a:lvl7pPr>
      <a:lvl8pPr marL="3383842" algn="l" defTabSz="966813" rtl="0" eaLnBrk="1" latinLnBrk="0" hangingPunct="1">
        <a:defRPr sz="1904" kern="1200">
          <a:solidFill>
            <a:schemeClr val="tx1"/>
          </a:solidFill>
          <a:latin typeface="+mn-lt"/>
          <a:ea typeface="+mn-ea"/>
          <a:cs typeface="+mn-cs"/>
        </a:defRPr>
      </a:lvl8pPr>
      <a:lvl9pPr marL="3867248" algn="l" defTabSz="966813"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288">
          <p15:clr>
            <a:srgbClr val="F26B43"/>
          </p15:clr>
        </p15:guide>
        <p15:guide id="3" pos="8928">
          <p15:clr>
            <a:srgbClr val="F26B43"/>
          </p15:clr>
        </p15:guide>
        <p15:guide id="4" orient="horz" pos="4800">
          <p15:clr>
            <a:srgbClr val="F26B43"/>
          </p15:clr>
        </p15:guide>
        <p15:guide id="5" orient="horz" pos="5088">
          <p15:clr>
            <a:srgbClr val="F26B43"/>
          </p15:clr>
        </p15:guide>
        <p15:guide id="6" pos="4608">
          <p15:clr>
            <a:srgbClr val="547EBF"/>
          </p15:clr>
        </p15:guide>
        <p15:guide id="7" pos="4464">
          <p15:clr>
            <a:srgbClr val="F26B43"/>
          </p15:clr>
        </p15:guide>
        <p15:guide id="8" pos="2304">
          <p15:clr>
            <a:srgbClr val="547EBF"/>
          </p15:clr>
        </p15:guide>
        <p15:guide id="9" pos="4752">
          <p15:clr>
            <a:srgbClr val="F26B43"/>
          </p15:clr>
        </p15:guide>
        <p15:guide id="10" pos="2160">
          <p15:clr>
            <a:srgbClr val="F26B43"/>
          </p15:clr>
        </p15:guide>
        <p15:guide id="11" pos="2448">
          <p15:clr>
            <a:srgbClr val="F26B43"/>
          </p15:clr>
        </p15:guide>
        <p15:guide id="12" pos="6912">
          <p15:clr>
            <a:srgbClr val="547EBF"/>
          </p15:clr>
        </p15:guide>
        <p15:guide id="13" pos="6768">
          <p15:clr>
            <a:srgbClr val="F26B43"/>
          </p15:clr>
        </p15:guide>
        <p15:guide id="14" pos="7056">
          <p15:clr>
            <a:srgbClr val="F26B43"/>
          </p15:clr>
        </p15:guide>
        <p15:guide id="17" orient="horz" pos="1296">
          <p15:clr>
            <a:srgbClr val="547EBF"/>
          </p15:clr>
        </p15:guide>
        <p15:guide id="18" orient="horz" pos="2592">
          <p15:clr>
            <a:srgbClr val="547EBF"/>
          </p15:clr>
        </p15:guide>
        <p15:guide id="21" orient="horz" pos="3888">
          <p15:clr>
            <a:srgbClr val="547EBF"/>
          </p15:clr>
        </p15:guide>
        <p15:guide id="22" pos="4896">
          <p15:clr>
            <a:srgbClr val="FDE53C"/>
          </p15:clr>
        </p15:guide>
        <p15:guide id="23" pos="4320">
          <p15:clr>
            <a:srgbClr val="FDE53C"/>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8"/>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5"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3" y="6130438"/>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4/26/26</a:t>
            </a:fld>
            <a:endParaRPr lang="en-US" dirty="0"/>
          </a:p>
        </p:txBody>
      </p:sp>
      <p:sp>
        <p:nvSpPr>
          <p:cNvPr id="5" name="Footer Placeholder 4"/>
          <p:cNvSpPr>
            <a:spLocks noGrp="1"/>
          </p:cNvSpPr>
          <p:nvPr>
            <p:ph type="ftr" sz="quarter" idx="3"/>
          </p:nvPr>
        </p:nvSpPr>
        <p:spPr>
          <a:xfrm>
            <a:off x="2589213"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3"/>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88976881"/>
      </p:ext>
    </p:extLst>
  </p:cSld>
  <p:clrMap bg1="lt1" tx1="dk1" bg2="lt2" tx2="dk2" accent1="accent1" accent2="accent2" accent3="accent3" accent4="accent4" accent5="accent5" accent6="accent6" hlink="hlink" folHlink="folHlink"/>
  <p:sldLayoutIdLst>
    <p:sldLayoutId id="2147483684" r:id="rId1"/>
    <p:sldLayoutId id="2147483899" r:id="rId2"/>
    <p:sldLayoutId id="2147483885" r:id="rId3"/>
    <p:sldLayoutId id="2147483898"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891" r:id="rId18"/>
    <p:sldLayoutId id="2147483894" r:id="rId19"/>
  </p:sldLayoutIdLst>
  <p:hf hdr="0" dt="0"/>
  <p:txStyles>
    <p:titleStyle>
      <a:lvl1pPr algn="l" defTabSz="457182"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86" indent="-342886" algn="l" defTabSz="457182"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20" indent="-285739" algn="l" defTabSz="457182"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954" indent="-228591" algn="l" defTabSz="457182"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136" indent="-228591" algn="l" defTabSz="457182"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318" indent="-228591" algn="l" defTabSz="457182"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499" indent="-228591" algn="l" defTabSz="457182"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681" indent="-228591" algn="l" defTabSz="457182"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8863" indent="-228591" algn="l" defTabSz="457182"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045" indent="-228591" algn="l" defTabSz="457182"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2" rtl="0" eaLnBrk="1" latinLnBrk="0" hangingPunct="1">
        <a:defRPr sz="1800" kern="1200">
          <a:solidFill>
            <a:schemeClr val="tx1"/>
          </a:solidFill>
          <a:latin typeface="+mn-lt"/>
          <a:ea typeface="+mn-ea"/>
          <a:cs typeface="+mn-cs"/>
        </a:defRPr>
      </a:lvl1pPr>
      <a:lvl2pPr marL="457182" algn="l" defTabSz="457182" rtl="0" eaLnBrk="1" latinLnBrk="0" hangingPunct="1">
        <a:defRPr sz="1800" kern="1200">
          <a:solidFill>
            <a:schemeClr val="tx1"/>
          </a:solidFill>
          <a:latin typeface="+mn-lt"/>
          <a:ea typeface="+mn-ea"/>
          <a:cs typeface="+mn-cs"/>
        </a:defRPr>
      </a:lvl2pPr>
      <a:lvl3pPr marL="914363" algn="l" defTabSz="457182" rtl="0" eaLnBrk="1" latinLnBrk="0" hangingPunct="1">
        <a:defRPr sz="1800" kern="1200">
          <a:solidFill>
            <a:schemeClr val="tx1"/>
          </a:solidFill>
          <a:latin typeface="+mn-lt"/>
          <a:ea typeface="+mn-ea"/>
          <a:cs typeface="+mn-cs"/>
        </a:defRPr>
      </a:lvl3pPr>
      <a:lvl4pPr marL="1371545" algn="l" defTabSz="457182" rtl="0" eaLnBrk="1" latinLnBrk="0" hangingPunct="1">
        <a:defRPr sz="1800" kern="1200">
          <a:solidFill>
            <a:schemeClr val="tx1"/>
          </a:solidFill>
          <a:latin typeface="+mn-lt"/>
          <a:ea typeface="+mn-ea"/>
          <a:cs typeface="+mn-cs"/>
        </a:defRPr>
      </a:lvl4pPr>
      <a:lvl5pPr marL="1828727" algn="l" defTabSz="457182" rtl="0" eaLnBrk="1" latinLnBrk="0" hangingPunct="1">
        <a:defRPr sz="1800" kern="1200">
          <a:solidFill>
            <a:schemeClr val="tx1"/>
          </a:solidFill>
          <a:latin typeface="+mn-lt"/>
          <a:ea typeface="+mn-ea"/>
          <a:cs typeface="+mn-cs"/>
        </a:defRPr>
      </a:lvl5pPr>
      <a:lvl6pPr marL="2285909" algn="l" defTabSz="457182" rtl="0" eaLnBrk="1" latinLnBrk="0" hangingPunct="1">
        <a:defRPr sz="1800" kern="1200">
          <a:solidFill>
            <a:schemeClr val="tx1"/>
          </a:solidFill>
          <a:latin typeface="+mn-lt"/>
          <a:ea typeface="+mn-ea"/>
          <a:cs typeface="+mn-cs"/>
        </a:defRPr>
      </a:lvl6pPr>
      <a:lvl7pPr marL="2743090" algn="l" defTabSz="457182" rtl="0" eaLnBrk="1" latinLnBrk="0" hangingPunct="1">
        <a:defRPr sz="1800" kern="1200">
          <a:solidFill>
            <a:schemeClr val="tx1"/>
          </a:solidFill>
          <a:latin typeface="+mn-lt"/>
          <a:ea typeface="+mn-ea"/>
          <a:cs typeface="+mn-cs"/>
        </a:defRPr>
      </a:lvl7pPr>
      <a:lvl8pPr marL="3200272" algn="l" defTabSz="457182" rtl="0" eaLnBrk="1" latinLnBrk="0" hangingPunct="1">
        <a:defRPr sz="1800" kern="1200">
          <a:solidFill>
            <a:schemeClr val="tx1"/>
          </a:solidFill>
          <a:latin typeface="+mn-lt"/>
          <a:ea typeface="+mn-ea"/>
          <a:cs typeface="+mn-cs"/>
        </a:defRPr>
      </a:lvl8pPr>
      <a:lvl9pPr marL="3657454" algn="l" defTabSz="457182"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AD2EB4-DE58-4E5C-B5F3-B73D734A7B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B45EA3-CE7F-4B3E-AD62-6E6DA76F4E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AF5C5A-C026-482E-8FCF-7454C9E9A1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87AA50-0AE6-44C1-B7AB-04433F87EB63}" type="datetimeFigureOut">
              <a:rPr lang="en-US" smtClean="0"/>
              <a:t>4/26/26</a:t>
            </a:fld>
            <a:endParaRPr lang="en-US"/>
          </a:p>
        </p:txBody>
      </p:sp>
      <p:sp>
        <p:nvSpPr>
          <p:cNvPr id="5" name="Footer Placeholder 4">
            <a:extLst>
              <a:ext uri="{FF2B5EF4-FFF2-40B4-BE49-F238E27FC236}">
                <a16:creationId xmlns:a16="http://schemas.microsoft.com/office/drawing/2014/main" id="{5BFD0DED-D9FA-431C-96DB-FC446CF456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D26746-CDFD-457D-A611-E5DAA79696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5DB07D-A268-45CE-9550-A53797798155}" type="slidenum">
              <a:rPr lang="en-US" smtClean="0"/>
              <a:t>‹#›</a:t>
            </a:fld>
            <a:endParaRPr lang="en-US"/>
          </a:p>
        </p:txBody>
      </p:sp>
    </p:spTree>
    <p:extLst>
      <p:ext uri="{BB962C8B-B14F-4D97-AF65-F5344CB8AC3E}">
        <p14:creationId xmlns:p14="http://schemas.microsoft.com/office/powerpoint/2010/main" val="684778719"/>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92447-BA44-40A8-A7B6-1F839E3A86CD}"/>
              </a:ext>
            </a:extLst>
          </p:cNvPr>
          <p:cNvSpPr>
            <a:spLocks noGrp="1"/>
          </p:cNvSpPr>
          <p:nvPr>
            <p:ph type="title"/>
          </p:nvPr>
        </p:nvSpPr>
        <p:spPr>
          <a:xfrm>
            <a:off x="360000" y="358783"/>
            <a:ext cx="11482699" cy="984250"/>
          </a:xfrm>
          <a:prstGeom prst="rect">
            <a:avLst/>
          </a:prstGeom>
        </p:spPr>
        <p:txBody>
          <a:bodyPr vert="horz" lIns="0" tIns="0" rIns="0" bIns="0" rtlCol="0" anchor="t">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4537AD-A544-4F9C-8BDA-8E7690A576B5}"/>
              </a:ext>
            </a:extLst>
          </p:cNvPr>
          <p:cNvSpPr>
            <a:spLocks noGrp="1"/>
          </p:cNvSpPr>
          <p:nvPr>
            <p:ph type="body" idx="1"/>
          </p:nvPr>
        </p:nvSpPr>
        <p:spPr>
          <a:xfrm>
            <a:off x="360000" y="1692000"/>
            <a:ext cx="11484000" cy="4392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49045825"/>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887"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895" r:id="rId14"/>
    <p:sldLayoutId id="2147483886" r:id="rId15"/>
    <p:sldLayoutId id="2147483888" r:id="rId16"/>
    <p:sldLayoutId id="2147483747" r:id="rId17"/>
    <p:sldLayoutId id="2147483748" r:id="rId18"/>
    <p:sldLayoutId id="2147483749" r:id="rId19"/>
    <p:sldLayoutId id="2147483750" r:id="rId20"/>
    <p:sldLayoutId id="2147483892" r:id="rId21"/>
    <p:sldLayoutId id="2147483752" r:id="rId22"/>
  </p:sldLayoutIdLst>
  <p:hf hdr="0" ftr="0" dt="0"/>
  <p:txStyles>
    <p:title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0" indent="0" algn="l" defTabSz="914400" rtl="0" eaLnBrk="1" latinLnBrk="0" hangingPunct="1">
        <a:lnSpc>
          <a:spcPct val="90000"/>
        </a:lnSpc>
        <a:spcBef>
          <a:spcPts val="0"/>
        </a:spcBef>
        <a:spcAft>
          <a:spcPts val="1500"/>
        </a:spcAft>
        <a:buFont typeface="Arial" panose="020B0604020202020204" pitchFamily="34" charset="0"/>
        <a:buNone/>
        <a:defRPr sz="1400" b="0" kern="1200">
          <a:solidFill>
            <a:schemeClr val="accent1"/>
          </a:solidFill>
          <a:latin typeface="+mn-lt"/>
          <a:ea typeface="+mn-ea"/>
          <a:cs typeface="+mn-cs"/>
        </a:defRPr>
      </a:lvl1pPr>
      <a:lvl2pPr marL="180975" indent="-183600" algn="l" defTabSz="914400" rtl="0" eaLnBrk="1" latinLnBrk="0" hangingPunct="1">
        <a:lnSpc>
          <a:spcPct val="90000"/>
        </a:lnSpc>
        <a:spcBef>
          <a:spcPts val="0"/>
        </a:spcBef>
        <a:spcAft>
          <a:spcPts val="1200"/>
        </a:spcAft>
        <a:buFont typeface="Arial" panose="020B0604020202020204" pitchFamily="34" charset="0"/>
        <a:buChar char="•"/>
        <a:defRPr sz="1200" kern="1200">
          <a:solidFill>
            <a:schemeClr val="accent1"/>
          </a:solidFill>
          <a:latin typeface="+mn-lt"/>
          <a:ea typeface="+mn-ea"/>
          <a:cs typeface="+mn-cs"/>
        </a:defRPr>
      </a:lvl2pPr>
      <a:lvl3pPr marL="361950" indent="-183600" algn="l" defTabSz="914400" rtl="0" eaLnBrk="1" latinLnBrk="0" hangingPunct="1">
        <a:lnSpc>
          <a:spcPct val="90000"/>
        </a:lnSpc>
        <a:spcBef>
          <a:spcPts val="0"/>
        </a:spcBef>
        <a:spcAft>
          <a:spcPts val="1100"/>
        </a:spcAft>
        <a:buFont typeface="Arial" panose="020B0604020202020204" pitchFamily="34" charset="0"/>
        <a:buChar char="•"/>
        <a:defRPr sz="1100" kern="1200">
          <a:solidFill>
            <a:schemeClr val="accent1"/>
          </a:solidFill>
          <a:latin typeface="+mn-lt"/>
          <a:ea typeface="+mn-ea"/>
          <a:cs typeface="+mn-cs"/>
        </a:defRPr>
      </a:lvl3pPr>
      <a:lvl4pPr marL="542925" indent="-183600" algn="l" defTabSz="914400" rtl="0" eaLnBrk="1" latinLnBrk="0" hangingPunct="1">
        <a:lnSpc>
          <a:spcPct val="90000"/>
        </a:lnSpc>
        <a:spcBef>
          <a:spcPts val="0"/>
        </a:spcBef>
        <a:spcAft>
          <a:spcPts val="1050"/>
        </a:spcAft>
        <a:buFont typeface="Arial" panose="020B0604020202020204" pitchFamily="34" charset="0"/>
        <a:buChar char="•"/>
        <a:defRPr sz="1050" kern="1200">
          <a:solidFill>
            <a:schemeClr val="accent1"/>
          </a:solidFill>
          <a:latin typeface="+mn-lt"/>
          <a:ea typeface="+mn-ea"/>
          <a:cs typeface="+mn-cs"/>
        </a:defRPr>
      </a:lvl4pPr>
      <a:lvl5pPr marL="714375" indent="-183600" algn="l" defTabSz="914400" rtl="0" eaLnBrk="1" latinLnBrk="0" hangingPunct="1">
        <a:lnSpc>
          <a:spcPct val="90000"/>
        </a:lnSpc>
        <a:spcBef>
          <a:spcPts val="0"/>
        </a:spcBef>
        <a:spcAft>
          <a:spcPts val="1000"/>
        </a:spcAft>
        <a:buFont typeface="Arial" panose="020B0604020202020204" pitchFamily="34" charset="0"/>
        <a:buChar char="•"/>
        <a:defRPr sz="10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2">
          <p15:clr>
            <a:srgbClr val="F26B43"/>
          </p15:clr>
        </p15:guide>
        <p15:guide id="2" pos="222">
          <p15:clr>
            <a:srgbClr val="F26B43"/>
          </p15:clr>
        </p15:guide>
        <p15:guide id="4" orient="horz" pos="444">
          <p15:clr>
            <a:srgbClr val="F26B43"/>
          </p15:clr>
        </p15:guide>
        <p15:guide id="5" orient="horz" pos="4098">
          <p15:clr>
            <a:srgbClr val="F26B43"/>
          </p15:clr>
        </p15:guide>
        <p15:guide id="6" pos="7458">
          <p15:clr>
            <a:srgbClr val="F26B43"/>
          </p15:clr>
        </p15:guide>
        <p15:guide id="7" orient="horz" pos="388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96436-1CE0-4A0E-9FC6-63EF00425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DD575F-C371-4392-9041-97232E5CA5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DCA8A11-B886-428C-9AB7-9709FE93AB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7ED5FE-83CF-4449-9549-D1865E4A2B82}" type="datetimeFigureOut">
              <a:rPr lang="en-US" smtClean="0"/>
              <a:t>4/26/26</a:t>
            </a:fld>
            <a:endParaRPr lang="en-US"/>
          </a:p>
        </p:txBody>
      </p:sp>
      <p:sp>
        <p:nvSpPr>
          <p:cNvPr id="5" name="Footer Placeholder 4">
            <a:extLst>
              <a:ext uri="{FF2B5EF4-FFF2-40B4-BE49-F238E27FC236}">
                <a16:creationId xmlns:a16="http://schemas.microsoft.com/office/drawing/2014/main" id="{CA33513C-DD61-4C4E-AF92-C70D42671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BBCBC3-167D-474D-A5C4-3BA574158A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E1E83E-CC8D-4EC4-9A25-320F0C1CE6F1}" type="slidenum">
              <a:rPr lang="en-US" smtClean="0"/>
              <a:t>‹#›</a:t>
            </a:fld>
            <a:endParaRPr lang="en-US"/>
          </a:p>
        </p:txBody>
      </p:sp>
      <p:grpSp>
        <p:nvGrpSpPr>
          <p:cNvPr id="11" name="Group 10">
            <a:extLst>
              <a:ext uri="{FF2B5EF4-FFF2-40B4-BE49-F238E27FC236}">
                <a16:creationId xmlns:a16="http://schemas.microsoft.com/office/drawing/2014/main" id="{B4C17751-98FE-4C6C-96E7-3292EF4083B1}"/>
              </a:ext>
            </a:extLst>
          </p:cNvPr>
          <p:cNvGrpSpPr/>
          <p:nvPr userDrawn="1"/>
        </p:nvGrpSpPr>
        <p:grpSpPr>
          <a:xfrm>
            <a:off x="0" y="0"/>
            <a:ext cx="397363" cy="471340"/>
            <a:chOff x="0" y="0"/>
            <a:chExt cx="397363" cy="471340"/>
          </a:xfrm>
        </p:grpSpPr>
        <p:sp>
          <p:nvSpPr>
            <p:cNvPr id="7" name="Arrow: Chevron 6">
              <a:extLst>
                <a:ext uri="{FF2B5EF4-FFF2-40B4-BE49-F238E27FC236}">
                  <a16:creationId xmlns:a16="http://schemas.microsoft.com/office/drawing/2014/main" id="{8CAB8781-ADC6-4ECA-99FB-78F5A9909545}"/>
                </a:ext>
              </a:extLst>
            </p:cNvPr>
            <p:cNvSpPr/>
            <p:nvPr userDrawn="1"/>
          </p:nvSpPr>
          <p:spPr>
            <a:xfrm>
              <a:off x="0" y="0"/>
              <a:ext cx="210085" cy="463237"/>
            </a:xfrm>
            <a:prstGeom prst="chevron">
              <a:avLst/>
            </a:prstGeom>
            <a:solidFill>
              <a:srgbClr val="061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Chevron 7">
              <a:extLst>
                <a:ext uri="{FF2B5EF4-FFF2-40B4-BE49-F238E27FC236}">
                  <a16:creationId xmlns:a16="http://schemas.microsoft.com/office/drawing/2014/main" id="{82975086-2EA5-429B-BCA4-594E894957C8}"/>
                </a:ext>
              </a:extLst>
            </p:cNvPr>
            <p:cNvSpPr/>
            <p:nvPr userDrawn="1"/>
          </p:nvSpPr>
          <p:spPr>
            <a:xfrm>
              <a:off x="93639" y="8103"/>
              <a:ext cx="210085" cy="463237"/>
            </a:xfrm>
            <a:prstGeom prst="chevron">
              <a:avLst/>
            </a:prstGeom>
            <a:solidFill>
              <a:srgbClr val="006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row: Chevron 8">
              <a:extLst>
                <a:ext uri="{FF2B5EF4-FFF2-40B4-BE49-F238E27FC236}">
                  <a16:creationId xmlns:a16="http://schemas.microsoft.com/office/drawing/2014/main" id="{9D56F845-039A-4FAD-84FE-FD52E8156744}"/>
                </a:ext>
              </a:extLst>
            </p:cNvPr>
            <p:cNvSpPr/>
            <p:nvPr userDrawn="1"/>
          </p:nvSpPr>
          <p:spPr>
            <a:xfrm>
              <a:off x="187278" y="8103"/>
              <a:ext cx="210085" cy="463237"/>
            </a:xfrm>
            <a:prstGeom prst="chevron">
              <a:avLst/>
            </a:prstGeom>
            <a:solidFill>
              <a:srgbClr val="97C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13" name="Picture 12">
            <a:extLst>
              <a:ext uri="{FF2B5EF4-FFF2-40B4-BE49-F238E27FC236}">
                <a16:creationId xmlns:a16="http://schemas.microsoft.com/office/drawing/2014/main" id="{5493A7D6-7714-42E2-98FC-01F920DE5CEF}"/>
              </a:ext>
            </a:extLst>
          </p:cNvPr>
          <p:cNvPicPr>
            <a:picLocks noChangeAspect="1"/>
          </p:cNvPicPr>
          <p:nvPr userDrawn="1"/>
        </p:nvPicPr>
        <p:blipFill>
          <a:blip r:embed="rId13"/>
          <a:stretch>
            <a:fillRect/>
          </a:stretch>
        </p:blipFill>
        <p:spPr>
          <a:xfrm>
            <a:off x="11444274" y="64418"/>
            <a:ext cx="700726" cy="350605"/>
          </a:xfrm>
          <a:prstGeom prst="rect">
            <a:avLst/>
          </a:prstGeom>
        </p:spPr>
      </p:pic>
    </p:spTree>
    <p:extLst>
      <p:ext uri="{BB962C8B-B14F-4D97-AF65-F5344CB8AC3E}">
        <p14:creationId xmlns:p14="http://schemas.microsoft.com/office/powerpoint/2010/main" val="3147695946"/>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889" r:id="rId9"/>
    <p:sldLayoutId id="2147483890" r:id="rId10"/>
    <p:sldLayoutId id="21474837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571500"/>
            <a:ext cx="5486400" cy="952500"/>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381000" y="1714500"/>
            <a:ext cx="5486400" cy="4381500"/>
          </a:xfrm>
          <a:prstGeom prst="rect">
            <a:avLst/>
          </a:prstGeom>
        </p:spPr>
        <p:txBody>
          <a:bodyPr vert="horz" lIns="0" tIns="228600" rIns="0" bIns="0" rtlCol="0" anchor="t">
            <a:noAutofit/>
          </a:bodyPr>
          <a:lstStyle/>
          <a:p>
            <a:pPr lvl="0"/>
            <a:r>
              <a:rPr lang="en-US" dirty="0"/>
              <a:t>Click to edit Master text styles</a:t>
            </a:r>
          </a:p>
        </p:txBody>
      </p:sp>
      <p:grpSp>
        <p:nvGrpSpPr>
          <p:cNvPr id="8" name="Group 7"/>
          <p:cNvGrpSpPr/>
          <p:nvPr userDrawn="1"/>
        </p:nvGrpSpPr>
        <p:grpSpPr>
          <a:xfrm>
            <a:off x="762000" y="6583046"/>
            <a:ext cx="2184925" cy="183809"/>
            <a:chOff x="914400" y="7899655"/>
            <a:chExt cx="2621910" cy="220571"/>
          </a:xfrm>
        </p:grpSpPr>
        <p:sp>
          <p:nvSpPr>
            <p:cNvPr id="9" name="Footer Placeholder 3"/>
            <p:cNvSpPr txBox="1">
              <a:spLocks/>
            </p:cNvSpPr>
            <p:nvPr userDrawn="1"/>
          </p:nvSpPr>
          <p:spPr>
            <a:xfrm>
              <a:off x="914400" y="7900416"/>
              <a:ext cx="2284416" cy="219051"/>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a:t>
              </a:r>
              <a:r>
                <a:rPr lang="en-US" sz="333" b="0" i="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2020 IBM Corporation</a:t>
              </a:r>
              <a:r>
                <a:rPr lang="en-US" sz="666" b="0" i="0" baseline="0" dirty="0">
                  <a:latin typeface="IBM Plex Sans" charset="0"/>
                  <a:ea typeface="IBM Plex Sans" charset="0"/>
                  <a:cs typeface="IBM Plex Sans" charset="0"/>
                </a:rPr>
                <a:t>              </a:t>
              </a:r>
              <a:r>
                <a:rPr lang="en-US" sz="666" b="0" i="0" dirty="0">
                  <a:latin typeface="IBM Plex Sans" charset="0"/>
                  <a:ea typeface="IBM Plex Sans" charset="0"/>
                  <a:cs typeface="IBM Plex Sans" charset="0"/>
                </a:rPr>
                <a:t> </a:t>
              </a:r>
            </a:p>
          </p:txBody>
        </p:sp>
        <p:sp>
          <p:nvSpPr>
            <p:cNvPr id="10" name="Date Placeholder 2"/>
            <p:cNvSpPr txBox="1">
              <a:spLocks/>
            </p:cNvSpPr>
            <p:nvPr userDrawn="1"/>
          </p:nvSpPr>
          <p:spPr>
            <a:xfrm>
              <a:off x="2256150" y="7899655"/>
              <a:ext cx="1280160" cy="220571"/>
            </a:xfrm>
            <a:prstGeom prst="rect">
              <a:avLst/>
            </a:prstGeom>
          </p:spPr>
          <p:txBody>
            <a:bodyPr lIns="0" tIns="0" rIns="0" bIns="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spcBef>
                  <a:spcPts val="0"/>
                </a:spcBef>
                <a:spcAft>
                  <a:spcPts val="0"/>
                </a:spcAft>
                <a:tabLst/>
                <a:defRPr/>
              </a:pPr>
              <a:r>
                <a:rPr lang="en-US" sz="666" b="0" i="0" dirty="0">
                  <a:solidFill>
                    <a:schemeClr val="bg2">
                      <a:alpha val="60000"/>
                    </a:schemeClr>
                  </a:solidFill>
                  <a:latin typeface="IBM Plex Sans" charset="0"/>
                  <a:ea typeface="IBM Plex Sans" charset="0"/>
                  <a:cs typeface="IBM Plex Sans" charset="0"/>
                </a:rPr>
                <a:t> </a:t>
              </a:r>
              <a:fld id="{7C9968D1-C8E5-4FE3-AED4-7D4518C301B3}" type="datetime3">
                <a:rPr lang="en-US" sz="666" b="0" i="0" smtClean="0">
                  <a:solidFill>
                    <a:schemeClr val="bg2">
                      <a:alpha val="60000"/>
                    </a:schemeClr>
                  </a:solidFill>
                  <a:latin typeface="IBM Plex Sans" charset="0"/>
                  <a:ea typeface="IBM Plex Sans" charset="0"/>
                  <a:cs typeface="IBM Plex Sans" charset="0"/>
                </a:rPr>
                <a:pPr marL="0" indent="0" fontAlgn="auto">
                  <a:spcBef>
                    <a:spcPts val="0"/>
                  </a:spcBef>
                  <a:spcAft>
                    <a:spcPts val="0"/>
                  </a:spcAft>
                  <a:tabLst/>
                  <a:defRPr/>
                </a:pPr>
                <a:t>26 April 2026</a:t>
              </a:fld>
              <a:endParaRPr lang="en-US" sz="666" b="0" i="0" dirty="0">
                <a:solidFill>
                  <a:schemeClr val="bg2">
                    <a:alpha val="60000"/>
                  </a:schemeClr>
                </a:solidFill>
                <a:latin typeface="IBM Plex Sans" charset="0"/>
                <a:ea typeface="IBM Plex Sans" charset="0"/>
                <a:cs typeface="IBM Plex Sans" charset="0"/>
              </a:endParaRPr>
            </a:p>
          </p:txBody>
        </p:sp>
      </p:grpSp>
      <p:sp>
        <p:nvSpPr>
          <p:cNvPr id="11" name="Footer Placeholder 3"/>
          <p:cNvSpPr txBox="1">
            <a:spLocks/>
          </p:cNvSpPr>
          <p:nvPr userDrawn="1"/>
        </p:nvSpPr>
        <p:spPr>
          <a:xfrm>
            <a:off x="3238500" y="6583680"/>
            <a:ext cx="1903680" cy="182543"/>
          </a:xfrm>
          <a:prstGeom prst="rect">
            <a:avLst/>
          </a:prstGeom>
        </p:spPr>
        <p:txBody>
          <a:bodyPr lIns="0" tIns="0" rIns="0" bIns="0" anchor="ctr"/>
          <a:lstStyle>
            <a:defPPr>
              <a:defRPr lang="en-US"/>
            </a:defPPr>
            <a:lvl1pPr marL="0" algn="l" defTabSz="685800" rtl="0" eaLnBrk="1" latinLnBrk="0" hangingPunct="1">
              <a:defRPr sz="500" kern="1200">
                <a:solidFill>
                  <a:schemeClr val="bg2">
                    <a:alpha val="60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666" b="0" i="0" dirty="0">
                <a:latin typeface="IBM Plex Sans" charset="0"/>
                <a:ea typeface="IBM Plex Sans" charset="0"/>
                <a:cs typeface="IBM Plex Sans" charset="0"/>
              </a:rPr>
              <a:t>IBM Services</a:t>
            </a:r>
          </a:p>
        </p:txBody>
      </p:sp>
      <p:sp>
        <p:nvSpPr>
          <p:cNvPr id="12" name="Slide Number Placeholder 2"/>
          <p:cNvSpPr txBox="1">
            <a:spLocks/>
          </p:cNvSpPr>
          <p:nvPr userDrawn="1"/>
        </p:nvSpPr>
        <p:spPr>
          <a:xfrm>
            <a:off x="379048" y="6578160"/>
            <a:ext cx="273233" cy="182542"/>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667" b="0" i="0" smtClean="0">
                <a:solidFill>
                  <a:schemeClr val="bg2"/>
                </a:solidFill>
                <a:latin typeface="IBM Plex Sans" charset="0"/>
                <a:ea typeface="IBM Plex Sans" charset="0"/>
                <a:cs typeface="IBM Plex Sans" charset="0"/>
              </a:rPr>
              <a:pPr algn="l"/>
              <a:t>‹#›</a:t>
            </a:fld>
            <a:endParaRPr lang="en-US" sz="667" b="0" i="0" dirty="0">
              <a:solidFill>
                <a:schemeClr val="bg2"/>
              </a:solidFill>
              <a:latin typeface="IBM Plex Sans" charset="0"/>
              <a:ea typeface="IBM Plex Sans" charset="0"/>
              <a:cs typeface="IBM Plex Sans" charset="0"/>
            </a:endParaRPr>
          </a:p>
        </p:txBody>
      </p:sp>
    </p:spTree>
    <p:extLst>
      <p:ext uri="{BB962C8B-B14F-4D97-AF65-F5344CB8AC3E}">
        <p14:creationId xmlns:p14="http://schemas.microsoft.com/office/powerpoint/2010/main" val="876514636"/>
      </p:ext>
    </p:extLst>
  </p:cSld>
  <p:clrMap bg1="lt1" tx1="dk1" bg2="lt2" tx2="dk2" accent1="accent1" accent2="accent2" accent3="accent3" accent4="accent4" accent5="accent5" accent6="accent6" hlink="hlink" folHlink="folHlink"/>
  <p:sldLayoutIdLst>
    <p:sldLayoutId id="2147483686" r:id="rId1"/>
    <p:sldLayoutId id="2147483745" r:id="rId2"/>
    <p:sldLayoutId id="2147483733" r:id="rId3"/>
    <p:sldLayoutId id="2147483746" r:id="rId4"/>
    <p:sldLayoutId id="2147483776" r:id="rId5"/>
    <p:sldLayoutId id="2147483777" r:id="rId6"/>
    <p:sldLayoutId id="2147483781" r:id="rId7"/>
    <p:sldLayoutId id="2147483701" r:id="rId8"/>
    <p:sldLayoutId id="2147483751" r:id="rId9"/>
    <p:sldLayoutId id="2147483779" r:id="rId10"/>
    <p:sldLayoutId id="2147483702" r:id="rId11"/>
    <p:sldLayoutId id="2147483744" r:id="rId12"/>
    <p:sldLayoutId id="2147483759" r:id="rId13"/>
    <p:sldLayoutId id="2147483799" r:id="rId14"/>
    <p:sldLayoutId id="2147483800" r:id="rId15"/>
    <p:sldLayoutId id="2147483801" r:id="rId16"/>
    <p:sldLayoutId id="2147483803" r:id="rId17"/>
    <p:sldLayoutId id="2147483804" r:id="rId18"/>
    <p:sldLayoutId id="2147483805" r:id="rId19"/>
    <p:sldLayoutId id="2147483806" r:id="rId20"/>
    <p:sldLayoutId id="2147483807" r:id="rId21"/>
    <p:sldLayoutId id="2147483810" r:id="rId22"/>
    <p:sldLayoutId id="2147483811" r:id="rId23"/>
    <p:sldLayoutId id="2147483760" r:id="rId24"/>
    <p:sldLayoutId id="2147483687" r:id="rId25"/>
    <p:sldLayoutId id="2147483685" r:id="rId26"/>
    <p:sldLayoutId id="2147483783" r:id="rId27"/>
    <p:sldLayoutId id="2147483784" r:id="rId28"/>
    <p:sldLayoutId id="2147483785" r:id="rId29"/>
    <p:sldLayoutId id="2147483792" r:id="rId30"/>
    <p:sldLayoutId id="2147483798" r:id="rId31"/>
    <p:sldLayoutId id="2147483793" r:id="rId32"/>
    <p:sldLayoutId id="2147483794" r:id="rId33"/>
    <p:sldLayoutId id="2147483883" r:id="rId34"/>
  </p:sldLayoutIdLst>
  <p:txStyles>
    <p:titleStyle>
      <a:lvl1pPr algn="l" defTabSz="1097280" rtl="0" eaLnBrk="1" latinLnBrk="0" hangingPunct="1">
        <a:lnSpc>
          <a:spcPct val="90000"/>
        </a:lnSpc>
        <a:spcBef>
          <a:spcPct val="0"/>
        </a:spcBef>
        <a:buNone/>
        <a:defRPr sz="3600" b="0" i="0" kern="1200">
          <a:solidFill>
            <a:schemeClr val="bg2"/>
          </a:solidFill>
          <a:latin typeface="IBM Plex Sans" charset="0"/>
          <a:ea typeface="IBM Plex Sans" charset="0"/>
          <a:cs typeface="IBM Plex Sans" charset="0"/>
        </a:defRPr>
      </a:lvl1pPr>
    </p:titleStyle>
    <p:bodyStyle>
      <a:lvl1pPr marL="0" indent="0" algn="l" defTabSz="1097280" rtl="0" eaLnBrk="1" latinLnBrk="0" hangingPunct="1">
        <a:lnSpc>
          <a:spcPct val="105000"/>
        </a:lnSpc>
        <a:spcBef>
          <a:spcPts val="600"/>
        </a:spcBef>
        <a:buFontTx/>
        <a:buNone/>
        <a:tabLst/>
        <a:defRPr sz="2000" b="0" i="0" kern="1200">
          <a:solidFill>
            <a:schemeClr val="bg2"/>
          </a:solidFill>
          <a:latin typeface="IBM Plex Sans" charset="0"/>
          <a:ea typeface="IBM Plex Sans" charset="0"/>
          <a:cs typeface="IBM Plex Sans" charset="0"/>
        </a:defRPr>
      </a:lvl1pPr>
      <a:lvl2pPr marL="228600" indent="-228600" algn="l" defTabSz="1097280" rtl="0" eaLnBrk="1" latinLnBrk="0" hangingPunct="1">
        <a:lnSpc>
          <a:spcPct val="105000"/>
        </a:lnSpc>
        <a:spcBef>
          <a:spcPts val="600"/>
        </a:spcBef>
        <a:buFont typeface="Wingdings" panose="05000000000000000000" pitchFamily="2" charset="2"/>
        <a:buChar char="§"/>
        <a:defRPr sz="2000" b="0" i="0" kern="1200">
          <a:solidFill>
            <a:schemeClr val="bg2"/>
          </a:solidFill>
          <a:latin typeface="IBM Plex Sans" charset="0"/>
          <a:ea typeface="IBM Plex Sans" charset="0"/>
          <a:cs typeface="IBM Plex Sans" charset="0"/>
        </a:defRPr>
      </a:lvl2pPr>
      <a:lvl3pPr marL="457200" indent="-228600" algn="l" defTabSz="1097280" rtl="0" eaLnBrk="1" latinLnBrk="0" hangingPunct="1">
        <a:lnSpc>
          <a:spcPct val="105000"/>
        </a:lnSpc>
        <a:spcBef>
          <a:spcPts val="600"/>
        </a:spcBef>
        <a:buSzPct val="80000"/>
        <a:buFont typeface="Arial" panose="020B0604020202020204" pitchFamily="34" charset="0"/>
        <a:buChar char="–"/>
        <a:defRPr sz="2000" b="0" i="0" kern="1200">
          <a:solidFill>
            <a:schemeClr val="bg2"/>
          </a:solidFill>
          <a:latin typeface="IBM Plex Sans" charset="0"/>
          <a:ea typeface="IBM Plex Sans" charset="0"/>
          <a:cs typeface="IBM Plex Sans" charset="0"/>
        </a:defRPr>
      </a:lvl3pPr>
      <a:lvl4pPr marL="685800" indent="-228600" algn="l" defTabSz="1097280" rtl="0" eaLnBrk="1" latinLnBrk="0" hangingPunct="1">
        <a:lnSpc>
          <a:spcPct val="105000"/>
        </a:lnSpc>
        <a:spcBef>
          <a:spcPts val="600"/>
        </a:spcBef>
        <a:buFont typeface="Arial" panose="020B0604020202020204" pitchFamily="34" charset="0"/>
        <a:buChar char="•"/>
        <a:defRPr sz="2000" b="0" i="0" kern="1200">
          <a:solidFill>
            <a:schemeClr val="bg2"/>
          </a:solidFill>
          <a:latin typeface="IBM Plex Sans" charset="0"/>
          <a:ea typeface="IBM Plex Sans" charset="0"/>
          <a:cs typeface="IBM Plex Sans" charset="0"/>
        </a:defRPr>
      </a:lvl4pPr>
      <a:lvl5pPr marL="914400" indent="-228600" algn="l" defTabSz="1097280" rtl="0" eaLnBrk="1" latinLnBrk="0" hangingPunct="1">
        <a:lnSpc>
          <a:spcPct val="105000"/>
        </a:lnSpc>
        <a:spcBef>
          <a:spcPts val="600"/>
        </a:spcBef>
        <a:buSzPct val="80000"/>
        <a:buFont typeface="Arial" panose="020B0604020202020204" pitchFamily="34" charset="0"/>
        <a:buChar char="–"/>
        <a:defRPr sz="2000" b="0" i="0" kern="1200">
          <a:solidFill>
            <a:schemeClr val="bg2"/>
          </a:solidFill>
          <a:latin typeface="IBM Plex Sans" charset="0"/>
          <a:ea typeface="IBM Plex Sans" charset="0"/>
          <a:cs typeface="IBM Plex Sans"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8" Type="http://schemas.openxmlformats.org/officeDocument/2006/relationships/hyperlink" Target="http://www.futuristgerd.com/category/globalization/" TargetMode="External"/><Relationship Id="rId3" Type="http://schemas.openxmlformats.org/officeDocument/2006/relationships/image" Target="../media/image28.png"/><Relationship Id="rId7" Type="http://schemas.openxmlformats.org/officeDocument/2006/relationships/image" Target="../media/image30.jpg"/><Relationship Id="rId2" Type="http://schemas.openxmlformats.org/officeDocument/2006/relationships/notesSlide" Target="../notesSlides/notesSlide2.xml"/><Relationship Id="rId1" Type="http://schemas.openxmlformats.org/officeDocument/2006/relationships/slideLayout" Target="../slideLayouts/slideLayout86.xml"/><Relationship Id="rId6" Type="http://schemas.openxmlformats.org/officeDocument/2006/relationships/hyperlink" Target="http://journal.umy.ac.id/index.php/jfap/index" TargetMode="External"/><Relationship Id="rId11" Type="http://schemas.openxmlformats.org/officeDocument/2006/relationships/hyperlink" Target="https://commons.wikimedia.org/wiki/File:Partnership_-_The_Noun_Project.svg" TargetMode="External"/><Relationship Id="rId5" Type="http://schemas.microsoft.com/office/2007/relationships/hdphoto" Target="../media/hdphoto4.wdp"/><Relationship Id="rId10"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image" Target="../media/image31.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4.xml"/><Relationship Id="rId16" Type="http://schemas.openxmlformats.org/officeDocument/2006/relationships/image" Target="../media/image13.png"/><Relationship Id="rId1" Type="http://schemas.openxmlformats.org/officeDocument/2006/relationships/slideLayout" Target="../slideLayouts/slideLayout61.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28.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5.xml.rels><?xml version="1.0" encoding="UTF-8" standalone="yes"?>
<Relationships xmlns="http://schemas.openxmlformats.org/package/2006/relationships"><Relationship Id="rId8" Type="http://schemas.openxmlformats.org/officeDocument/2006/relationships/image" Target="../media/image50.jpg"/><Relationship Id="rId13" Type="http://schemas.openxmlformats.org/officeDocument/2006/relationships/image" Target="../media/image55.jp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6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png"/></Relationships>
</file>

<file path=ppt/slides/_rels/slide6.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svg"/><Relationship Id="rId3" Type="http://schemas.openxmlformats.org/officeDocument/2006/relationships/image" Target="../media/image57.svg"/><Relationship Id="rId7" Type="http://schemas.openxmlformats.org/officeDocument/2006/relationships/image" Target="../media/image61.svg"/><Relationship Id="rId12" Type="http://schemas.openxmlformats.org/officeDocument/2006/relationships/image" Target="../media/image66.svg"/><Relationship Id="rId2" Type="http://schemas.openxmlformats.org/officeDocument/2006/relationships/notesSlide" Target="../notesSlides/notesSlide6.xml"/><Relationship Id="rId16" Type="http://schemas.openxmlformats.org/officeDocument/2006/relationships/image" Target="../media/image70.svg"/><Relationship Id="rId1" Type="http://schemas.openxmlformats.org/officeDocument/2006/relationships/slideLayout" Target="../slideLayouts/slideLayout22.xml"/><Relationship Id="rId6" Type="http://schemas.openxmlformats.org/officeDocument/2006/relationships/image" Target="../media/image60.svg"/><Relationship Id="rId11" Type="http://schemas.openxmlformats.org/officeDocument/2006/relationships/image" Target="../media/image65.svg"/><Relationship Id="rId5" Type="http://schemas.openxmlformats.org/officeDocument/2006/relationships/image" Target="../media/image59.svg"/><Relationship Id="rId15" Type="http://schemas.openxmlformats.org/officeDocument/2006/relationships/image" Target="../media/image69.sv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svg"/><Relationship Id="rId14" Type="http://schemas.openxmlformats.org/officeDocument/2006/relationships/image" Target="../media/image6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95C6-713D-469A-B546-B371B6ACFCCF}"/>
              </a:ext>
            </a:extLst>
          </p:cNvPr>
          <p:cNvSpPr>
            <a:spLocks noGrp="1"/>
          </p:cNvSpPr>
          <p:nvPr>
            <p:ph type="title"/>
          </p:nvPr>
        </p:nvSpPr>
        <p:spPr>
          <a:xfrm>
            <a:off x="379893" y="183440"/>
            <a:ext cx="6664800" cy="1235056"/>
          </a:xfrm>
        </p:spPr>
        <p:txBody>
          <a:bodyPr/>
          <a:lstStyle/>
          <a:p>
            <a:r>
              <a:rPr lang="en-GB" sz="2667" b="1" dirty="0">
                <a:latin typeface="IBM Plex Sans" panose="020B0503050203000203" pitchFamily="34" charset="0"/>
              </a:rPr>
              <a:t>Lloyds Banking Group</a:t>
            </a:r>
            <a:endParaRPr lang="en-US" sz="2667" dirty="0"/>
          </a:p>
        </p:txBody>
      </p:sp>
      <p:pic>
        <p:nvPicPr>
          <p:cNvPr id="3" name="Picture 2" descr="Image result for lbg logo png">
            <a:extLst>
              <a:ext uri="{FF2B5EF4-FFF2-40B4-BE49-F238E27FC236}">
                <a16:creationId xmlns:a16="http://schemas.microsoft.com/office/drawing/2014/main" id="{6767C793-214F-4E66-9E9F-B6B5D58B5C7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35463" y="-135428"/>
            <a:ext cx="1653348" cy="1653348"/>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ACF7D230-9432-4827-836A-3A56A8EB4EAC}"/>
              </a:ext>
            </a:extLst>
          </p:cNvPr>
          <p:cNvGrpSpPr/>
          <p:nvPr/>
        </p:nvGrpSpPr>
        <p:grpSpPr>
          <a:xfrm>
            <a:off x="345839" y="1086906"/>
            <a:ext cx="11234556" cy="5119094"/>
            <a:chOff x="415007" y="1304287"/>
            <a:chExt cx="11552082" cy="5485805"/>
          </a:xfrm>
        </p:grpSpPr>
        <p:sp>
          <p:nvSpPr>
            <p:cNvPr id="4" name="Rectangle 3">
              <a:extLst>
                <a:ext uri="{FF2B5EF4-FFF2-40B4-BE49-F238E27FC236}">
                  <a16:creationId xmlns:a16="http://schemas.microsoft.com/office/drawing/2014/main" id="{DEEDD2CD-968F-40F0-A1D6-A3B220BBF59D}"/>
                </a:ext>
              </a:extLst>
            </p:cNvPr>
            <p:cNvSpPr/>
            <p:nvPr/>
          </p:nvSpPr>
          <p:spPr bwMode="auto">
            <a:xfrm>
              <a:off x="8456309" y="1626095"/>
              <a:ext cx="1655360" cy="1506803"/>
            </a:xfrm>
            <a:prstGeom prst="rect">
              <a:avLst/>
            </a:prstGeom>
            <a:solidFill>
              <a:srgbClr val="20D5D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914363" rtl="0" eaLnBrk="1" fontAlgn="auto" latinLnBrk="0" hangingPunct="1">
                <a:lnSpc>
                  <a:spcPct val="100000"/>
                </a:lnSpc>
                <a:spcBef>
                  <a:spcPts val="833"/>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1,200,000</a:t>
              </a:r>
              <a:r>
                <a:rPr kumimoji="0" lang="en-GB" sz="16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a:t>
              </a: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conversations year to date</a:t>
              </a:r>
            </a:p>
          </p:txBody>
        </p:sp>
        <p:sp>
          <p:nvSpPr>
            <p:cNvPr id="5" name="Rectangle 4">
              <a:extLst>
                <a:ext uri="{FF2B5EF4-FFF2-40B4-BE49-F238E27FC236}">
                  <a16:creationId xmlns:a16="http://schemas.microsoft.com/office/drawing/2014/main" id="{15B5FEEA-4A68-4D27-8212-E55E6CEDE2C4}"/>
                </a:ext>
              </a:extLst>
            </p:cNvPr>
            <p:cNvSpPr/>
            <p:nvPr/>
          </p:nvSpPr>
          <p:spPr bwMode="auto">
            <a:xfrm>
              <a:off x="10311729" y="1626094"/>
              <a:ext cx="1655360" cy="1506803"/>
            </a:xfrm>
            <a:prstGeom prst="rect">
              <a:avLst/>
            </a:prstGeom>
            <a:solidFill>
              <a:srgbClr val="20D5D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914363" rtl="0" eaLnBrk="1" fontAlgn="auto" latinLnBrk="0" hangingPunct="1">
                <a:lnSpc>
                  <a:spcPct val="100000"/>
                </a:lnSpc>
                <a:spcBef>
                  <a:spcPts val="500"/>
                </a:spcBef>
                <a:spcAft>
                  <a:spcPts val="0"/>
                </a:spcAft>
                <a:buClrTx/>
                <a:buSzTx/>
                <a:buFontTx/>
                <a:buNone/>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Average of </a:t>
              </a:r>
            </a:p>
            <a:p>
              <a:pPr marL="0" marR="0" lvl="0" indent="0" algn="ctr" defTabSz="914363" rtl="0" eaLnBrk="1" fontAlgn="auto" latinLnBrk="0" hangingPunct="1">
                <a:lnSpc>
                  <a:spcPct val="100000"/>
                </a:lnSpc>
                <a:spcBef>
                  <a:spcPts val="50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7500</a:t>
              </a:r>
              <a:r>
                <a:rPr kumimoji="0" lang="en-GB" sz="16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a:t>
              </a: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conversations per day</a:t>
              </a:r>
            </a:p>
          </p:txBody>
        </p:sp>
        <p:sp>
          <p:nvSpPr>
            <p:cNvPr id="6" name="Rectangle 5">
              <a:extLst>
                <a:ext uri="{FF2B5EF4-FFF2-40B4-BE49-F238E27FC236}">
                  <a16:creationId xmlns:a16="http://schemas.microsoft.com/office/drawing/2014/main" id="{A04AB0E8-C050-47C5-AA72-880AFF2C2D1D}"/>
                </a:ext>
              </a:extLst>
            </p:cNvPr>
            <p:cNvSpPr/>
            <p:nvPr/>
          </p:nvSpPr>
          <p:spPr bwMode="auto">
            <a:xfrm>
              <a:off x="8456309" y="3202950"/>
              <a:ext cx="1655360" cy="1506803"/>
            </a:xfrm>
            <a:prstGeom prst="rect">
              <a:avLst/>
            </a:prstGeom>
            <a:solidFill>
              <a:schemeClr val="accent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914363" rtl="0" eaLnBrk="1" fontAlgn="auto" latinLnBrk="0" hangingPunct="1">
                <a:lnSpc>
                  <a:spcPct val="100000"/>
                </a:lnSpc>
                <a:spcBef>
                  <a:spcPts val="833"/>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30%</a:t>
              </a:r>
              <a:r>
                <a:rPr kumimoji="0" lang="en-GB" sz="16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a:t>
              </a:r>
            </a:p>
            <a:p>
              <a:pPr marL="0" marR="0" lvl="0" indent="0" algn="ctr" defTabSz="914363" rtl="0" eaLnBrk="1" fontAlgn="auto" latinLnBrk="0" hangingPunct="1">
                <a:lnSpc>
                  <a:spcPct val="100000"/>
                </a:lnSpc>
                <a:spcBef>
                  <a:spcPts val="833"/>
                </a:spcBef>
                <a:spcAft>
                  <a:spcPts val="0"/>
                </a:spcAft>
                <a:buClrTx/>
                <a:buSzTx/>
                <a:buFontTx/>
                <a:buNone/>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containment rate </a:t>
              </a:r>
            </a:p>
          </p:txBody>
        </p:sp>
        <p:sp>
          <p:nvSpPr>
            <p:cNvPr id="7" name="Rectangle 6">
              <a:extLst>
                <a:ext uri="{FF2B5EF4-FFF2-40B4-BE49-F238E27FC236}">
                  <a16:creationId xmlns:a16="http://schemas.microsoft.com/office/drawing/2014/main" id="{5C796AA7-41F8-45C6-8F59-6572D6754434}"/>
                </a:ext>
              </a:extLst>
            </p:cNvPr>
            <p:cNvSpPr/>
            <p:nvPr/>
          </p:nvSpPr>
          <p:spPr bwMode="auto">
            <a:xfrm>
              <a:off x="10311729" y="3202949"/>
              <a:ext cx="1655360" cy="1506803"/>
            </a:xfrm>
            <a:prstGeom prst="rect">
              <a:avLst/>
            </a:prstGeom>
            <a:solidFill>
              <a:schemeClr val="accent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914363" rtl="0" eaLnBrk="1" fontAlgn="auto" latinLnBrk="0" hangingPunct="1">
                <a:lnSpc>
                  <a:spcPct val="100000"/>
                </a:lnSpc>
                <a:spcBef>
                  <a:spcPts val="833"/>
                </a:spcBef>
                <a:spcAft>
                  <a:spcPts val="0"/>
                </a:spcAft>
                <a:buClrTx/>
                <a:buSzTx/>
                <a:buFontTx/>
                <a:buNone/>
                <a:tabLst/>
                <a:defRPr/>
              </a:pPr>
              <a:r>
                <a:rPr kumimoji="0" lang="en-GB" sz="16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200+ </a:t>
              </a:r>
            </a:p>
            <a:p>
              <a:pPr marL="0" marR="0" lvl="0" indent="0" algn="ctr" defTabSz="914363" rtl="0" eaLnBrk="1" fontAlgn="auto" latinLnBrk="0" hangingPunct="1">
                <a:lnSpc>
                  <a:spcPct val="100000"/>
                </a:lnSpc>
                <a:spcBef>
                  <a:spcPts val="833"/>
                </a:spcBef>
                <a:spcAft>
                  <a:spcPts val="0"/>
                </a:spcAft>
                <a:buClrTx/>
                <a:buSzTx/>
                <a:buFontTx/>
                <a:buNone/>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Customer Journeys</a:t>
              </a:r>
            </a:p>
          </p:txBody>
        </p:sp>
        <p:sp>
          <p:nvSpPr>
            <p:cNvPr id="8" name="Rectangle 7">
              <a:extLst>
                <a:ext uri="{FF2B5EF4-FFF2-40B4-BE49-F238E27FC236}">
                  <a16:creationId xmlns:a16="http://schemas.microsoft.com/office/drawing/2014/main" id="{1A3438C8-2727-4A47-B697-EFB39C2B9060}"/>
                </a:ext>
              </a:extLst>
            </p:cNvPr>
            <p:cNvSpPr/>
            <p:nvPr/>
          </p:nvSpPr>
          <p:spPr bwMode="auto">
            <a:xfrm>
              <a:off x="8456309" y="4802591"/>
              <a:ext cx="1655360" cy="1506803"/>
            </a:xfrm>
            <a:prstGeom prst="rect">
              <a:avLst/>
            </a:prstGeom>
            <a:solidFill>
              <a:schemeClr val="accent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67" b="0" i="0" u="none" strike="noStrike" kern="1200" cap="none" spc="0" normalizeH="0" baseline="0" noProof="0" dirty="0">
                  <a:ln>
                    <a:noFill/>
                  </a:ln>
                  <a:solidFill>
                    <a:prstClr val="white"/>
                  </a:solidFill>
                  <a:effectLst/>
                  <a:uLnTx/>
                  <a:uFillTx/>
                  <a:latin typeface="IBM Plex Sans" panose="020B0503050203000203" pitchFamily="34" charset="0"/>
                  <a:ea typeface="+mn-ea"/>
                  <a:cs typeface="+mn-cs"/>
                </a:rPr>
                <a:t>Watson Assistant NLP</a:t>
              </a:r>
            </a:p>
          </p:txBody>
        </p:sp>
        <p:sp>
          <p:nvSpPr>
            <p:cNvPr id="9" name="Rectangle 8">
              <a:extLst>
                <a:ext uri="{FF2B5EF4-FFF2-40B4-BE49-F238E27FC236}">
                  <a16:creationId xmlns:a16="http://schemas.microsoft.com/office/drawing/2014/main" id="{F81E540E-4035-4A97-8BDC-1A14CD3DD6EE}"/>
                </a:ext>
              </a:extLst>
            </p:cNvPr>
            <p:cNvSpPr/>
            <p:nvPr/>
          </p:nvSpPr>
          <p:spPr bwMode="auto">
            <a:xfrm>
              <a:off x="10310625" y="4802590"/>
              <a:ext cx="1655360" cy="1506803"/>
            </a:xfrm>
            <a:prstGeom prst="rect">
              <a:avLst/>
            </a:prstGeom>
            <a:solidFill>
              <a:schemeClr val="accent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67" b="0" i="0" u="none" strike="noStrike" kern="1200" cap="none" spc="0" normalizeH="0" baseline="0" noProof="0" dirty="0">
                  <a:ln>
                    <a:noFill/>
                  </a:ln>
                  <a:solidFill>
                    <a:prstClr val="white"/>
                  </a:solidFill>
                  <a:effectLst/>
                  <a:uLnTx/>
                  <a:uFillTx/>
                  <a:latin typeface="IBM Plex Sans" panose="020B0503050203000203" pitchFamily="34" charset="0"/>
                  <a:ea typeface="+mn-ea"/>
                  <a:cs typeface="+mn-cs"/>
                </a:rPr>
                <a:t>Custom conversation tooling suite</a:t>
              </a:r>
            </a:p>
          </p:txBody>
        </p:sp>
        <p:sp>
          <p:nvSpPr>
            <p:cNvPr id="10" name="Rectangle 9">
              <a:extLst>
                <a:ext uri="{FF2B5EF4-FFF2-40B4-BE49-F238E27FC236}">
                  <a16:creationId xmlns:a16="http://schemas.microsoft.com/office/drawing/2014/main" id="{65CF16F7-3D63-4596-BDAD-DBD33AB9F7B2}"/>
                </a:ext>
              </a:extLst>
            </p:cNvPr>
            <p:cNvSpPr/>
            <p:nvPr/>
          </p:nvSpPr>
          <p:spPr bwMode="auto">
            <a:xfrm>
              <a:off x="6578393" y="1626095"/>
              <a:ext cx="1655360" cy="1506803"/>
            </a:xfrm>
            <a:prstGeom prst="rect">
              <a:avLst/>
            </a:prstGeom>
            <a:solidFill>
              <a:srgbClr val="20D5D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914363" rtl="0" eaLnBrk="1" fontAlgn="base" latinLnBrk="0" hangingPunct="1">
                <a:lnSpc>
                  <a:spcPct val="90000"/>
                </a:lnSpc>
                <a:spcBef>
                  <a:spcPct val="0"/>
                </a:spcBef>
                <a:spcAft>
                  <a:spcPct val="0"/>
                </a:spcAft>
                <a:buClrTx/>
                <a:buSzTx/>
                <a:buFontTx/>
                <a:buNone/>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Live to</a:t>
              </a:r>
              <a:r>
                <a:rPr kumimoji="0" lang="en-GB" sz="16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a:t>
              </a:r>
              <a:r>
                <a:rPr kumimoji="0" lang="en-GB" sz="20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9,500,000</a:t>
              </a:r>
              <a:r>
                <a:rPr kumimoji="0" lang="en-GB" sz="16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a:t>
              </a: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customers</a:t>
              </a:r>
              <a:endParaRPr kumimoji="0" lang="en-GB" sz="1167" b="0" i="0" u="none" strike="noStrike" kern="1200" cap="none" spc="0" normalizeH="0" baseline="0" noProof="0" dirty="0">
                <a:ln>
                  <a:noFill/>
                </a:ln>
                <a:solidFill>
                  <a:srgbClr val="191919"/>
                </a:solidFill>
                <a:effectLst/>
                <a:uLnTx/>
                <a:uFillTx/>
                <a:latin typeface="IBM Plex Sans" panose="020B0503050203000203" pitchFamily="34" charset="0"/>
                <a:ea typeface="+mn-ea"/>
                <a:cs typeface="+mn-cs"/>
              </a:endParaRPr>
            </a:p>
          </p:txBody>
        </p:sp>
        <p:sp>
          <p:nvSpPr>
            <p:cNvPr id="11" name="Rectangle 10">
              <a:extLst>
                <a:ext uri="{FF2B5EF4-FFF2-40B4-BE49-F238E27FC236}">
                  <a16:creationId xmlns:a16="http://schemas.microsoft.com/office/drawing/2014/main" id="{3FFAB656-24E3-4C7A-B06D-53221E4774FE}"/>
                </a:ext>
              </a:extLst>
            </p:cNvPr>
            <p:cNvSpPr/>
            <p:nvPr/>
          </p:nvSpPr>
          <p:spPr bwMode="auto">
            <a:xfrm>
              <a:off x="6586588" y="3202950"/>
              <a:ext cx="1638970" cy="1506803"/>
            </a:xfrm>
            <a:prstGeom prst="rect">
              <a:avLst/>
            </a:prstGeom>
            <a:solidFill>
              <a:schemeClr val="accent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914363" rtl="0" eaLnBrk="1" fontAlgn="auto" latinLnBrk="0" hangingPunct="1">
                <a:lnSpc>
                  <a:spcPct val="100000"/>
                </a:lnSpc>
                <a:spcBef>
                  <a:spcPts val="833"/>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80%</a:t>
              </a:r>
              <a:r>
                <a:rPr kumimoji="0" lang="en-GB" sz="16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a:t>
              </a:r>
            </a:p>
            <a:p>
              <a:pPr marL="0" marR="0" lvl="0" indent="0" algn="ctr" defTabSz="914363" rtl="0" eaLnBrk="1" fontAlgn="auto" latinLnBrk="0" hangingPunct="1">
                <a:lnSpc>
                  <a:spcPct val="100000"/>
                </a:lnSpc>
                <a:spcBef>
                  <a:spcPts val="833"/>
                </a:spcBef>
                <a:spcAft>
                  <a:spcPts val="0"/>
                </a:spcAft>
                <a:buClrTx/>
                <a:buSzTx/>
                <a:buFontTx/>
                <a:buNone/>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of queries given correct treatment</a:t>
              </a:r>
            </a:p>
          </p:txBody>
        </p:sp>
        <p:sp>
          <p:nvSpPr>
            <p:cNvPr id="12" name="Rectangle 11">
              <a:extLst>
                <a:ext uri="{FF2B5EF4-FFF2-40B4-BE49-F238E27FC236}">
                  <a16:creationId xmlns:a16="http://schemas.microsoft.com/office/drawing/2014/main" id="{1AE80AEA-40FB-456A-93D3-B1FA52FC0B02}"/>
                </a:ext>
              </a:extLst>
            </p:cNvPr>
            <p:cNvSpPr/>
            <p:nvPr/>
          </p:nvSpPr>
          <p:spPr bwMode="auto">
            <a:xfrm>
              <a:off x="6578393" y="4802591"/>
              <a:ext cx="1655360" cy="1506803"/>
            </a:xfrm>
            <a:prstGeom prst="rect">
              <a:avLst/>
            </a:prstGeom>
            <a:solidFill>
              <a:schemeClr val="accent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0000" tIns="30000" rIns="30000" bIns="30000" numCol="1" rtlCol="0" anchor="ctr" anchorCtr="0" compatLnSpc="1">
              <a:prstTxWarp prst="textNoShape">
                <a:avLst/>
              </a:prstTxWarp>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67" b="0" i="0" u="none" strike="noStrike" kern="1200" cap="none" spc="0" normalizeH="0" baseline="0" noProof="0" dirty="0">
                  <a:ln>
                    <a:noFill/>
                  </a:ln>
                  <a:solidFill>
                    <a:prstClr val="white"/>
                  </a:solidFill>
                  <a:effectLst/>
                  <a:uLnTx/>
                  <a:uFillTx/>
                  <a:latin typeface="IBM Plex Sans" panose="020B0503050203000203" pitchFamily="34" charset="0"/>
                  <a:ea typeface="+mn-ea"/>
                  <a:cs typeface="+mn-cs"/>
                </a:rPr>
                <a:t>LivePerson Web and Mobile</a:t>
              </a:r>
            </a:p>
          </p:txBody>
        </p:sp>
        <p:sp>
          <p:nvSpPr>
            <p:cNvPr id="13" name="Rectangle 12">
              <a:extLst>
                <a:ext uri="{FF2B5EF4-FFF2-40B4-BE49-F238E27FC236}">
                  <a16:creationId xmlns:a16="http://schemas.microsoft.com/office/drawing/2014/main" id="{A365E63F-6AC5-4926-BE80-DF817B106181}"/>
                </a:ext>
              </a:extLst>
            </p:cNvPr>
            <p:cNvSpPr/>
            <p:nvPr/>
          </p:nvSpPr>
          <p:spPr>
            <a:xfrm>
              <a:off x="415007" y="1304287"/>
              <a:ext cx="5615641" cy="5485805"/>
            </a:xfrm>
            <a:prstGeom prst="rect">
              <a:avLst/>
            </a:prstGeom>
          </p:spPr>
          <p:txBody>
            <a:bodyPr wrap="square">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n-GB" sz="1167" b="1" i="0" u="none" strike="noStrike" kern="1200" cap="none" spc="0" normalizeH="0" baseline="0" noProof="0" dirty="0">
                  <a:ln>
                    <a:noFill/>
                  </a:ln>
                  <a:solidFill>
                    <a:srgbClr val="063C94"/>
                  </a:solidFill>
                  <a:effectLst/>
                  <a:uLnTx/>
                  <a:uFillTx/>
                  <a:latin typeface="IBM Plex Sans "/>
                  <a:ea typeface="+mn-ea"/>
                  <a:cs typeface="IBM Plex Sans Thai Looped Light" panose="020B0403050203000203" pitchFamily="34" charset="-34"/>
                </a:rPr>
                <a:t>The Digital IVR</a:t>
              </a:r>
            </a:p>
            <a:p>
              <a:pPr marL="238115" marR="0" lvl="0" indent="-238115" algn="l" defTabSz="914363"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en-GB" sz="1167" b="0" i="0" u="none" strike="noStrike" kern="1200" cap="none" spc="0" normalizeH="0" baseline="0" noProof="0" dirty="0">
                  <a:ln>
                    <a:noFill/>
                  </a:ln>
                  <a:solidFill>
                    <a:prstClr val="black"/>
                  </a:solidFill>
                  <a:effectLst/>
                  <a:uLnTx/>
                  <a:uFillTx/>
                  <a:latin typeface="IBM Plex Sans "/>
                  <a:ea typeface="+mn-ea"/>
                  <a:cs typeface="IBM Plex Sans Thai Looped Light" panose="020B0403050203000203" pitchFamily="34" charset="-34"/>
                </a:rPr>
                <a:t>In 2017, we were tasked with reducing call volume into </a:t>
              </a: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Telephony for Retail Banking at Lloyds Banking Group.</a:t>
              </a:r>
            </a:p>
            <a:p>
              <a:pPr marL="238115" marR="0" lvl="0" indent="-238115" algn="l" defTabSz="914363"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The outcome of this exploration was the ideation of a Digital IVR (DIVR) promoting self serve for all customers at the first instance, before handing across to a live agent when suitable, essentially an Ask me Anything Virtual Assistant.</a:t>
              </a:r>
            </a:p>
            <a:p>
              <a:pPr marL="238115" marR="0" lvl="0" indent="-238115" algn="l" defTabSz="914363"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By placing messaging as the central entry point for all conversations with the bank, we ensure their customers are able to engage with their bank in their preferred manner and, as the service is available 24/7, they can interact when it suits them.</a:t>
              </a:r>
            </a:p>
            <a:p>
              <a:pPr marL="238115" marR="0" lvl="0" indent="-238115" algn="l" defTabSz="914363"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During the engagement, IBM delivered Industry leading Conversation Architecture to improve accuracy of NLU and built in exception handling to ensure the DIVR never deals with queries better suited for a human.</a:t>
              </a:r>
            </a:p>
            <a:p>
              <a:pPr marL="238115" marR="0" lvl="0" indent="-238115" algn="l" defTabSz="914363"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en-GB" sz="1167"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Starting with Bank of Scotland for Android customers, we scaled across all 3 core brands (Lloyds, Halifax and Bank of Scotland) and expanded to users for both Android and iOS.</a:t>
              </a:r>
            </a:p>
          </p:txBody>
        </p:sp>
      </p:grpSp>
    </p:spTree>
    <p:extLst>
      <p:ext uri="{BB962C8B-B14F-4D97-AF65-F5344CB8AC3E}">
        <p14:creationId xmlns:p14="http://schemas.microsoft.com/office/powerpoint/2010/main" val="287242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4">
            <a:extLst>
              <a:ext uri="{FF2B5EF4-FFF2-40B4-BE49-F238E27FC236}">
                <a16:creationId xmlns:a16="http://schemas.microsoft.com/office/drawing/2014/main" id="{C513F648-7F65-486C-B6C8-1AC54BF37BF6}"/>
              </a:ext>
            </a:extLst>
          </p:cNvPr>
          <p:cNvSpPr txBox="1"/>
          <p:nvPr/>
        </p:nvSpPr>
        <p:spPr>
          <a:xfrm>
            <a:off x="476493" y="-84843"/>
            <a:ext cx="6032649" cy="627095"/>
          </a:xfrm>
          <a:prstGeom prst="rect">
            <a:avLst/>
          </a:prstGeom>
        </p:spPr>
        <p:txBody>
          <a:bodyPr vert="horz" wrap="square" lIns="0" tIns="11430" rIns="0" bIns="0" rtlCol="0">
            <a:spAutoFit/>
          </a:bodyPr>
          <a:lstStyle/>
          <a:p>
            <a:pPr marL="85090" marR="0" lvl="0" indent="0" algn="l" defTabSz="914400" rtl="0" eaLnBrk="1" fontAlgn="auto" latinLnBrk="0" hangingPunct="1">
              <a:lnSpc>
                <a:spcPct val="100000"/>
              </a:lnSpc>
              <a:spcBef>
                <a:spcPts val="90"/>
              </a:spcBef>
              <a:spcAft>
                <a:spcPts val="0"/>
              </a:spcAft>
              <a:buClrTx/>
              <a:buSzTx/>
              <a:buFontTx/>
              <a:buNone/>
              <a:tabLst/>
              <a:defRPr/>
            </a:pPr>
            <a:r>
              <a:rPr kumimoji="0" lang="en-IN" sz="4000" b="1" i="0" u="none" strike="noStrike" kern="1200" cap="none" spc="7" normalizeH="0" baseline="2164" noProof="0" dirty="0">
                <a:ln>
                  <a:noFill/>
                </a:ln>
                <a:solidFill>
                  <a:srgbClr val="0070C0"/>
                </a:solidFill>
                <a:effectLst/>
                <a:uLnTx/>
                <a:uFillTx/>
                <a:latin typeface="IBM Plex Sans"/>
                <a:ea typeface="+mn-ea"/>
                <a:cs typeface="IBM Plex Sans"/>
              </a:rPr>
              <a:t>IBM &amp; TSB </a:t>
            </a:r>
            <a:r>
              <a:rPr kumimoji="0" lang="en-IN" sz="4000" b="1" i="0" u="none" strike="noStrike" kern="1200" cap="none" spc="7" normalizeH="0" baseline="2164" noProof="0" dirty="0">
                <a:ln>
                  <a:noFill/>
                </a:ln>
                <a:solidFill>
                  <a:srgbClr val="5B9BD5">
                    <a:lumMod val="75000"/>
                  </a:srgbClr>
                </a:solidFill>
                <a:effectLst/>
                <a:uLnTx/>
                <a:uFillTx/>
                <a:latin typeface="IBM Plex Sans"/>
                <a:ea typeface="+mn-ea"/>
                <a:cs typeface="IBM Plex Sans"/>
              </a:rPr>
              <a:t>– </a:t>
            </a:r>
            <a:r>
              <a:rPr kumimoji="0" lang="en-IN" sz="4000" b="1" i="0" u="none" strike="noStrike" kern="1200" cap="none" spc="7" normalizeH="0" baseline="2164" noProof="0" dirty="0">
                <a:ln>
                  <a:noFill/>
                </a:ln>
                <a:solidFill>
                  <a:srgbClr val="006666"/>
                </a:solidFill>
                <a:effectLst/>
                <a:uLnTx/>
                <a:uFillTx/>
                <a:latin typeface="IBM Plex Sans"/>
                <a:ea typeface="+mn-ea"/>
                <a:cs typeface="IBM Plex Sans"/>
              </a:rPr>
              <a:t>A Digital Partnership </a:t>
            </a:r>
            <a:endParaRPr kumimoji="0" sz="4000" b="1" i="0" u="none" strike="noStrike" kern="1200" cap="none" spc="0" normalizeH="0" baseline="0" noProof="0" dirty="0">
              <a:ln>
                <a:noFill/>
              </a:ln>
              <a:solidFill>
                <a:srgbClr val="006666"/>
              </a:solidFill>
              <a:effectLst/>
              <a:uLnTx/>
              <a:uFillTx/>
              <a:latin typeface="IBM Plex Sans"/>
              <a:ea typeface="+mn-ea"/>
              <a:cs typeface="IBM Plex Sans"/>
            </a:endParaRPr>
          </a:p>
        </p:txBody>
      </p:sp>
      <p:pic>
        <p:nvPicPr>
          <p:cNvPr id="5" name="Picture 2" descr="TSB Bank (United Kingdom) - Wikipedia">
            <a:extLst>
              <a:ext uri="{FF2B5EF4-FFF2-40B4-BE49-F238E27FC236}">
                <a16:creationId xmlns:a16="http://schemas.microsoft.com/office/drawing/2014/main" id="{98AF0A2A-706D-4E07-A590-D29E52AB1D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4635" y="58804"/>
            <a:ext cx="955164" cy="33729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4E22BB16-23D5-48D4-8D5F-486F703E8C8D}"/>
              </a:ext>
            </a:extLst>
          </p:cNvPr>
          <p:cNvCxnSpPr>
            <a:cxnSpLocks/>
          </p:cNvCxnSpPr>
          <p:nvPr/>
        </p:nvCxnSpPr>
        <p:spPr bwMode="auto">
          <a:xfrm>
            <a:off x="2629078" y="597623"/>
            <a:ext cx="0" cy="5739522"/>
          </a:xfrm>
          <a:prstGeom prst="line">
            <a:avLst/>
          </a:prstGeom>
          <a:solidFill>
            <a:schemeClr val="accent1"/>
          </a:solidFill>
          <a:ln w="28575" cap="flat" cmpd="sng" algn="ctr">
            <a:solidFill>
              <a:srgbClr val="0070C0"/>
            </a:solidFill>
            <a:prstDash val="solid"/>
            <a:round/>
            <a:headEnd type="none" w="med" len="med"/>
            <a:tailEnd type="none" w="lg" len="lg"/>
          </a:ln>
          <a:effectLst/>
        </p:spPr>
      </p:cxnSp>
      <p:sp>
        <p:nvSpPr>
          <p:cNvPr id="7" name="Oval 6">
            <a:extLst>
              <a:ext uri="{FF2B5EF4-FFF2-40B4-BE49-F238E27FC236}">
                <a16:creationId xmlns:a16="http://schemas.microsoft.com/office/drawing/2014/main" id="{EB29305A-E229-4B54-B36D-287D1083F80D}"/>
              </a:ext>
            </a:extLst>
          </p:cNvPr>
          <p:cNvSpPr/>
          <p:nvPr/>
        </p:nvSpPr>
        <p:spPr bwMode="auto">
          <a:xfrm>
            <a:off x="2513522" y="1835450"/>
            <a:ext cx="231112" cy="231112"/>
          </a:xfrm>
          <a:prstGeom prst="ellipse">
            <a:avLst/>
          </a:prstGeom>
          <a:solidFill>
            <a:srgbClr val="0070C0"/>
          </a:solidFill>
          <a:ln w="2857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Arial" pitchFamily="34" charset="0"/>
            </a:endParaRPr>
          </a:p>
        </p:txBody>
      </p:sp>
      <p:sp>
        <p:nvSpPr>
          <p:cNvPr id="8" name="Oval 7">
            <a:extLst>
              <a:ext uri="{FF2B5EF4-FFF2-40B4-BE49-F238E27FC236}">
                <a16:creationId xmlns:a16="http://schemas.microsoft.com/office/drawing/2014/main" id="{0D8467C6-B8C7-4D4E-9647-C69B6B3E894C}"/>
              </a:ext>
            </a:extLst>
          </p:cNvPr>
          <p:cNvSpPr/>
          <p:nvPr/>
        </p:nvSpPr>
        <p:spPr bwMode="auto">
          <a:xfrm>
            <a:off x="2511133" y="3723502"/>
            <a:ext cx="231112" cy="231112"/>
          </a:xfrm>
          <a:prstGeom prst="ellipse">
            <a:avLst/>
          </a:prstGeom>
          <a:solidFill>
            <a:srgbClr val="0070C0"/>
          </a:solidFill>
          <a:ln w="2857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Arial" pitchFamily="34" charset="0"/>
            </a:endParaRPr>
          </a:p>
        </p:txBody>
      </p:sp>
      <p:sp>
        <p:nvSpPr>
          <p:cNvPr id="9" name="Oval 8">
            <a:extLst>
              <a:ext uri="{FF2B5EF4-FFF2-40B4-BE49-F238E27FC236}">
                <a16:creationId xmlns:a16="http://schemas.microsoft.com/office/drawing/2014/main" id="{455D5310-9384-4375-B6CA-BC4C284CE56A}"/>
              </a:ext>
            </a:extLst>
          </p:cNvPr>
          <p:cNvSpPr/>
          <p:nvPr/>
        </p:nvSpPr>
        <p:spPr bwMode="auto">
          <a:xfrm>
            <a:off x="2511133" y="5712187"/>
            <a:ext cx="231112" cy="231112"/>
          </a:xfrm>
          <a:prstGeom prst="ellipse">
            <a:avLst/>
          </a:prstGeom>
          <a:solidFill>
            <a:srgbClr val="0070C0"/>
          </a:solidFill>
          <a:ln w="2857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Arial" pitchFamily="34" charset="0"/>
            </a:endParaRPr>
          </a:p>
        </p:txBody>
      </p:sp>
      <p:sp>
        <p:nvSpPr>
          <p:cNvPr id="10" name="Rectangle: Rounded Corners 9">
            <a:extLst>
              <a:ext uri="{FF2B5EF4-FFF2-40B4-BE49-F238E27FC236}">
                <a16:creationId xmlns:a16="http://schemas.microsoft.com/office/drawing/2014/main" id="{B1812077-5D3E-43C5-BBFA-A627AF22E020}"/>
              </a:ext>
            </a:extLst>
          </p:cNvPr>
          <p:cNvSpPr/>
          <p:nvPr/>
        </p:nvSpPr>
        <p:spPr>
          <a:xfrm>
            <a:off x="-36944" y="597622"/>
            <a:ext cx="2525612" cy="6260377"/>
          </a:xfrm>
          <a:prstGeom prst="roundRect">
            <a:avLst>
              <a:gd name="adj" fmla="val 9836"/>
            </a:avLst>
          </a:prstGeom>
          <a:solidFill>
            <a:srgbClr val="408BFC">
              <a:alpha val="20000"/>
            </a:srgbClr>
          </a:solidFill>
          <a:ln w="28575">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9D1D84C-E63F-425E-BA77-14CE8A692060}"/>
              </a:ext>
            </a:extLst>
          </p:cNvPr>
          <p:cNvSpPr/>
          <p:nvPr/>
        </p:nvSpPr>
        <p:spPr>
          <a:xfrm>
            <a:off x="136502" y="884966"/>
            <a:ext cx="2230962" cy="492443"/>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300"/>
              </a:spcBef>
              <a:spcAft>
                <a:spcPts val="300"/>
              </a:spcAft>
              <a:buClrTx/>
              <a:buSzTx/>
              <a:buFont typeface="Wingdings" panose="05000000000000000000" pitchFamily="2" charset="2"/>
              <a:buChar char="v"/>
              <a:tabLst/>
              <a:defRPr/>
            </a:pP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3 Yr </a:t>
            </a:r>
            <a:r>
              <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Digital Partnership </a:t>
            </a: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Contract</a:t>
            </a:r>
          </a:p>
        </p:txBody>
      </p:sp>
      <p:sp>
        <p:nvSpPr>
          <p:cNvPr id="13" name="Rectangle 12">
            <a:extLst>
              <a:ext uri="{FF2B5EF4-FFF2-40B4-BE49-F238E27FC236}">
                <a16:creationId xmlns:a16="http://schemas.microsoft.com/office/drawing/2014/main" id="{7A24054E-2EE9-4CEC-B85D-DD4F16AD53CB}"/>
              </a:ext>
            </a:extLst>
          </p:cNvPr>
          <p:cNvSpPr/>
          <p:nvPr/>
        </p:nvSpPr>
        <p:spPr>
          <a:xfrm>
            <a:off x="126882" y="1528328"/>
            <a:ext cx="2239007" cy="1231106"/>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300"/>
              </a:spcBef>
              <a:spcAft>
                <a:spcPts val="300"/>
              </a:spcAft>
              <a:buClrTx/>
              <a:buSzTx/>
              <a:buFont typeface="Wingdings" panose="05000000000000000000" pitchFamily="2" charset="2"/>
              <a:buChar char="v"/>
              <a:tabLst/>
              <a:defRPr/>
            </a:pP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Digital team Rapid Ramp of (</a:t>
            </a:r>
            <a:r>
              <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250+ FTE</a:t>
            </a: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from Transition to Steady State within </a:t>
            </a:r>
            <a:r>
              <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12 months</a:t>
            </a:r>
          </a:p>
        </p:txBody>
      </p:sp>
      <p:sp>
        <p:nvSpPr>
          <p:cNvPr id="14" name="Rectangle 13">
            <a:extLst>
              <a:ext uri="{FF2B5EF4-FFF2-40B4-BE49-F238E27FC236}">
                <a16:creationId xmlns:a16="http://schemas.microsoft.com/office/drawing/2014/main" id="{5295E629-446E-4D9A-A0B6-24B02FFEC154}"/>
              </a:ext>
            </a:extLst>
          </p:cNvPr>
          <p:cNvSpPr/>
          <p:nvPr/>
        </p:nvSpPr>
        <p:spPr>
          <a:xfrm>
            <a:off x="126883" y="2793303"/>
            <a:ext cx="2291856" cy="1231106"/>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300"/>
              </a:spcBef>
              <a:spcAft>
                <a:spcPts val="300"/>
              </a:spcAft>
              <a:buClrTx/>
              <a:buSzTx/>
              <a:buFont typeface="Wingdings" panose="05000000000000000000" pitchFamily="2" charset="2"/>
              <a:buChar char="v"/>
              <a:tabLst/>
              <a:defRPr/>
            </a:pPr>
            <a:r>
              <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100% Contactless remote transition </a:t>
            </a: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(during COVID-19) from inception to cutover</a:t>
            </a:r>
          </a:p>
        </p:txBody>
      </p:sp>
      <p:sp>
        <p:nvSpPr>
          <p:cNvPr id="15" name="Rectangle 14">
            <a:extLst>
              <a:ext uri="{FF2B5EF4-FFF2-40B4-BE49-F238E27FC236}">
                <a16:creationId xmlns:a16="http://schemas.microsoft.com/office/drawing/2014/main" id="{C9402BFF-F8F9-4975-8C31-1790D44174CC}"/>
              </a:ext>
            </a:extLst>
          </p:cNvPr>
          <p:cNvSpPr/>
          <p:nvPr/>
        </p:nvSpPr>
        <p:spPr>
          <a:xfrm>
            <a:off x="136503" y="4959897"/>
            <a:ext cx="2239007" cy="492443"/>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300"/>
              </a:spcBef>
              <a:spcAft>
                <a:spcPts val="300"/>
              </a:spcAft>
              <a:buClrTx/>
              <a:buSzTx/>
              <a:buFont typeface="Wingdings" panose="05000000000000000000" pitchFamily="2" charset="2"/>
              <a:buChar char="v"/>
              <a:tabLst/>
              <a:defRPr/>
            </a:pPr>
            <a:r>
              <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95% </a:t>
            </a: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Offshore leverage</a:t>
            </a:r>
            <a:endPar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endParaRPr>
          </a:p>
        </p:txBody>
      </p:sp>
      <p:sp>
        <p:nvSpPr>
          <p:cNvPr id="17" name="Rectangle 16">
            <a:extLst>
              <a:ext uri="{FF2B5EF4-FFF2-40B4-BE49-F238E27FC236}">
                <a16:creationId xmlns:a16="http://schemas.microsoft.com/office/drawing/2014/main" id="{FB1A0752-950C-482F-A356-5AB767CF525F}"/>
              </a:ext>
            </a:extLst>
          </p:cNvPr>
          <p:cNvSpPr/>
          <p:nvPr/>
        </p:nvSpPr>
        <p:spPr>
          <a:xfrm>
            <a:off x="136501" y="5563941"/>
            <a:ext cx="2313151" cy="1231106"/>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300"/>
              </a:spcBef>
              <a:spcAft>
                <a:spcPts val="300"/>
              </a:spcAft>
              <a:buClrTx/>
              <a:buSzTx/>
              <a:buFont typeface="Wingdings" panose="05000000000000000000" pitchFamily="2" charset="2"/>
              <a:buChar char="v"/>
              <a:tabLst/>
              <a:defRPr/>
            </a:pPr>
            <a:r>
              <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Multi Vendor Transition to IBM </a:t>
            </a: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a:t>
            </a:r>
            <a:r>
              <a:rPr kumimoji="0" lang="en-US" altLang="en-US" sz="1600" b="0" i="0" u="none" strike="noStrike" kern="0" cap="none" spc="0" normalizeH="0" baseline="0" noProof="0" dirty="0" err="1">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Sabis</a:t>
            </a: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Accenture, Everest, </a:t>
            </a:r>
            <a:r>
              <a:rPr kumimoji="0" lang="en-US" altLang="en-US" sz="1600" b="0" i="0" u="none" strike="noStrike" kern="0" cap="none" spc="0" normalizeH="0" baseline="0" noProof="0" dirty="0" err="1">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etc</a:t>
            </a:r>
            <a:r>
              <a:rPr kumimoji="0" lang="en-US" altLang="en-US" sz="1600" b="0"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from Spain, UK</a:t>
            </a:r>
          </a:p>
        </p:txBody>
      </p:sp>
      <p:sp>
        <p:nvSpPr>
          <p:cNvPr id="18" name="Rectangle 17">
            <a:extLst>
              <a:ext uri="{FF2B5EF4-FFF2-40B4-BE49-F238E27FC236}">
                <a16:creationId xmlns:a16="http://schemas.microsoft.com/office/drawing/2014/main" id="{54070EC2-78FC-4B39-B9BA-ACD277874372}"/>
              </a:ext>
            </a:extLst>
          </p:cNvPr>
          <p:cNvSpPr/>
          <p:nvPr/>
        </p:nvSpPr>
        <p:spPr>
          <a:xfrm>
            <a:off x="2853749" y="991860"/>
            <a:ext cx="4452023" cy="2539157"/>
          </a:xfrm>
          <a:prstGeom prst="rect">
            <a:avLst/>
          </a:prstGeom>
        </p:spPr>
        <p:txBody>
          <a:bodyPr wrap="square" lIns="0" tIns="0" rIns="0" bIns="0">
            <a:spAutoFit/>
          </a:bodyPr>
          <a:lstStyle/>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From constant outages to No outages</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NPS score improved from 34 to 68</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10% reduction in Bank’s YoY IT costs, Improvement of 251% in profit and 10% in Total Income</a:t>
            </a:r>
            <a:endPar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endParaRP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Open Banking transaction volume up from 2M to 35M. Partners enrolled up from 5 to 100+</a:t>
            </a:r>
            <a:endPar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endParaRP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Cloud Transformation to OpenShift (Adopt FS cloud) </a:t>
            </a: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discussion in progress</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Setup of </a:t>
            </a: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Conversation Banking</a:t>
            </a: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for basic services</a:t>
            </a:r>
          </a:p>
        </p:txBody>
      </p:sp>
      <p:sp>
        <p:nvSpPr>
          <p:cNvPr id="19" name="TextBox 18">
            <a:extLst>
              <a:ext uri="{FF2B5EF4-FFF2-40B4-BE49-F238E27FC236}">
                <a16:creationId xmlns:a16="http://schemas.microsoft.com/office/drawing/2014/main" id="{827C88FC-E8D0-4DCB-B93C-724071710476}"/>
              </a:ext>
            </a:extLst>
          </p:cNvPr>
          <p:cNvSpPr txBox="1"/>
          <p:nvPr/>
        </p:nvSpPr>
        <p:spPr>
          <a:xfrm>
            <a:off x="3095015" y="568960"/>
            <a:ext cx="3238875" cy="369332"/>
          </a:xfrm>
          <a:prstGeom prst="rect">
            <a:avLst/>
          </a:prstGeom>
          <a:noFill/>
        </p:spPr>
        <p:txBody>
          <a:bodyPr wrap="square" rtlCol="0">
            <a:spAutoFit/>
          </a:bodyPr>
          <a:lstStyle>
            <a:defPPr>
              <a:defRPr lang="en-US"/>
            </a:defPPr>
            <a:lvl1pPr marR="0" lvl="0" indent="0" eaLnBrk="0" fontAlgn="base" hangingPunct="0">
              <a:lnSpc>
                <a:spcPct val="100000"/>
              </a:lnSpc>
              <a:spcBef>
                <a:spcPct val="0"/>
              </a:spcBef>
              <a:spcAft>
                <a:spcPct val="0"/>
              </a:spcAft>
              <a:buClrTx/>
              <a:buSzTx/>
              <a:buFontTx/>
              <a:buNone/>
              <a:tabLst/>
              <a:defRPr kumimoji="0" b="1" i="0" u="none" strike="noStrike" cap="none" spc="0" normalizeH="0" baseline="0">
                <a:ln>
                  <a:noFill/>
                </a:ln>
                <a:solidFill>
                  <a:srgbClr val="0070C0"/>
                </a:solidFill>
                <a:effectLst/>
                <a:uLnTx/>
                <a:uFillTx/>
                <a:latin typeface="Arial" panose="020B0604020202020204"/>
                <a:ea typeface="HelvNeue Bold for IBM" charset="0"/>
                <a:cs typeface="HelvNeue Bold for IBM"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panose="020B0604020202020204"/>
              </a:rPr>
              <a:t>Growth &amp; Market Standing </a:t>
            </a:r>
            <a:endParaRPr kumimoji="0" lang="en-IN" sz="1800" b="1" i="0" u="none" strike="noStrike" kern="1200" cap="none" spc="0" normalizeH="0" baseline="0" noProof="0" dirty="0" err="1">
              <a:ln>
                <a:noFill/>
              </a:ln>
              <a:solidFill>
                <a:srgbClr val="0070C0"/>
              </a:solidFill>
              <a:effectLst/>
              <a:uLnTx/>
              <a:uFillTx/>
              <a:latin typeface="Arial" panose="020B0604020202020204"/>
            </a:endParaRPr>
          </a:p>
        </p:txBody>
      </p:sp>
      <p:sp>
        <p:nvSpPr>
          <p:cNvPr id="16" name="Rectangle 15">
            <a:extLst>
              <a:ext uri="{FF2B5EF4-FFF2-40B4-BE49-F238E27FC236}">
                <a16:creationId xmlns:a16="http://schemas.microsoft.com/office/drawing/2014/main" id="{3A1F1851-90FF-4161-A357-006A51793ED6}"/>
              </a:ext>
            </a:extLst>
          </p:cNvPr>
          <p:cNvSpPr/>
          <p:nvPr/>
        </p:nvSpPr>
        <p:spPr>
          <a:xfrm>
            <a:off x="7565719" y="991859"/>
            <a:ext cx="4452023" cy="2539157"/>
          </a:xfrm>
          <a:prstGeom prst="rect">
            <a:avLst/>
          </a:prstGeom>
        </p:spPr>
        <p:txBody>
          <a:bodyPr wrap="square" lIns="0" tIns="0" rIns="0" bIns="0">
            <a:spAutoFit/>
          </a:bodyPr>
          <a:lstStyle/>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1"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New ways of working with the Bank</a:t>
            </a:r>
          </a:p>
          <a:p>
            <a:pPr marL="274320" marR="0" lvl="1" indent="-18288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Transformed from </a:t>
            </a: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Waterfall to Agile Delivery Organization</a:t>
            </a:r>
          </a:p>
          <a:p>
            <a:pPr marL="274320" marR="0" lvl="1" indent="-18288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Driving </a:t>
            </a: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digital assets co-creating</a:t>
            </a: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b/w bank, IBM and other partners</a:t>
            </a:r>
          </a:p>
          <a:p>
            <a:pPr marL="274320" marR="0" lvl="1" indent="-18288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Estimation Framework</a:t>
            </a: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(T-shirt size estimation) put in place to help the bank plan their budgets for new projects</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Mobile squad team moved 100% into agile delivery</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Channel integration for Payments</a:t>
            </a:r>
          </a:p>
        </p:txBody>
      </p:sp>
      <p:cxnSp>
        <p:nvCxnSpPr>
          <p:cNvPr id="20" name="Straight Connector 19">
            <a:extLst>
              <a:ext uri="{FF2B5EF4-FFF2-40B4-BE49-F238E27FC236}">
                <a16:creationId xmlns:a16="http://schemas.microsoft.com/office/drawing/2014/main" id="{69F521AA-DBA4-4046-819E-05C8610754C7}"/>
              </a:ext>
            </a:extLst>
          </p:cNvPr>
          <p:cNvCxnSpPr>
            <a:cxnSpLocks/>
          </p:cNvCxnSpPr>
          <p:nvPr/>
        </p:nvCxnSpPr>
        <p:spPr>
          <a:xfrm>
            <a:off x="7392323" y="878393"/>
            <a:ext cx="0" cy="2652623"/>
          </a:xfrm>
          <a:prstGeom prst="line">
            <a:avLst/>
          </a:prstGeom>
          <a:ln w="25400">
            <a:solidFill>
              <a:srgbClr val="0070C0"/>
            </a:solidFill>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032E8055-0290-40D5-88E7-003CEE6C4BA9}"/>
              </a:ext>
            </a:extLst>
          </p:cNvPr>
          <p:cNvSpPr txBox="1"/>
          <p:nvPr/>
        </p:nvSpPr>
        <p:spPr>
          <a:xfrm>
            <a:off x="7773516" y="568960"/>
            <a:ext cx="315456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panose="020B0604020202020204"/>
                <a:ea typeface="HelvNeue Bold for IBM" charset="0"/>
                <a:cs typeface="HelvNeue Bold for IBM" charset="0"/>
              </a:rPr>
              <a:t>Enabling Transformation</a:t>
            </a:r>
            <a:endParaRPr kumimoji="0" lang="en-IN" sz="1800" b="0" i="0" u="none" strike="noStrike" kern="1200" cap="none" spc="0" normalizeH="0" baseline="0" noProof="0" dirty="0" err="1">
              <a:ln>
                <a:noFill/>
              </a:ln>
              <a:solidFill>
                <a:srgbClr val="333639"/>
              </a:solidFill>
              <a:effectLst/>
              <a:uLnTx/>
              <a:uFillTx/>
              <a:latin typeface="Calibri" panose="020F0502020204030204" pitchFamily="34" charset="0"/>
              <a:ea typeface="+mn-ea"/>
              <a:cs typeface="+mn-cs"/>
            </a:endParaRPr>
          </a:p>
        </p:txBody>
      </p:sp>
      <p:cxnSp>
        <p:nvCxnSpPr>
          <p:cNvPr id="22" name="Straight Connector 21">
            <a:extLst>
              <a:ext uri="{FF2B5EF4-FFF2-40B4-BE49-F238E27FC236}">
                <a16:creationId xmlns:a16="http://schemas.microsoft.com/office/drawing/2014/main" id="{23942998-A4CE-4EC0-B55E-CD4D634519F3}"/>
              </a:ext>
            </a:extLst>
          </p:cNvPr>
          <p:cNvCxnSpPr>
            <a:cxnSpLocks/>
          </p:cNvCxnSpPr>
          <p:nvPr/>
        </p:nvCxnSpPr>
        <p:spPr>
          <a:xfrm>
            <a:off x="2906804" y="3691796"/>
            <a:ext cx="8980396" cy="0"/>
          </a:xfrm>
          <a:prstGeom prst="line">
            <a:avLst/>
          </a:prstGeom>
          <a:ln w="25400">
            <a:solidFill>
              <a:srgbClr val="0070C0"/>
            </a:solidFill>
          </a:ln>
        </p:spPr>
        <p:style>
          <a:lnRef idx="1">
            <a:schemeClr val="accent2"/>
          </a:lnRef>
          <a:fillRef idx="0">
            <a:schemeClr val="accent2"/>
          </a:fillRef>
          <a:effectRef idx="0">
            <a:schemeClr val="accent2"/>
          </a:effectRef>
          <a:fontRef idx="minor">
            <a:schemeClr val="tx1"/>
          </a:fontRef>
        </p:style>
      </p:cxnSp>
      <p:pic>
        <p:nvPicPr>
          <p:cNvPr id="25" name="Picture 24">
            <a:extLst>
              <a:ext uri="{FF2B5EF4-FFF2-40B4-BE49-F238E27FC236}">
                <a16:creationId xmlns:a16="http://schemas.microsoft.com/office/drawing/2014/main" id="{00E58022-C19D-4466-A2D5-8508FFC3295B}"/>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771560" y="597623"/>
            <a:ext cx="302895" cy="262890"/>
          </a:xfrm>
          <a:prstGeom prst="rect">
            <a:avLst/>
          </a:prstGeom>
        </p:spPr>
      </p:pic>
      <p:pic>
        <p:nvPicPr>
          <p:cNvPr id="28" name="Picture 27" descr="Icon&#10;&#10;Description automatically generated">
            <a:extLst>
              <a:ext uri="{FF2B5EF4-FFF2-40B4-BE49-F238E27FC236}">
                <a16:creationId xmlns:a16="http://schemas.microsoft.com/office/drawing/2014/main" id="{738FC9B7-DFE7-44B7-988A-FCE7177BF78C}"/>
              </a:ext>
            </a:extLst>
          </p:cNvPr>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7478875" y="542381"/>
            <a:ext cx="248238" cy="336012"/>
          </a:xfrm>
          <a:prstGeom prst="rect">
            <a:avLst/>
          </a:prstGeom>
        </p:spPr>
      </p:pic>
      <p:sp>
        <p:nvSpPr>
          <p:cNvPr id="35" name="TextBox 34">
            <a:extLst>
              <a:ext uri="{FF2B5EF4-FFF2-40B4-BE49-F238E27FC236}">
                <a16:creationId xmlns:a16="http://schemas.microsoft.com/office/drawing/2014/main" id="{EF9570AF-A2D0-433E-B533-DB7F7A73BBCA}"/>
              </a:ext>
            </a:extLst>
          </p:cNvPr>
          <p:cNvSpPr txBox="1"/>
          <p:nvPr/>
        </p:nvSpPr>
        <p:spPr>
          <a:xfrm>
            <a:off x="3095015" y="3830861"/>
            <a:ext cx="3000978" cy="369332"/>
          </a:xfrm>
          <a:prstGeom prst="rect">
            <a:avLst/>
          </a:prstGeom>
          <a:noFill/>
        </p:spPr>
        <p:txBody>
          <a:bodyPr wrap="square" rtlCol="0">
            <a:spAutoFit/>
          </a:bodyPr>
          <a:lstStyle>
            <a:defPPr>
              <a:defRPr lang="en-US"/>
            </a:defPPr>
            <a:lvl1pPr marR="0" lvl="0" indent="0" eaLnBrk="0" fontAlgn="base" hangingPunct="0">
              <a:lnSpc>
                <a:spcPct val="100000"/>
              </a:lnSpc>
              <a:spcBef>
                <a:spcPct val="0"/>
              </a:spcBef>
              <a:spcAft>
                <a:spcPct val="0"/>
              </a:spcAft>
              <a:buClrTx/>
              <a:buSzTx/>
              <a:buFontTx/>
              <a:buNone/>
              <a:tabLst/>
              <a:defRPr kumimoji="0" b="1" i="0" u="none" strike="noStrike" cap="none" spc="0" normalizeH="0" baseline="0">
                <a:ln>
                  <a:noFill/>
                </a:ln>
                <a:solidFill>
                  <a:srgbClr val="0070C0"/>
                </a:solidFill>
                <a:effectLst/>
                <a:uLnTx/>
                <a:uFillTx/>
                <a:latin typeface="Arial" panose="020B0604020202020204"/>
                <a:ea typeface="HelvNeue Bold for IBM" charset="0"/>
                <a:cs typeface="HelvNeue Bold for IBM"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panose="020B0604020202020204"/>
              </a:rPr>
              <a:t>Innovation &amp; Value Adds</a:t>
            </a:r>
            <a:endParaRPr kumimoji="0" lang="en-IN" sz="1800" b="1" i="0" u="none" strike="noStrike" kern="1200" cap="none" spc="0" normalizeH="0" baseline="0" noProof="0" dirty="0" err="1">
              <a:ln>
                <a:noFill/>
              </a:ln>
              <a:solidFill>
                <a:srgbClr val="0070C0"/>
              </a:solidFill>
              <a:effectLst/>
              <a:uLnTx/>
              <a:uFillTx/>
              <a:latin typeface="Arial" panose="020B0604020202020204"/>
            </a:endParaRPr>
          </a:p>
        </p:txBody>
      </p:sp>
      <p:pic>
        <p:nvPicPr>
          <p:cNvPr id="36" name="Picture 35">
            <a:extLst>
              <a:ext uri="{FF2B5EF4-FFF2-40B4-BE49-F238E27FC236}">
                <a16:creationId xmlns:a16="http://schemas.microsoft.com/office/drawing/2014/main" id="{4000E6AC-5684-4E47-8B41-8E5B30080748}"/>
              </a:ext>
            </a:extLst>
          </p:cNvPr>
          <p:cNvPicPr>
            <a:picLocks noChangeAspect="1"/>
          </p:cNvPicPr>
          <p:nvPr/>
        </p:nvPicPr>
        <p:blipFill>
          <a:blip r:embed="rId9"/>
          <a:stretch>
            <a:fillRect/>
          </a:stretch>
        </p:blipFill>
        <p:spPr>
          <a:xfrm>
            <a:off x="2804649" y="3814865"/>
            <a:ext cx="290366" cy="330100"/>
          </a:xfrm>
          <a:prstGeom prst="rect">
            <a:avLst/>
          </a:prstGeom>
        </p:spPr>
      </p:pic>
      <p:sp>
        <p:nvSpPr>
          <p:cNvPr id="37" name="Rectangle 36">
            <a:extLst>
              <a:ext uri="{FF2B5EF4-FFF2-40B4-BE49-F238E27FC236}">
                <a16:creationId xmlns:a16="http://schemas.microsoft.com/office/drawing/2014/main" id="{96B74A8E-BF34-4580-92D5-8C7D49DD5FDE}"/>
              </a:ext>
            </a:extLst>
          </p:cNvPr>
          <p:cNvSpPr/>
          <p:nvPr/>
        </p:nvSpPr>
        <p:spPr>
          <a:xfrm>
            <a:off x="2853749" y="4207568"/>
            <a:ext cx="9033452" cy="2616101"/>
          </a:xfrm>
          <a:prstGeom prst="rect">
            <a:avLst/>
          </a:prstGeom>
        </p:spPr>
        <p:txBody>
          <a:bodyPr wrap="square" lIns="0" tIns="0" rIns="0" bIns="0">
            <a:spAutoFit/>
          </a:bodyPr>
          <a:lstStyle/>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Knowledge Repository – All digital </a:t>
            </a:r>
            <a:r>
              <a:rPr kumimoji="0" lang="en-US" altLang="en-US" sz="1400" b="1"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knowledge assets aggregated onto Confluence</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Digital Resiliency</a:t>
            </a: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initiatives like Circuit Breaker and Memory capacity management has </a:t>
            </a:r>
            <a:r>
              <a:rPr kumimoji="0" lang="en-US" altLang="en-US" sz="1400" b="1"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increased the Resiliency of the Microservices Backbone</a:t>
            </a: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 that supports all Digital Channels</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Mobile Channel – Greatly improved the platform’s capability for real time monitoring of customer journey success &amp; delivered key security fixes giving TSB customers a more secure digital offering</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Payments: Strong Customer Authentication, Card Controls, International Payments, Touchless</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End to End DevOps integration both On prem and Cloud (Jira, Mobile Cloud Farm and Confluence integration). Source code branching strategy on GitHub</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Integrate test automation with Cucumber, Selenoid leveraging opensource technology </a:t>
            </a:r>
          </a:p>
          <a:p>
            <a:pPr marL="137160" marR="0" lvl="0" indent="-13716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altLang="en-US" sz="1400" b="0" i="0" u="none" strike="noStrike" kern="0" cap="none" spc="0" normalizeH="0" baseline="0" noProof="0" dirty="0">
                <a:ln>
                  <a:noFill/>
                </a:ln>
                <a:solidFill>
                  <a:srgbClr val="5F5F5F"/>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Enhanced monitoring using opensource – Kibana/Grafana</a:t>
            </a:r>
          </a:p>
        </p:txBody>
      </p:sp>
      <p:pic>
        <p:nvPicPr>
          <p:cNvPr id="26" name="Picture 25">
            <a:extLst>
              <a:ext uri="{FF2B5EF4-FFF2-40B4-BE49-F238E27FC236}">
                <a16:creationId xmlns:a16="http://schemas.microsoft.com/office/drawing/2014/main" id="{68B575A5-82F6-40BD-A43E-19FF7F8AC14F}"/>
              </a:ext>
            </a:extLst>
          </p:cNvPr>
          <p:cNvPicPr>
            <a:picLocks noChangeAspect="1"/>
          </p:cNvPicPr>
          <p:nvPr/>
        </p:nvPicPr>
        <p:blipFill>
          <a:blip r:embed="rId10">
            <a:duotone>
              <a:schemeClr val="accent4">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1658316" y="568960"/>
            <a:ext cx="737793" cy="502719"/>
          </a:xfrm>
          <a:prstGeom prst="rect">
            <a:avLst/>
          </a:prstGeom>
        </p:spPr>
      </p:pic>
      <p:sp>
        <p:nvSpPr>
          <p:cNvPr id="27" name="Rectangle 26">
            <a:extLst>
              <a:ext uri="{FF2B5EF4-FFF2-40B4-BE49-F238E27FC236}">
                <a16:creationId xmlns:a16="http://schemas.microsoft.com/office/drawing/2014/main" id="{90AA3476-E1D7-4D75-B4AC-B733FB439791}"/>
              </a:ext>
            </a:extLst>
          </p:cNvPr>
          <p:cNvSpPr/>
          <p:nvPr/>
        </p:nvSpPr>
        <p:spPr>
          <a:xfrm>
            <a:off x="159597" y="4140000"/>
            <a:ext cx="2321546" cy="738664"/>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300"/>
              </a:spcBef>
              <a:spcAft>
                <a:spcPts val="300"/>
              </a:spcAft>
              <a:buClrTx/>
              <a:buSzTx/>
              <a:buFont typeface="Wingdings" panose="05000000000000000000" pitchFamily="2" charset="2"/>
              <a:buChar char="v"/>
              <a:tabLst/>
              <a:defRPr/>
            </a:pPr>
            <a:r>
              <a:rPr kumimoji="0" lang="en-US" altLang="en-US" sz="1600" b="1" i="0" u="none" strike="noStrike" kern="0" cap="none" spc="0" normalizeH="0" baseline="0" noProof="0" dirty="0">
                <a:ln>
                  <a:noFill/>
                </a:ln>
                <a:solidFill>
                  <a:srgbClr val="0070C0"/>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Transformation : Agile, Resiliency &amp; Automation</a:t>
            </a:r>
          </a:p>
        </p:txBody>
      </p:sp>
      <p:sp>
        <p:nvSpPr>
          <p:cNvPr id="29" name="Oval 28">
            <a:extLst>
              <a:ext uri="{FF2B5EF4-FFF2-40B4-BE49-F238E27FC236}">
                <a16:creationId xmlns:a16="http://schemas.microsoft.com/office/drawing/2014/main" id="{F1AB149D-1CB0-4F68-BC58-47086B837B13}"/>
              </a:ext>
            </a:extLst>
          </p:cNvPr>
          <p:cNvSpPr/>
          <p:nvPr/>
        </p:nvSpPr>
        <p:spPr bwMode="auto">
          <a:xfrm>
            <a:off x="2527382" y="907194"/>
            <a:ext cx="231112" cy="231112"/>
          </a:xfrm>
          <a:prstGeom prst="ellipse">
            <a:avLst/>
          </a:prstGeom>
          <a:solidFill>
            <a:srgbClr val="0070C0"/>
          </a:solidFill>
          <a:ln w="2857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3029402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4">
            <a:extLst>
              <a:ext uri="{FF2B5EF4-FFF2-40B4-BE49-F238E27FC236}">
                <a16:creationId xmlns:a16="http://schemas.microsoft.com/office/drawing/2014/main" id="{E0269047-A12A-4F1D-A711-12813EAC1874}"/>
              </a:ext>
            </a:extLst>
          </p:cNvPr>
          <p:cNvSpPr txBox="1"/>
          <p:nvPr/>
        </p:nvSpPr>
        <p:spPr>
          <a:xfrm>
            <a:off x="7245692" y="1045790"/>
            <a:ext cx="4667253" cy="554639"/>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Conversational Banking Phase 1</a:t>
            </a:r>
            <a:r>
              <a:rPr kumimoji="0" lang="en-US" sz="1200" b="0" i="0" u="none" strike="noStrike" kern="1200" cap="none" spc="0" normalizeH="0" baseline="0" noProof="0" dirty="0">
                <a:ln>
                  <a:noFill/>
                </a:ln>
                <a:solidFill>
                  <a:srgbClr val="002060"/>
                </a:solidFill>
                <a:effectLst/>
                <a:uLnTx/>
                <a:uFillTx/>
                <a:latin typeface="IBM Plex Sans"/>
                <a:ea typeface="+mn-ea"/>
              </a:rPr>
              <a:t> delivered on Mobile channel – first of a kind cloud project. The channel has ability to service 500 concurrent chats.</a:t>
            </a:r>
          </a:p>
        </p:txBody>
      </p:sp>
      <p:sp>
        <p:nvSpPr>
          <p:cNvPr id="10" name="object 24">
            <a:extLst>
              <a:ext uri="{FF2B5EF4-FFF2-40B4-BE49-F238E27FC236}">
                <a16:creationId xmlns:a16="http://schemas.microsoft.com/office/drawing/2014/main" id="{A40C22DD-55D2-465C-ABC4-7852FA790616}"/>
              </a:ext>
            </a:extLst>
          </p:cNvPr>
          <p:cNvSpPr txBox="1"/>
          <p:nvPr/>
        </p:nvSpPr>
        <p:spPr>
          <a:xfrm>
            <a:off x="6341354" y="783282"/>
            <a:ext cx="4533873" cy="185307"/>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Digital Marketing Phase 1</a:t>
            </a:r>
            <a:r>
              <a:rPr kumimoji="0" lang="en-US" sz="1200" b="0" i="0" u="none" strike="noStrike" kern="1200" cap="none" spc="0" normalizeH="0" baseline="0" noProof="0" dirty="0">
                <a:ln>
                  <a:noFill/>
                </a:ln>
                <a:solidFill>
                  <a:srgbClr val="002060"/>
                </a:solidFill>
                <a:effectLst/>
                <a:uLnTx/>
                <a:uFillTx/>
                <a:latin typeface="IBM Plex Sans"/>
                <a:ea typeface="+mn-ea"/>
              </a:rPr>
              <a:t> delivered on Mobile channel</a:t>
            </a:r>
          </a:p>
        </p:txBody>
      </p:sp>
      <p:sp>
        <p:nvSpPr>
          <p:cNvPr id="11" name="object 24">
            <a:extLst>
              <a:ext uri="{FF2B5EF4-FFF2-40B4-BE49-F238E27FC236}">
                <a16:creationId xmlns:a16="http://schemas.microsoft.com/office/drawing/2014/main" id="{119123AA-2AF9-4C6E-B491-7B1FE3C49BFD}"/>
              </a:ext>
            </a:extLst>
          </p:cNvPr>
          <p:cNvSpPr txBox="1"/>
          <p:nvPr/>
        </p:nvSpPr>
        <p:spPr>
          <a:xfrm>
            <a:off x="7765840" y="1654315"/>
            <a:ext cx="4270929" cy="375776"/>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Web Channel -</a:t>
            </a:r>
            <a:r>
              <a:rPr kumimoji="0" lang="en-US" sz="1200" b="0" i="0" u="none" strike="noStrike" kern="1200" cap="none" spc="0" normalizeH="0" baseline="0" noProof="0" dirty="0">
                <a:ln>
                  <a:noFill/>
                </a:ln>
                <a:solidFill>
                  <a:srgbClr val="002060"/>
                </a:solidFill>
                <a:effectLst/>
                <a:uLnTx/>
                <a:uFillTx/>
                <a:latin typeface="IBM Plex Sans"/>
                <a:ea typeface="+mn-ea"/>
              </a:rPr>
              <a:t> Supported 4 major releases; Delivered 2 major releases</a:t>
            </a:r>
          </a:p>
        </p:txBody>
      </p:sp>
      <p:sp>
        <p:nvSpPr>
          <p:cNvPr id="12" name="object 24">
            <a:extLst>
              <a:ext uri="{FF2B5EF4-FFF2-40B4-BE49-F238E27FC236}">
                <a16:creationId xmlns:a16="http://schemas.microsoft.com/office/drawing/2014/main" id="{DD5670B3-D9A5-4758-BEEF-7661D2983F05}"/>
              </a:ext>
            </a:extLst>
          </p:cNvPr>
          <p:cNvSpPr txBox="1"/>
          <p:nvPr/>
        </p:nvSpPr>
        <p:spPr>
          <a:xfrm>
            <a:off x="8053107" y="2094427"/>
            <a:ext cx="3983661" cy="369973"/>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Open Banking –</a:t>
            </a:r>
            <a:r>
              <a:rPr kumimoji="0" lang="en-US" sz="1200" b="0" i="0" u="none" strike="noStrike" kern="1200" cap="none" spc="0" normalizeH="0" baseline="0" noProof="0" dirty="0">
                <a:ln>
                  <a:noFill/>
                </a:ln>
                <a:solidFill>
                  <a:srgbClr val="002060"/>
                </a:solidFill>
                <a:effectLst/>
                <a:uLnTx/>
                <a:uFillTx/>
                <a:latin typeface="IBM Plex Sans"/>
                <a:ea typeface="+mn-ea"/>
              </a:rPr>
              <a:t> Supporting transactions over 21 mn per month and increasing</a:t>
            </a:r>
          </a:p>
        </p:txBody>
      </p:sp>
      <p:sp>
        <p:nvSpPr>
          <p:cNvPr id="14" name="object 24">
            <a:extLst>
              <a:ext uri="{FF2B5EF4-FFF2-40B4-BE49-F238E27FC236}">
                <a16:creationId xmlns:a16="http://schemas.microsoft.com/office/drawing/2014/main" id="{4E20A631-D73A-40F5-A499-E96B421109B0}"/>
              </a:ext>
            </a:extLst>
          </p:cNvPr>
          <p:cNvSpPr txBox="1"/>
          <p:nvPr/>
        </p:nvSpPr>
        <p:spPr>
          <a:xfrm>
            <a:off x="8396303" y="3035149"/>
            <a:ext cx="3640467" cy="369973"/>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TSB flagship Mobile project</a:t>
            </a:r>
            <a:r>
              <a:rPr kumimoji="0" lang="en-US" sz="1200" b="0" i="0" u="none" strike="noStrike" kern="1200" cap="none" spc="0" normalizeH="0" baseline="0" noProof="0" dirty="0">
                <a:ln>
                  <a:noFill/>
                </a:ln>
                <a:solidFill>
                  <a:srgbClr val="002060"/>
                </a:solidFill>
                <a:effectLst/>
                <a:uLnTx/>
                <a:uFillTx/>
                <a:latin typeface="IBM Plex Sans"/>
                <a:ea typeface="+mn-ea"/>
              </a:rPr>
              <a:t> (Mobile 2.0) is underway</a:t>
            </a:r>
          </a:p>
        </p:txBody>
      </p:sp>
      <p:sp>
        <p:nvSpPr>
          <p:cNvPr id="15" name="object 24">
            <a:extLst>
              <a:ext uri="{FF2B5EF4-FFF2-40B4-BE49-F238E27FC236}">
                <a16:creationId xmlns:a16="http://schemas.microsoft.com/office/drawing/2014/main" id="{E363C2BA-5349-40D1-A8F1-C734E8837EB5}"/>
              </a:ext>
            </a:extLst>
          </p:cNvPr>
          <p:cNvSpPr txBox="1"/>
          <p:nvPr/>
        </p:nvSpPr>
        <p:spPr>
          <a:xfrm>
            <a:off x="8281743" y="2534188"/>
            <a:ext cx="3969477" cy="369973"/>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Q2 Releases lined up – </a:t>
            </a:r>
            <a:r>
              <a:rPr kumimoji="0" lang="en-US" sz="1200" b="0" i="0" u="none" strike="noStrike" kern="1200" cap="none" spc="0" normalizeH="0" baseline="0" noProof="0" dirty="0">
                <a:ln>
                  <a:noFill/>
                </a:ln>
                <a:solidFill>
                  <a:srgbClr val="002060"/>
                </a:solidFill>
                <a:effectLst/>
                <a:uLnTx/>
                <a:uFillTx/>
                <a:latin typeface="IBM Plex Sans"/>
                <a:ea typeface="+mn-ea"/>
              </a:rPr>
              <a:t>Strategic Cust. Onboarding, Strong Cust. Auth &amp; Franchise loan</a:t>
            </a:r>
          </a:p>
        </p:txBody>
      </p:sp>
      <p:sp>
        <p:nvSpPr>
          <p:cNvPr id="4" name="Rectangle: Rounded Corners 3">
            <a:extLst>
              <a:ext uri="{FF2B5EF4-FFF2-40B4-BE49-F238E27FC236}">
                <a16:creationId xmlns:a16="http://schemas.microsoft.com/office/drawing/2014/main" id="{E51B7BCF-AC61-4FDC-A427-7F0B662E66F9}"/>
              </a:ext>
            </a:extLst>
          </p:cNvPr>
          <p:cNvSpPr/>
          <p:nvPr/>
        </p:nvSpPr>
        <p:spPr>
          <a:xfrm>
            <a:off x="279053" y="3691766"/>
            <a:ext cx="5652191" cy="3013102"/>
          </a:xfrm>
          <a:prstGeom prst="round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73AF2621-A693-4A1F-90ED-5FBEB9A72C1F}"/>
              </a:ext>
            </a:extLst>
          </p:cNvPr>
          <p:cNvSpPr/>
          <p:nvPr/>
        </p:nvSpPr>
        <p:spPr>
          <a:xfrm>
            <a:off x="279054" y="686029"/>
            <a:ext cx="5623713" cy="2925212"/>
          </a:xfrm>
          <a:prstGeom prst="roundRect">
            <a:avLst/>
          </a:prstGeom>
          <a:noFill/>
          <a:ln w="19050">
            <a:solidFill>
              <a:srgbClr val="E072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5E09DB41-4EDF-4E19-A8CE-867D3C8064DB}"/>
              </a:ext>
            </a:extLst>
          </p:cNvPr>
          <p:cNvSpPr/>
          <p:nvPr/>
        </p:nvSpPr>
        <p:spPr>
          <a:xfrm>
            <a:off x="6064496" y="686029"/>
            <a:ext cx="5846136" cy="2877587"/>
          </a:xfrm>
          <a:prstGeom prst="roundRect">
            <a:avLst/>
          </a:prstGeom>
          <a:no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Rounded Corners 16">
            <a:extLst>
              <a:ext uri="{FF2B5EF4-FFF2-40B4-BE49-F238E27FC236}">
                <a16:creationId xmlns:a16="http://schemas.microsoft.com/office/drawing/2014/main" id="{7B345D5A-B74A-4B69-A827-083DA4C2191D}"/>
              </a:ext>
            </a:extLst>
          </p:cNvPr>
          <p:cNvSpPr/>
          <p:nvPr/>
        </p:nvSpPr>
        <p:spPr>
          <a:xfrm>
            <a:off x="6067092" y="3691766"/>
            <a:ext cx="5853657" cy="3013101"/>
          </a:xfrm>
          <a:prstGeom prst="roundRect">
            <a:avLst/>
          </a:prstGeom>
          <a:no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2" name="Group 21">
            <a:extLst>
              <a:ext uri="{FF2B5EF4-FFF2-40B4-BE49-F238E27FC236}">
                <a16:creationId xmlns:a16="http://schemas.microsoft.com/office/drawing/2014/main" id="{BB37290C-2148-43CB-920D-21118B4280EF}"/>
              </a:ext>
            </a:extLst>
          </p:cNvPr>
          <p:cNvGrpSpPr/>
          <p:nvPr/>
        </p:nvGrpSpPr>
        <p:grpSpPr>
          <a:xfrm>
            <a:off x="1902170" y="911432"/>
            <a:ext cx="8185803" cy="5418667"/>
            <a:chOff x="2032000" y="719666"/>
            <a:chExt cx="8128000" cy="5418667"/>
          </a:xfrm>
        </p:grpSpPr>
        <p:graphicFrame>
          <p:nvGraphicFramePr>
            <p:cNvPr id="23" name="Diagram 22">
              <a:extLst>
                <a:ext uri="{FF2B5EF4-FFF2-40B4-BE49-F238E27FC236}">
                  <a16:creationId xmlns:a16="http://schemas.microsoft.com/office/drawing/2014/main" id="{5600E518-BA9C-4994-B309-82A4A60189CA}"/>
                </a:ext>
              </a:extLst>
            </p:cNvPr>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 name="Flowchart: Connector 23">
              <a:extLst>
                <a:ext uri="{FF2B5EF4-FFF2-40B4-BE49-F238E27FC236}">
                  <a16:creationId xmlns:a16="http://schemas.microsoft.com/office/drawing/2014/main" id="{E47A138B-B657-4FB8-84AF-E9F301EF01CA}"/>
                </a:ext>
              </a:extLst>
            </p:cNvPr>
            <p:cNvSpPr/>
            <p:nvPr/>
          </p:nvSpPr>
          <p:spPr>
            <a:xfrm>
              <a:off x="5410199" y="2743199"/>
              <a:ext cx="1371600" cy="1371600"/>
            </a:xfrm>
            <a:prstGeom prst="flowChartConnector">
              <a:avLst/>
            </a:prstGeom>
            <a:solidFill>
              <a:srgbClr val="00B0F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72A5968C-9A67-436B-8CE5-0673D366DBBD}"/>
                </a:ext>
              </a:extLst>
            </p:cNvPr>
            <p:cNvSpPr txBox="1"/>
            <p:nvPr/>
          </p:nvSpPr>
          <p:spPr>
            <a:xfrm>
              <a:off x="5439264" y="2901345"/>
              <a:ext cx="1313471"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33300"/>
                  </a:solidFill>
                  <a:effectLst/>
                  <a:uLnTx/>
                  <a:uFillTx/>
                  <a:latin typeface="Calibri" panose="020F0502020204030204"/>
                  <a:ea typeface="+mn-ea"/>
                  <a:cs typeface="+mn-cs"/>
                </a:rPr>
                <a:t>TSB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33300"/>
                  </a:solidFill>
                  <a:effectLst/>
                  <a:uLnTx/>
                  <a:uFillTx/>
                  <a:latin typeface="Calibri" panose="020F0502020204030204"/>
                  <a:ea typeface="+mn-ea"/>
                  <a:cs typeface="+mn-cs"/>
                </a:rPr>
                <a:t>Digital Partnership</a:t>
              </a:r>
            </a:p>
          </p:txBody>
        </p:sp>
        <p:sp>
          <p:nvSpPr>
            <p:cNvPr id="26" name="TextBox 25">
              <a:extLst>
                <a:ext uri="{FF2B5EF4-FFF2-40B4-BE49-F238E27FC236}">
                  <a16:creationId xmlns:a16="http://schemas.microsoft.com/office/drawing/2014/main" id="{CFD59D5C-1588-40F7-914F-11EBB81A1F42}"/>
                </a:ext>
              </a:extLst>
            </p:cNvPr>
            <p:cNvSpPr txBox="1"/>
            <p:nvPr/>
          </p:nvSpPr>
          <p:spPr>
            <a:xfrm>
              <a:off x="6606440" y="2238223"/>
              <a:ext cx="12991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Delivery </a:t>
              </a:r>
            </a:p>
          </p:txBody>
        </p:sp>
        <p:sp>
          <p:nvSpPr>
            <p:cNvPr id="27" name="TextBox 26">
              <a:extLst>
                <a:ext uri="{FF2B5EF4-FFF2-40B4-BE49-F238E27FC236}">
                  <a16:creationId xmlns:a16="http://schemas.microsoft.com/office/drawing/2014/main" id="{75AD68D3-8CDE-4D79-9ECB-99B5F9D31410}"/>
                </a:ext>
              </a:extLst>
            </p:cNvPr>
            <p:cNvSpPr txBox="1"/>
            <p:nvPr/>
          </p:nvSpPr>
          <p:spPr>
            <a:xfrm>
              <a:off x="6416525" y="4204599"/>
              <a:ext cx="1764986" cy="461665"/>
            </a:xfrm>
            <a:prstGeom prst="rect">
              <a:avLst/>
            </a:prstGeom>
            <a:noFill/>
          </p:spPr>
          <p:txBody>
            <a:bodyPr wrap="none" rtlCol="0">
              <a:spAutoFit/>
            </a:bodyPr>
            <a:lstStyle>
              <a:defPPr>
                <a:defRPr lang="en-US"/>
              </a:defPPr>
              <a:lvl1pPr>
                <a:defRPr sz="2400"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Competition</a:t>
              </a:r>
            </a:p>
          </p:txBody>
        </p:sp>
        <p:sp>
          <p:nvSpPr>
            <p:cNvPr id="28" name="TextBox 27">
              <a:extLst>
                <a:ext uri="{FF2B5EF4-FFF2-40B4-BE49-F238E27FC236}">
                  <a16:creationId xmlns:a16="http://schemas.microsoft.com/office/drawing/2014/main" id="{380EE5F2-918A-4707-B21C-9FCC7F76BADF}"/>
                </a:ext>
              </a:extLst>
            </p:cNvPr>
            <p:cNvSpPr txBox="1"/>
            <p:nvPr/>
          </p:nvSpPr>
          <p:spPr>
            <a:xfrm>
              <a:off x="4138866" y="3893812"/>
              <a:ext cx="1732673" cy="1200329"/>
            </a:xfrm>
            <a:prstGeom prst="rect">
              <a:avLst/>
            </a:prstGeom>
            <a:noFill/>
          </p:spPr>
          <p:txBody>
            <a:bodyPr wrap="square" rtlCol="0">
              <a:spAutoFit/>
            </a:bodyPr>
            <a:lstStyle>
              <a:defPPr>
                <a:defRPr lang="en-US"/>
              </a:defPPr>
              <a:lvl1pPr>
                <a:defRPr sz="2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Innovation &amp; Value Adds</a:t>
              </a:r>
            </a:p>
          </p:txBody>
        </p:sp>
        <p:sp>
          <p:nvSpPr>
            <p:cNvPr id="29" name="TextBox 28">
              <a:extLst>
                <a:ext uri="{FF2B5EF4-FFF2-40B4-BE49-F238E27FC236}">
                  <a16:creationId xmlns:a16="http://schemas.microsoft.com/office/drawing/2014/main" id="{FAA55164-8A73-42D4-A0CB-DB1D90FD1748}"/>
                </a:ext>
              </a:extLst>
            </p:cNvPr>
            <p:cNvSpPr txBox="1"/>
            <p:nvPr/>
          </p:nvSpPr>
          <p:spPr>
            <a:xfrm>
              <a:off x="4146204" y="2242416"/>
              <a:ext cx="1602888" cy="461665"/>
            </a:xfrm>
            <a:prstGeom prst="rect">
              <a:avLst/>
            </a:prstGeom>
            <a:noFill/>
          </p:spPr>
          <p:txBody>
            <a:bodyPr wrap="square" rtlCol="0">
              <a:spAutoFit/>
            </a:bodyPr>
            <a:lstStyle>
              <a:defPPr>
                <a:defRPr lang="en-US"/>
              </a:defPPr>
              <a:lvl1pPr>
                <a:defRPr sz="2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Growth</a:t>
              </a:r>
            </a:p>
          </p:txBody>
        </p:sp>
      </p:grpSp>
      <p:sp>
        <p:nvSpPr>
          <p:cNvPr id="36" name="object 44">
            <a:extLst>
              <a:ext uri="{FF2B5EF4-FFF2-40B4-BE49-F238E27FC236}">
                <a16:creationId xmlns:a16="http://schemas.microsoft.com/office/drawing/2014/main" id="{C01C2ED5-98FA-48F9-97D0-44A34AF0BE0D}"/>
              </a:ext>
            </a:extLst>
          </p:cNvPr>
          <p:cNvSpPr txBox="1"/>
          <p:nvPr/>
        </p:nvSpPr>
        <p:spPr>
          <a:xfrm>
            <a:off x="476493" y="-37708"/>
            <a:ext cx="6032649" cy="503984"/>
          </a:xfrm>
          <a:prstGeom prst="rect">
            <a:avLst/>
          </a:prstGeom>
        </p:spPr>
        <p:txBody>
          <a:bodyPr vert="horz" wrap="square" lIns="0" tIns="11430" rIns="0" bIns="0" rtlCol="0">
            <a:spAutoFit/>
          </a:bodyPr>
          <a:lstStyle/>
          <a:p>
            <a:pPr marL="85090" marR="0" lvl="0" indent="0" algn="l" defTabSz="914400" rtl="0" eaLnBrk="1" fontAlgn="auto" latinLnBrk="0" hangingPunct="1">
              <a:lnSpc>
                <a:spcPct val="100000"/>
              </a:lnSpc>
              <a:spcBef>
                <a:spcPts val="90"/>
              </a:spcBef>
              <a:spcAft>
                <a:spcPts val="0"/>
              </a:spcAft>
              <a:buClrTx/>
              <a:buSzTx/>
              <a:buFontTx/>
              <a:buNone/>
              <a:tabLst/>
              <a:defRPr/>
            </a:pPr>
            <a:r>
              <a:rPr kumimoji="0" lang="en-IN" sz="4000" b="1" i="0" u="none" strike="noStrike" kern="1200" cap="none" spc="7" normalizeH="0" baseline="2164" noProof="0" dirty="0">
                <a:ln>
                  <a:noFill/>
                </a:ln>
                <a:solidFill>
                  <a:srgbClr val="0070C0"/>
                </a:solidFill>
                <a:effectLst/>
                <a:uLnTx/>
                <a:uFillTx/>
                <a:latin typeface="IBM Plex Sans"/>
                <a:ea typeface="+mn-ea"/>
                <a:cs typeface="IBM Plex Sans"/>
              </a:rPr>
              <a:t>IBM</a:t>
            </a:r>
            <a:r>
              <a:rPr kumimoji="0" lang="en-IN" sz="4000" b="1" i="0" u="none" strike="noStrike" kern="1200" cap="none" spc="7" normalizeH="0" baseline="2164" noProof="0" dirty="0">
                <a:ln>
                  <a:noFill/>
                </a:ln>
                <a:solidFill>
                  <a:prstClr val="black"/>
                </a:solidFill>
                <a:effectLst/>
                <a:uLnTx/>
                <a:uFillTx/>
                <a:latin typeface="IBM Plex Sans"/>
                <a:ea typeface="+mn-ea"/>
                <a:cs typeface="IBM Plex Sans"/>
              </a:rPr>
              <a:t> &amp; </a:t>
            </a:r>
            <a:r>
              <a:rPr kumimoji="0" lang="en-IN" sz="4000" b="1" i="0" u="none" strike="noStrike" kern="1200" cap="none" spc="7" normalizeH="0" baseline="2164" noProof="0" dirty="0">
                <a:ln>
                  <a:noFill/>
                </a:ln>
                <a:solidFill>
                  <a:srgbClr val="5B9BD5">
                    <a:lumMod val="75000"/>
                  </a:srgbClr>
                </a:solidFill>
                <a:effectLst/>
                <a:uLnTx/>
                <a:uFillTx/>
                <a:latin typeface="IBM Plex Sans"/>
                <a:ea typeface="+mn-ea"/>
                <a:cs typeface="IBM Plex Sans"/>
              </a:rPr>
              <a:t>TSB – </a:t>
            </a:r>
            <a:r>
              <a:rPr kumimoji="0" lang="en-IN" sz="3200" b="1" i="0" u="none" strike="noStrike" kern="1200" cap="none" spc="7" normalizeH="0" baseline="2164" noProof="0" dirty="0">
                <a:ln>
                  <a:noFill/>
                </a:ln>
                <a:solidFill>
                  <a:srgbClr val="0E6EFF"/>
                </a:solidFill>
                <a:effectLst/>
                <a:uLnTx/>
                <a:uFillTx/>
                <a:latin typeface="IBM Plex Sans"/>
                <a:ea typeface="+mn-ea"/>
                <a:cs typeface="IBM Plex Sans"/>
              </a:rPr>
              <a:t>A Digital Partnership </a:t>
            </a:r>
            <a:endParaRPr kumimoji="0" sz="3200" b="1" i="0" u="none" strike="noStrike" kern="1200" cap="none" spc="0" normalizeH="0" baseline="0" noProof="0" dirty="0">
              <a:ln>
                <a:noFill/>
              </a:ln>
              <a:solidFill>
                <a:srgbClr val="0E6EFF"/>
              </a:solidFill>
              <a:effectLst/>
              <a:uLnTx/>
              <a:uFillTx/>
              <a:latin typeface="IBM Plex Sans"/>
              <a:ea typeface="+mn-ea"/>
              <a:cs typeface="IBM Plex Sans"/>
            </a:endParaRPr>
          </a:p>
        </p:txBody>
      </p:sp>
      <p:pic>
        <p:nvPicPr>
          <p:cNvPr id="37" name="Picture 2" descr="TSB Bank (United Kingdom) - Wikipedia">
            <a:extLst>
              <a:ext uri="{FF2B5EF4-FFF2-40B4-BE49-F238E27FC236}">
                <a16:creationId xmlns:a16="http://schemas.microsoft.com/office/drawing/2014/main" id="{89EAC28E-4B17-41A1-B9B5-EFB21C747E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05781" y="68231"/>
            <a:ext cx="955164" cy="337299"/>
          </a:xfrm>
          <a:prstGeom prst="rect">
            <a:avLst/>
          </a:prstGeom>
          <a:noFill/>
          <a:extLst>
            <a:ext uri="{909E8E84-426E-40DD-AFC4-6F175D3DCCD1}">
              <a14:hiddenFill xmlns:a14="http://schemas.microsoft.com/office/drawing/2010/main">
                <a:solidFill>
                  <a:srgbClr val="FFFFFF"/>
                </a:solidFill>
              </a14:hiddenFill>
            </a:ext>
          </a:extLst>
        </p:spPr>
      </p:pic>
      <p:sp>
        <p:nvSpPr>
          <p:cNvPr id="38" name="object 24">
            <a:extLst>
              <a:ext uri="{FF2B5EF4-FFF2-40B4-BE49-F238E27FC236}">
                <a16:creationId xmlns:a16="http://schemas.microsoft.com/office/drawing/2014/main" id="{FA857DDD-3757-425E-ACB6-FA9282062C48}"/>
              </a:ext>
            </a:extLst>
          </p:cNvPr>
          <p:cNvSpPr txBox="1"/>
          <p:nvPr/>
        </p:nvSpPr>
        <p:spPr>
          <a:xfrm>
            <a:off x="515205" y="4646090"/>
            <a:ext cx="3623162" cy="1000915"/>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Digital Resiliency</a:t>
            </a:r>
            <a:r>
              <a:rPr kumimoji="0" lang="en-US" sz="1300" b="0" i="0" u="none" strike="noStrike" kern="1200" cap="none" spc="0" normalizeH="0" baseline="0" noProof="0" dirty="0">
                <a:ln>
                  <a:noFill/>
                </a:ln>
                <a:solidFill>
                  <a:srgbClr val="002060"/>
                </a:solidFill>
                <a:effectLst/>
                <a:uLnTx/>
                <a:uFillTx/>
                <a:latin typeface="IBM Plex Sans"/>
                <a:ea typeface="+mn-ea"/>
              </a:rPr>
              <a:t> work kick started. Initiatives like Circuit Breaker and Memory capacity management will increase the Resiliency of the Microservices Backbone that supports all Digital Channels</a:t>
            </a:r>
          </a:p>
        </p:txBody>
      </p:sp>
      <p:sp>
        <p:nvSpPr>
          <p:cNvPr id="39" name="object 24">
            <a:extLst>
              <a:ext uri="{FF2B5EF4-FFF2-40B4-BE49-F238E27FC236}">
                <a16:creationId xmlns:a16="http://schemas.microsoft.com/office/drawing/2014/main" id="{E6FC4124-0AE3-45BE-970A-AEC990227D3A}"/>
              </a:ext>
            </a:extLst>
          </p:cNvPr>
          <p:cNvSpPr txBox="1"/>
          <p:nvPr/>
        </p:nvSpPr>
        <p:spPr>
          <a:xfrm>
            <a:off x="520112" y="5818711"/>
            <a:ext cx="5082999" cy="800860"/>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Mobile Channel – </a:t>
            </a:r>
            <a:r>
              <a:rPr kumimoji="0" lang="en-US" sz="1300" b="0" i="0" u="none" strike="noStrike" kern="1200" cap="none" spc="0" normalizeH="0" baseline="0" noProof="0" dirty="0">
                <a:ln>
                  <a:noFill/>
                </a:ln>
                <a:solidFill>
                  <a:srgbClr val="002060"/>
                </a:solidFill>
                <a:effectLst/>
                <a:uLnTx/>
                <a:uFillTx/>
                <a:latin typeface="IBM Plex Sans"/>
                <a:ea typeface="+mn-ea"/>
              </a:rPr>
              <a:t>First technical release in Feb’21 – The release greatly improves the platform’s capability for real time monitoring of customer journey success &amp; delivered key security fixes giving TSB customers a more secure digital offering</a:t>
            </a:r>
          </a:p>
        </p:txBody>
      </p:sp>
      <p:sp>
        <p:nvSpPr>
          <p:cNvPr id="41" name="object 24">
            <a:extLst>
              <a:ext uri="{FF2B5EF4-FFF2-40B4-BE49-F238E27FC236}">
                <a16:creationId xmlns:a16="http://schemas.microsoft.com/office/drawing/2014/main" id="{1342DB8B-C101-44AD-A467-A286149A8BCB}"/>
              </a:ext>
            </a:extLst>
          </p:cNvPr>
          <p:cNvSpPr txBox="1"/>
          <p:nvPr/>
        </p:nvSpPr>
        <p:spPr>
          <a:xfrm>
            <a:off x="519680" y="800182"/>
            <a:ext cx="2759644" cy="200696"/>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250+ FTE</a:t>
            </a:r>
            <a:r>
              <a:rPr kumimoji="0" lang="en-US" sz="1300" b="0" i="0" u="none" strike="noStrike" kern="1200" cap="none" spc="0" normalizeH="0" baseline="0" noProof="0" dirty="0">
                <a:ln>
                  <a:noFill/>
                </a:ln>
                <a:solidFill>
                  <a:srgbClr val="002060"/>
                </a:solidFill>
                <a:effectLst/>
                <a:uLnTx/>
                <a:uFillTx/>
                <a:latin typeface="IBM Plex Sans"/>
                <a:ea typeface="+mn-ea"/>
              </a:rPr>
              <a:t> by Q3 2021 in Digital</a:t>
            </a:r>
          </a:p>
        </p:txBody>
      </p:sp>
      <p:sp>
        <p:nvSpPr>
          <p:cNvPr id="42" name="object 24">
            <a:extLst>
              <a:ext uri="{FF2B5EF4-FFF2-40B4-BE49-F238E27FC236}">
                <a16:creationId xmlns:a16="http://schemas.microsoft.com/office/drawing/2014/main" id="{B42C2532-2F16-48BF-A7BD-50A5348A6578}"/>
              </a:ext>
            </a:extLst>
          </p:cNvPr>
          <p:cNvSpPr txBox="1"/>
          <p:nvPr/>
        </p:nvSpPr>
        <p:spPr>
          <a:xfrm>
            <a:off x="519680" y="1167411"/>
            <a:ext cx="4599075" cy="200696"/>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Cloud Transformation </a:t>
            </a:r>
            <a:r>
              <a:rPr kumimoji="0" lang="en-US" sz="1300" b="0" i="0" u="none" strike="noStrike" kern="1200" cap="none" spc="0" normalizeH="0" baseline="0" noProof="0" dirty="0">
                <a:ln>
                  <a:noFill/>
                </a:ln>
                <a:solidFill>
                  <a:srgbClr val="002060"/>
                </a:solidFill>
                <a:effectLst/>
                <a:uLnTx/>
                <a:uFillTx/>
                <a:latin typeface="IBM Plex Sans"/>
                <a:ea typeface="+mn-ea"/>
              </a:rPr>
              <a:t>to OpenShift discussion in progress</a:t>
            </a:r>
          </a:p>
        </p:txBody>
      </p:sp>
      <p:sp>
        <p:nvSpPr>
          <p:cNvPr id="43" name="object 24">
            <a:extLst>
              <a:ext uri="{FF2B5EF4-FFF2-40B4-BE49-F238E27FC236}">
                <a16:creationId xmlns:a16="http://schemas.microsoft.com/office/drawing/2014/main" id="{98CCE7E6-1474-49D1-8B9C-9F683C2DAF7E}"/>
              </a:ext>
            </a:extLst>
          </p:cNvPr>
          <p:cNvSpPr txBox="1"/>
          <p:nvPr/>
        </p:nvSpPr>
        <p:spPr>
          <a:xfrm>
            <a:off x="519680" y="1532994"/>
            <a:ext cx="4137161" cy="400751"/>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Displace Competitor (Rackspace) </a:t>
            </a:r>
            <a:r>
              <a:rPr kumimoji="0" lang="en-US" sz="1300" b="0" i="0" u="none" strike="noStrike" kern="1200" cap="none" spc="0" normalizeH="0" baseline="0" noProof="0" dirty="0">
                <a:ln>
                  <a:noFill/>
                </a:ln>
                <a:solidFill>
                  <a:srgbClr val="002060"/>
                </a:solidFill>
                <a:effectLst/>
                <a:uLnTx/>
                <a:uFillTx/>
                <a:latin typeface="IBM Plex Sans"/>
                <a:ea typeface="+mn-ea"/>
              </a:rPr>
              <a:t>in areas like DevOps/</a:t>
            </a:r>
            <a:r>
              <a:rPr kumimoji="0" lang="en-US" sz="1300" b="0" i="0" u="none" strike="noStrike" kern="1200" cap="none" spc="0" normalizeH="0" baseline="0" noProof="0" dirty="0" err="1">
                <a:ln>
                  <a:noFill/>
                </a:ln>
                <a:solidFill>
                  <a:srgbClr val="002060"/>
                </a:solidFill>
                <a:effectLst/>
                <a:uLnTx/>
                <a:uFillTx/>
                <a:latin typeface="IBM Plex Sans"/>
                <a:ea typeface="+mn-ea"/>
              </a:rPr>
              <a:t>CloudOps</a:t>
            </a:r>
            <a:endParaRPr kumimoji="0" lang="en-US" sz="1300" b="0" i="0" u="none" strike="noStrike" kern="1200" cap="none" spc="0" normalizeH="0" baseline="0" noProof="0" dirty="0">
              <a:ln>
                <a:noFill/>
              </a:ln>
              <a:solidFill>
                <a:srgbClr val="002060"/>
              </a:solidFill>
              <a:effectLst/>
              <a:uLnTx/>
              <a:uFillTx/>
              <a:latin typeface="IBM Plex Sans"/>
              <a:ea typeface="+mn-ea"/>
            </a:endParaRPr>
          </a:p>
        </p:txBody>
      </p:sp>
      <p:sp>
        <p:nvSpPr>
          <p:cNvPr id="44" name="object 24">
            <a:extLst>
              <a:ext uri="{FF2B5EF4-FFF2-40B4-BE49-F238E27FC236}">
                <a16:creationId xmlns:a16="http://schemas.microsoft.com/office/drawing/2014/main" id="{12E74441-8AAD-4261-B67D-D778CF75F28A}"/>
              </a:ext>
            </a:extLst>
          </p:cNvPr>
          <p:cNvSpPr txBox="1"/>
          <p:nvPr/>
        </p:nvSpPr>
        <p:spPr>
          <a:xfrm>
            <a:off x="519679" y="2102069"/>
            <a:ext cx="3254659" cy="600805"/>
          </a:xfrm>
          <a:prstGeom prst="rect">
            <a:avLst/>
          </a:prstGeom>
        </p:spPr>
        <p:txBody>
          <a:bodyPr vert="horz" wrap="square" lIns="0" tIns="635" rIns="0" bIns="0" rtlCol="0" anchor="t">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Conversation Banking </a:t>
            </a:r>
            <a:r>
              <a:rPr kumimoji="0" lang="en-US" sz="1300" b="0" i="0" u="none" strike="noStrike" kern="1200" cap="none" spc="0" normalizeH="0" baseline="0" noProof="0" dirty="0">
                <a:ln>
                  <a:noFill/>
                </a:ln>
                <a:solidFill>
                  <a:srgbClr val="002060"/>
                </a:solidFill>
                <a:effectLst/>
                <a:uLnTx/>
                <a:uFillTx/>
                <a:latin typeface="IBM Plex Sans"/>
                <a:ea typeface="+mn-ea"/>
              </a:rPr>
              <a:t>Setting up of customer support team in India – 40 to 70 for chat and voice support</a:t>
            </a:r>
          </a:p>
        </p:txBody>
      </p:sp>
      <p:sp>
        <p:nvSpPr>
          <p:cNvPr id="45" name="object 24">
            <a:extLst>
              <a:ext uri="{FF2B5EF4-FFF2-40B4-BE49-F238E27FC236}">
                <a16:creationId xmlns:a16="http://schemas.microsoft.com/office/drawing/2014/main" id="{CA90AB2A-FDA3-4C21-A135-5F9BD6ED7A9A}"/>
              </a:ext>
            </a:extLst>
          </p:cNvPr>
          <p:cNvSpPr txBox="1"/>
          <p:nvPr/>
        </p:nvSpPr>
        <p:spPr>
          <a:xfrm>
            <a:off x="500629" y="2806247"/>
            <a:ext cx="3074158" cy="400751"/>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Data Strategies </a:t>
            </a:r>
            <a:r>
              <a:rPr kumimoji="0" lang="en-US" sz="1300" b="0" i="0" u="none" strike="noStrike" kern="1200" cap="none" spc="0" normalizeH="0" baseline="0" noProof="0" dirty="0">
                <a:ln>
                  <a:noFill/>
                </a:ln>
                <a:solidFill>
                  <a:srgbClr val="002060"/>
                </a:solidFill>
                <a:effectLst/>
                <a:uLnTx/>
                <a:uFillTx/>
                <a:latin typeface="IBM Plex Sans"/>
                <a:ea typeface="+mn-ea"/>
              </a:rPr>
              <a:t>– We are making some inroads in Data area as well</a:t>
            </a:r>
          </a:p>
        </p:txBody>
      </p:sp>
      <p:sp>
        <p:nvSpPr>
          <p:cNvPr id="2" name="Rectangle 1">
            <a:extLst>
              <a:ext uri="{FF2B5EF4-FFF2-40B4-BE49-F238E27FC236}">
                <a16:creationId xmlns:a16="http://schemas.microsoft.com/office/drawing/2014/main" id="{AED4E6F1-9979-43A2-AC6F-6072EBC27A1A}"/>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defRPr/>
            </a:pPr>
            <a:endParaRPr lang="en-US" altLang="en-US" sz="1800" b="0" i="0" u="none" strike="noStrike" kern="1200" cap="none" spc="0" normalizeH="0" baseline="0" noProof="0" dirty="0">
              <a:ln>
                <a:noFill/>
              </a:ln>
              <a:solidFill>
                <a:prstClr val="black"/>
              </a:solidFill>
              <a:effectLst/>
              <a:uLnTx/>
              <a:uFillTx/>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6" name="object 24">
            <a:extLst>
              <a:ext uri="{FF2B5EF4-FFF2-40B4-BE49-F238E27FC236}">
                <a16:creationId xmlns:a16="http://schemas.microsoft.com/office/drawing/2014/main" id="{1D196A59-DBF4-474C-B790-A261C6279C48}"/>
              </a:ext>
            </a:extLst>
          </p:cNvPr>
          <p:cNvSpPr txBox="1"/>
          <p:nvPr/>
        </p:nvSpPr>
        <p:spPr>
          <a:xfrm>
            <a:off x="515206" y="3844248"/>
            <a:ext cx="3078632" cy="600805"/>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Knowledge Repository – </a:t>
            </a:r>
            <a:r>
              <a:rPr kumimoji="0" lang="en-US" sz="1300" b="0" i="0" u="none" strike="noStrike" kern="1200" cap="none" spc="0" normalizeH="0" baseline="0" noProof="0" dirty="0">
                <a:ln>
                  <a:noFill/>
                </a:ln>
                <a:solidFill>
                  <a:srgbClr val="002060"/>
                </a:solidFill>
                <a:effectLst/>
                <a:uLnTx/>
                <a:uFillTx/>
                <a:latin typeface="IBM Plex Sans"/>
                <a:ea typeface="+mn-ea"/>
              </a:rPr>
              <a:t>All digital knowledge assets </a:t>
            </a:r>
            <a:r>
              <a:rPr kumimoji="0" lang="en-US" sz="1300" b="1" i="0" u="none" strike="noStrike" kern="1200" cap="none" spc="0" normalizeH="0" baseline="0" noProof="0" dirty="0">
                <a:ln>
                  <a:noFill/>
                </a:ln>
                <a:solidFill>
                  <a:srgbClr val="002060"/>
                </a:solidFill>
                <a:effectLst/>
                <a:uLnTx/>
                <a:uFillTx/>
                <a:latin typeface="IBM Plex Sans"/>
                <a:ea typeface="+mn-ea"/>
              </a:rPr>
              <a:t>aggregated - Confluence</a:t>
            </a:r>
          </a:p>
        </p:txBody>
      </p:sp>
      <p:sp>
        <p:nvSpPr>
          <p:cNvPr id="52" name="object 24">
            <a:extLst>
              <a:ext uri="{FF2B5EF4-FFF2-40B4-BE49-F238E27FC236}">
                <a16:creationId xmlns:a16="http://schemas.microsoft.com/office/drawing/2014/main" id="{00D9EF8D-2498-4352-AF3C-99F379C95CFE}"/>
              </a:ext>
            </a:extLst>
          </p:cNvPr>
          <p:cNvSpPr txBox="1"/>
          <p:nvPr/>
        </p:nvSpPr>
        <p:spPr>
          <a:xfrm>
            <a:off x="8490984" y="3836746"/>
            <a:ext cx="3193972" cy="185307"/>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All Digital Channels </a:t>
            </a:r>
            <a:r>
              <a:rPr kumimoji="0" lang="en-US" sz="1200" b="0" i="0" u="none" strike="noStrike" kern="1200" cap="none" spc="0" normalizeH="0" baseline="0" noProof="0" dirty="0">
                <a:ln>
                  <a:noFill/>
                </a:ln>
                <a:solidFill>
                  <a:srgbClr val="002060"/>
                </a:solidFill>
                <a:effectLst/>
                <a:uLnTx/>
                <a:uFillTx/>
                <a:latin typeface="IBM Plex Sans"/>
                <a:ea typeface="+mn-ea"/>
              </a:rPr>
              <a:t>transitioned to IBM</a:t>
            </a:r>
          </a:p>
        </p:txBody>
      </p:sp>
      <p:sp>
        <p:nvSpPr>
          <p:cNvPr id="53" name="object 24">
            <a:extLst>
              <a:ext uri="{FF2B5EF4-FFF2-40B4-BE49-F238E27FC236}">
                <a16:creationId xmlns:a16="http://schemas.microsoft.com/office/drawing/2014/main" id="{9646FA23-C901-4560-B5A7-8471DC12BCCB}"/>
              </a:ext>
            </a:extLst>
          </p:cNvPr>
          <p:cNvSpPr txBox="1"/>
          <p:nvPr/>
        </p:nvSpPr>
        <p:spPr>
          <a:xfrm>
            <a:off x="8396303" y="4300845"/>
            <a:ext cx="3465970" cy="369973"/>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Contractors offboarded </a:t>
            </a:r>
            <a:r>
              <a:rPr kumimoji="0" lang="en-US" sz="1200" b="0" i="0" u="none" strike="noStrike" kern="1200" cap="none" spc="0" normalizeH="0" baseline="0" noProof="0" dirty="0">
                <a:ln>
                  <a:noFill/>
                </a:ln>
                <a:solidFill>
                  <a:srgbClr val="002060"/>
                </a:solidFill>
                <a:effectLst/>
                <a:uLnTx/>
                <a:uFillTx/>
                <a:latin typeface="IBM Plex Sans"/>
                <a:ea typeface="+mn-ea"/>
              </a:rPr>
              <a:t>from Spanish and UK team</a:t>
            </a:r>
          </a:p>
        </p:txBody>
      </p:sp>
      <p:sp>
        <p:nvSpPr>
          <p:cNvPr id="54" name="object 24">
            <a:extLst>
              <a:ext uri="{FF2B5EF4-FFF2-40B4-BE49-F238E27FC236}">
                <a16:creationId xmlns:a16="http://schemas.microsoft.com/office/drawing/2014/main" id="{2CBE40B9-96A4-481A-8D9E-817A2B89B9C1}"/>
              </a:ext>
            </a:extLst>
          </p:cNvPr>
          <p:cNvSpPr txBox="1"/>
          <p:nvPr/>
        </p:nvSpPr>
        <p:spPr>
          <a:xfrm>
            <a:off x="8136655" y="4852696"/>
            <a:ext cx="3529297" cy="554639"/>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Competitor Displaced </a:t>
            </a:r>
            <a:r>
              <a:rPr kumimoji="0" lang="en-US" sz="1200" b="0" i="0" u="none" strike="noStrike" kern="1200" cap="none" spc="0" normalizeH="0" baseline="0" noProof="0" dirty="0">
                <a:ln>
                  <a:noFill/>
                </a:ln>
                <a:solidFill>
                  <a:srgbClr val="002060"/>
                </a:solidFill>
                <a:effectLst/>
                <a:uLnTx/>
                <a:uFillTx/>
                <a:latin typeface="IBM Plex Sans"/>
                <a:ea typeface="+mn-ea"/>
              </a:rPr>
              <a:t>All team members from Accenture team are offboarded after successful transition to IBM in Digital area</a:t>
            </a:r>
          </a:p>
        </p:txBody>
      </p:sp>
      <p:sp>
        <p:nvSpPr>
          <p:cNvPr id="55" name="object 24">
            <a:extLst>
              <a:ext uri="{FF2B5EF4-FFF2-40B4-BE49-F238E27FC236}">
                <a16:creationId xmlns:a16="http://schemas.microsoft.com/office/drawing/2014/main" id="{7D233BC7-DCC2-4699-A314-705536CB8D8E}"/>
              </a:ext>
            </a:extLst>
          </p:cNvPr>
          <p:cNvSpPr txBox="1"/>
          <p:nvPr/>
        </p:nvSpPr>
        <p:spPr>
          <a:xfrm>
            <a:off x="7554360" y="5656971"/>
            <a:ext cx="3193972" cy="185307"/>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IBM Wallet Share of 25%  </a:t>
            </a:r>
            <a:r>
              <a:rPr kumimoji="0" lang="en-US" sz="1200" b="0" i="0" u="none" strike="noStrike" kern="1200" cap="none" spc="0" normalizeH="0" baseline="0" noProof="0" dirty="0">
                <a:ln>
                  <a:noFill/>
                </a:ln>
                <a:solidFill>
                  <a:srgbClr val="002060"/>
                </a:solidFill>
                <a:effectLst/>
                <a:uLnTx/>
                <a:uFillTx/>
                <a:latin typeface="IBM Plex Sans"/>
                <a:ea typeface="+mn-ea"/>
              </a:rPr>
              <a:t>in ADM</a:t>
            </a:r>
          </a:p>
        </p:txBody>
      </p:sp>
      <p:sp>
        <p:nvSpPr>
          <p:cNvPr id="56" name="object 24">
            <a:extLst>
              <a:ext uri="{FF2B5EF4-FFF2-40B4-BE49-F238E27FC236}">
                <a16:creationId xmlns:a16="http://schemas.microsoft.com/office/drawing/2014/main" id="{41AB4ADD-40D4-46DE-BF57-94AFE786605D}"/>
              </a:ext>
            </a:extLst>
          </p:cNvPr>
          <p:cNvSpPr txBox="1"/>
          <p:nvPr/>
        </p:nvSpPr>
        <p:spPr>
          <a:xfrm>
            <a:off x="6346745" y="6162486"/>
            <a:ext cx="4701768" cy="408445"/>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2060"/>
                </a:solidFill>
                <a:effectLst/>
                <a:uLnTx/>
                <a:uFillTx/>
                <a:latin typeface="IBM Plex Sans"/>
                <a:ea typeface="+mn-ea"/>
              </a:rPr>
              <a:t>IBM asked to fulfill some of TSB Positions  </a:t>
            </a:r>
          </a:p>
          <a:p>
            <a:pPr marL="0" marR="508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IBM Plex Sans"/>
                <a:ea typeface="+mn-ea"/>
              </a:rPr>
              <a:t>       Product Owners, Business Analyst and Solution Architects</a:t>
            </a:r>
          </a:p>
        </p:txBody>
      </p:sp>
      <p:pic>
        <p:nvPicPr>
          <p:cNvPr id="57" name="Picture 56">
            <a:extLst>
              <a:ext uri="{FF2B5EF4-FFF2-40B4-BE49-F238E27FC236}">
                <a16:creationId xmlns:a16="http://schemas.microsoft.com/office/drawing/2014/main" id="{B45898BC-CDDA-4DD3-ABB3-561E401B8B64}"/>
              </a:ext>
            </a:extLst>
          </p:cNvPr>
          <p:cNvPicPr>
            <a:picLocks noChangeAspect="1"/>
          </p:cNvPicPr>
          <p:nvPr/>
        </p:nvPicPr>
        <p:blipFill>
          <a:blip r:embed="rId9"/>
          <a:stretch>
            <a:fillRect/>
          </a:stretch>
        </p:blipFill>
        <p:spPr>
          <a:xfrm>
            <a:off x="11480922" y="6570569"/>
            <a:ext cx="719480" cy="287431"/>
          </a:xfrm>
          <a:prstGeom prst="rect">
            <a:avLst/>
          </a:prstGeom>
        </p:spPr>
      </p:pic>
      <p:sp>
        <p:nvSpPr>
          <p:cNvPr id="40" name="object 24">
            <a:extLst>
              <a:ext uri="{FF2B5EF4-FFF2-40B4-BE49-F238E27FC236}">
                <a16:creationId xmlns:a16="http://schemas.microsoft.com/office/drawing/2014/main" id="{F68295B1-70BF-4002-AF75-552292BD9552}"/>
              </a:ext>
            </a:extLst>
          </p:cNvPr>
          <p:cNvSpPr txBox="1"/>
          <p:nvPr/>
        </p:nvSpPr>
        <p:spPr>
          <a:xfrm>
            <a:off x="491104" y="3311072"/>
            <a:ext cx="3074158" cy="200696"/>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137160" marR="5080" lvl="0" indent="-13716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2060"/>
                </a:solidFill>
                <a:effectLst/>
                <a:uLnTx/>
                <a:uFillTx/>
                <a:latin typeface="IBM Plex Sans"/>
                <a:ea typeface="+mn-ea"/>
              </a:rPr>
              <a:t>SAP Hana Upgrade</a:t>
            </a:r>
          </a:p>
        </p:txBody>
      </p:sp>
    </p:spTree>
    <p:extLst>
      <p:ext uri="{BB962C8B-B14F-4D97-AF65-F5344CB8AC3E}">
        <p14:creationId xmlns:p14="http://schemas.microsoft.com/office/powerpoint/2010/main" val="173493273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6E68BE5-DE40-4CAC-8733-8550DCD35548}"/>
              </a:ext>
            </a:extLst>
          </p:cNvPr>
          <p:cNvSpPr/>
          <p:nvPr/>
        </p:nvSpPr>
        <p:spPr>
          <a:xfrm>
            <a:off x="7500511" y="3255749"/>
            <a:ext cx="4586773" cy="3450390"/>
          </a:xfrm>
          <a:prstGeom prst="roundRect">
            <a:avLst>
              <a:gd name="adj" fmla="val 9836"/>
            </a:avLst>
          </a:prstGeom>
          <a:solidFill>
            <a:schemeClr val="accent2">
              <a:lumMod val="95000"/>
              <a:alpha val="20000"/>
            </a:schemeClr>
          </a:solidFill>
          <a:ln w="28575">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2375E54C-3E6E-4169-87E9-7B2677AD9655}"/>
              </a:ext>
            </a:extLst>
          </p:cNvPr>
          <p:cNvSpPr/>
          <p:nvPr/>
        </p:nvSpPr>
        <p:spPr>
          <a:xfrm>
            <a:off x="2102620" y="537614"/>
            <a:ext cx="9963692" cy="2346178"/>
          </a:xfrm>
          <a:prstGeom prst="roundRect">
            <a:avLst>
              <a:gd name="adj" fmla="val 9836"/>
            </a:avLst>
          </a:prstGeom>
          <a:solidFill>
            <a:schemeClr val="accent2">
              <a:lumMod val="95000"/>
              <a:alpha val="40000"/>
            </a:schemeClr>
          </a:solidFill>
          <a:ln w="28575">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object 44">
            <a:extLst>
              <a:ext uri="{FF2B5EF4-FFF2-40B4-BE49-F238E27FC236}">
                <a16:creationId xmlns:a16="http://schemas.microsoft.com/office/drawing/2014/main" id="{E4B18D6B-4047-4F15-85E6-021DCFEF2CBB}"/>
              </a:ext>
            </a:extLst>
          </p:cNvPr>
          <p:cNvSpPr txBox="1"/>
          <p:nvPr/>
        </p:nvSpPr>
        <p:spPr>
          <a:xfrm>
            <a:off x="476493" y="-37708"/>
            <a:ext cx="6032649" cy="503984"/>
          </a:xfrm>
          <a:prstGeom prst="rect">
            <a:avLst/>
          </a:prstGeom>
        </p:spPr>
        <p:txBody>
          <a:bodyPr vert="horz" wrap="square" lIns="0" tIns="11430" rIns="0" bIns="0" rtlCol="0">
            <a:spAutoFit/>
          </a:bodyPr>
          <a:lstStyle/>
          <a:p>
            <a:pPr marL="85090" marR="0" lvl="0" indent="0" algn="l" defTabSz="914400" rtl="0" eaLnBrk="1" fontAlgn="auto" latinLnBrk="0" hangingPunct="1">
              <a:lnSpc>
                <a:spcPct val="100000"/>
              </a:lnSpc>
              <a:spcBef>
                <a:spcPts val="90"/>
              </a:spcBef>
              <a:spcAft>
                <a:spcPts val="0"/>
              </a:spcAft>
              <a:buClrTx/>
              <a:buSzTx/>
              <a:buFontTx/>
              <a:buNone/>
              <a:tabLst/>
              <a:defRPr/>
            </a:pPr>
            <a:r>
              <a:rPr kumimoji="0" lang="en-IN" sz="4000" b="1" i="0" u="none" strike="noStrike" kern="1200" cap="none" spc="7" normalizeH="0" baseline="2164" noProof="0" dirty="0">
                <a:ln>
                  <a:noFill/>
                </a:ln>
                <a:solidFill>
                  <a:srgbClr val="0070C0"/>
                </a:solidFill>
                <a:effectLst/>
                <a:uLnTx/>
                <a:uFillTx/>
                <a:latin typeface="IBM Plex Sans"/>
                <a:ea typeface="+mn-ea"/>
                <a:cs typeface="IBM Plex Sans"/>
              </a:rPr>
              <a:t>IBM</a:t>
            </a:r>
            <a:r>
              <a:rPr kumimoji="0" lang="en-IN" sz="4000" b="1" i="0" u="none" strike="noStrike" kern="1200" cap="none" spc="7" normalizeH="0" baseline="2164" noProof="0" dirty="0">
                <a:ln>
                  <a:noFill/>
                </a:ln>
                <a:solidFill>
                  <a:prstClr val="black"/>
                </a:solidFill>
                <a:effectLst/>
                <a:uLnTx/>
                <a:uFillTx/>
                <a:latin typeface="IBM Plex Sans"/>
                <a:ea typeface="+mn-ea"/>
                <a:cs typeface="IBM Plex Sans"/>
              </a:rPr>
              <a:t> &amp; </a:t>
            </a:r>
            <a:r>
              <a:rPr kumimoji="0" lang="en-IN" sz="4000" b="1" i="0" u="none" strike="noStrike" kern="1200" cap="none" spc="7" normalizeH="0" baseline="2164" noProof="0" dirty="0">
                <a:ln>
                  <a:noFill/>
                </a:ln>
                <a:solidFill>
                  <a:srgbClr val="5B9BD5">
                    <a:lumMod val="75000"/>
                  </a:srgbClr>
                </a:solidFill>
                <a:effectLst/>
                <a:uLnTx/>
                <a:uFillTx/>
                <a:latin typeface="IBM Plex Sans"/>
                <a:ea typeface="+mn-ea"/>
                <a:cs typeface="IBM Plex Sans"/>
              </a:rPr>
              <a:t>TSB – </a:t>
            </a:r>
            <a:r>
              <a:rPr kumimoji="0" lang="en-IN" sz="3200" b="1" i="0" u="none" strike="noStrike" kern="1200" cap="none" spc="7" normalizeH="0" baseline="2164" noProof="0" dirty="0">
                <a:ln>
                  <a:noFill/>
                </a:ln>
                <a:solidFill>
                  <a:srgbClr val="0E6EFF"/>
                </a:solidFill>
                <a:effectLst/>
                <a:uLnTx/>
                <a:uFillTx/>
                <a:latin typeface="IBM Plex Sans"/>
                <a:ea typeface="+mn-ea"/>
                <a:cs typeface="IBM Plex Sans"/>
              </a:rPr>
              <a:t>A Digital Partnership </a:t>
            </a:r>
            <a:endParaRPr kumimoji="0" sz="3200" b="1" i="0" u="none" strike="noStrike" kern="1200" cap="none" spc="0" normalizeH="0" baseline="0" noProof="0" dirty="0">
              <a:ln>
                <a:noFill/>
              </a:ln>
              <a:solidFill>
                <a:srgbClr val="0E6EFF"/>
              </a:solidFill>
              <a:effectLst/>
              <a:uLnTx/>
              <a:uFillTx/>
              <a:latin typeface="IBM Plex Sans"/>
              <a:ea typeface="+mn-ea"/>
              <a:cs typeface="IBM Plex Sans"/>
            </a:endParaRPr>
          </a:p>
        </p:txBody>
      </p:sp>
      <p:sp>
        <p:nvSpPr>
          <p:cNvPr id="8" name="object 24">
            <a:extLst>
              <a:ext uri="{FF2B5EF4-FFF2-40B4-BE49-F238E27FC236}">
                <a16:creationId xmlns:a16="http://schemas.microsoft.com/office/drawing/2014/main" id="{8F6369D7-1FD8-4AD4-BF58-D60321E99F13}"/>
              </a:ext>
            </a:extLst>
          </p:cNvPr>
          <p:cNvSpPr txBox="1"/>
          <p:nvPr/>
        </p:nvSpPr>
        <p:spPr>
          <a:xfrm>
            <a:off x="6065658" y="656107"/>
            <a:ext cx="838705" cy="477567"/>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000" b="1" i="1">
                <a:solidFill>
                  <a:schemeClr val="bg2">
                    <a:lumMod val="50000"/>
                  </a:schemeClr>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00" b="1" i="1" u="none" strike="noStrike" kern="1200" cap="none" spc="0" normalizeH="0" baseline="0" noProof="0" dirty="0">
                <a:ln>
                  <a:noFill/>
                </a:ln>
                <a:solidFill>
                  <a:srgbClr val="333300"/>
                </a:solidFill>
                <a:effectLst/>
                <a:uLnTx/>
                <a:uFillTx/>
                <a:latin typeface="IBM Plex Sans"/>
                <a:ea typeface="+mn-ea"/>
              </a:rPr>
              <a:t>Stand up 30+ team members</a:t>
            </a:r>
          </a:p>
        </p:txBody>
      </p:sp>
      <p:sp>
        <p:nvSpPr>
          <p:cNvPr id="32" name="object 24">
            <a:extLst>
              <a:ext uri="{FF2B5EF4-FFF2-40B4-BE49-F238E27FC236}">
                <a16:creationId xmlns:a16="http://schemas.microsoft.com/office/drawing/2014/main" id="{7E5E4BD1-252F-4E8C-98A1-F35DAE69758A}"/>
              </a:ext>
            </a:extLst>
          </p:cNvPr>
          <p:cNvSpPr txBox="1"/>
          <p:nvPr/>
        </p:nvSpPr>
        <p:spPr>
          <a:xfrm>
            <a:off x="2581001" y="1967187"/>
            <a:ext cx="1146136" cy="477567"/>
          </a:xfrm>
          <a:prstGeom prst="rect">
            <a:avLst/>
          </a:prstGeom>
        </p:spPr>
        <p:txBody>
          <a:bodyPr vert="horz" wrap="square" lIns="0" tIns="635" rIns="0" bIns="0" rtlCol="0">
            <a:spAutoFit/>
          </a:body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00" b="1" i="0" u="none" strike="noStrike" kern="1200" cap="none" spc="0" normalizeH="0" baseline="0" noProof="0" dirty="0">
                <a:ln>
                  <a:noFill/>
                </a:ln>
                <a:solidFill>
                  <a:srgbClr val="0E6EFF"/>
                </a:solidFill>
                <a:effectLst/>
                <a:uLnTx/>
                <a:uFillTx/>
                <a:latin typeface="IBM Plex Sans"/>
                <a:ea typeface="+mn-ea"/>
                <a:cs typeface="IBM Plex Sans"/>
              </a:rPr>
              <a:t>IBM &amp; TSB started their </a:t>
            </a:r>
            <a:r>
              <a:rPr kumimoji="0" lang="en-US" sz="1000" b="1" i="0" u="none" strike="noStrike" kern="1200" cap="none" spc="0" normalizeH="0" baseline="0" noProof="0" dirty="0">
                <a:ln>
                  <a:noFill/>
                </a:ln>
                <a:solidFill>
                  <a:srgbClr val="0E6EFF"/>
                </a:solidFill>
                <a:effectLst/>
                <a:uLnTx/>
                <a:uFillTx/>
                <a:latin typeface="IBM Plex Sans"/>
                <a:ea typeface="+mn-ea"/>
                <a:cs typeface="+mn-cs"/>
              </a:rPr>
              <a:t>engagement journey</a:t>
            </a:r>
          </a:p>
        </p:txBody>
      </p:sp>
      <p:sp>
        <p:nvSpPr>
          <p:cNvPr id="33" name="object 24">
            <a:extLst>
              <a:ext uri="{FF2B5EF4-FFF2-40B4-BE49-F238E27FC236}">
                <a16:creationId xmlns:a16="http://schemas.microsoft.com/office/drawing/2014/main" id="{0EDEF9AA-C07B-4025-9ABD-8055307D6DBD}"/>
              </a:ext>
            </a:extLst>
          </p:cNvPr>
          <p:cNvSpPr txBox="1"/>
          <p:nvPr/>
        </p:nvSpPr>
        <p:spPr>
          <a:xfrm>
            <a:off x="3392572" y="657015"/>
            <a:ext cx="909352" cy="477567"/>
          </a:xfrm>
          <a:prstGeom prst="rect">
            <a:avLst/>
          </a:prstGeom>
        </p:spPr>
        <p:txBody>
          <a:bodyPr vert="horz" wrap="square" lIns="0" tIns="635" rIns="0" bIns="0" rtlCol="0">
            <a:spAutoFit/>
          </a:body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00" b="1" i="1" u="none" strike="noStrike" kern="1200" cap="none" spc="0" normalizeH="0" baseline="0" noProof="0" dirty="0">
                <a:ln>
                  <a:noFill/>
                </a:ln>
                <a:solidFill>
                  <a:srgbClr val="333300"/>
                </a:solidFill>
                <a:effectLst/>
                <a:uLnTx/>
                <a:uFillTx/>
                <a:latin typeface="IBM Plex Sans"/>
                <a:ea typeface="+mn-ea"/>
                <a:cs typeface="IBM Plex Sans"/>
              </a:rPr>
              <a:t>Started Conversational PoV in Jan’20</a:t>
            </a:r>
          </a:p>
        </p:txBody>
      </p:sp>
      <p:sp>
        <p:nvSpPr>
          <p:cNvPr id="34" name="object 24">
            <a:extLst>
              <a:ext uri="{FF2B5EF4-FFF2-40B4-BE49-F238E27FC236}">
                <a16:creationId xmlns:a16="http://schemas.microsoft.com/office/drawing/2014/main" id="{5D85ADA3-FC27-4092-9C03-6A8022736BBF}"/>
              </a:ext>
            </a:extLst>
          </p:cNvPr>
          <p:cNvSpPr txBox="1"/>
          <p:nvPr/>
        </p:nvSpPr>
        <p:spPr>
          <a:xfrm>
            <a:off x="3918978" y="1975708"/>
            <a:ext cx="1028458" cy="501419"/>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200">
                <a:solidFill>
                  <a:srgbClr val="002060"/>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50" b="0" i="0" u="none" strike="noStrike" kern="1200" cap="none" spc="0" normalizeH="0" baseline="0" noProof="0" dirty="0">
                <a:ln>
                  <a:noFill/>
                </a:ln>
                <a:solidFill>
                  <a:srgbClr val="333300"/>
                </a:solidFill>
                <a:effectLst/>
                <a:uLnTx/>
                <a:uFillTx/>
                <a:latin typeface="IBM Plex Sans"/>
                <a:ea typeface="+mn-ea"/>
              </a:rPr>
              <a:t>Convo Banking for Web Channel went live</a:t>
            </a:r>
            <a:endParaRPr kumimoji="0" sz="1050" b="0" i="0" u="none" strike="noStrike" kern="1200" cap="none" spc="0" normalizeH="0" baseline="0" noProof="0" dirty="0">
              <a:ln>
                <a:noFill/>
              </a:ln>
              <a:solidFill>
                <a:srgbClr val="333300"/>
              </a:solidFill>
              <a:effectLst/>
              <a:uLnTx/>
              <a:uFillTx/>
              <a:latin typeface="IBM Plex Sans"/>
              <a:ea typeface="+mn-ea"/>
            </a:endParaRPr>
          </a:p>
        </p:txBody>
      </p:sp>
      <p:sp>
        <p:nvSpPr>
          <p:cNvPr id="35" name="object 24">
            <a:extLst>
              <a:ext uri="{FF2B5EF4-FFF2-40B4-BE49-F238E27FC236}">
                <a16:creationId xmlns:a16="http://schemas.microsoft.com/office/drawing/2014/main" id="{43791AEC-3929-4C62-B22C-7BD6BE10CF50}"/>
              </a:ext>
            </a:extLst>
          </p:cNvPr>
          <p:cNvSpPr txBox="1"/>
          <p:nvPr/>
        </p:nvSpPr>
        <p:spPr>
          <a:xfrm>
            <a:off x="4680827" y="657015"/>
            <a:ext cx="1003519" cy="477567"/>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000" b="1" i="1">
                <a:solidFill>
                  <a:srgbClr val="0E6EFF"/>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00" b="1" i="1" u="none" strike="noStrike" kern="1200" cap="none" spc="0" normalizeH="0" baseline="0" noProof="0" dirty="0">
                <a:ln>
                  <a:noFill/>
                </a:ln>
                <a:solidFill>
                  <a:srgbClr val="0E6EFF"/>
                </a:solidFill>
                <a:effectLst/>
                <a:uLnTx/>
                <a:uFillTx/>
                <a:latin typeface="IBM Plex Sans"/>
                <a:ea typeface="+mn-ea"/>
              </a:rPr>
              <a:t>IBM TSB Digital Partnership signed</a:t>
            </a:r>
          </a:p>
        </p:txBody>
      </p:sp>
      <p:sp>
        <p:nvSpPr>
          <p:cNvPr id="36" name="object 24">
            <a:extLst>
              <a:ext uri="{FF2B5EF4-FFF2-40B4-BE49-F238E27FC236}">
                <a16:creationId xmlns:a16="http://schemas.microsoft.com/office/drawing/2014/main" id="{1F74EAAE-E850-4639-A974-E0CFC9FE653B}"/>
              </a:ext>
            </a:extLst>
          </p:cNvPr>
          <p:cNvSpPr txBox="1"/>
          <p:nvPr/>
        </p:nvSpPr>
        <p:spPr>
          <a:xfrm>
            <a:off x="5118186" y="1967819"/>
            <a:ext cx="1311899" cy="671081"/>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200">
                <a:solidFill>
                  <a:srgbClr val="002060"/>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IN" sz="1050" b="0" i="0" u="none" strike="noStrike" kern="1200" cap="none" spc="0" normalizeH="0" baseline="0" noProof="0" dirty="0">
                <a:ln>
                  <a:noFill/>
                </a:ln>
                <a:solidFill>
                  <a:srgbClr val="333300"/>
                </a:solidFill>
                <a:effectLst/>
                <a:uLnTx/>
                <a:uFillTx/>
                <a:latin typeface="IBM Plex Sans"/>
                <a:ea typeface="+mn-ea"/>
              </a:rPr>
              <a:t>Kick-off remote transition for Mobile and  Open Banking platforms</a:t>
            </a:r>
            <a:endParaRPr kumimoji="0" sz="1050" b="0" i="0" u="none" strike="noStrike" kern="1200" cap="none" spc="0" normalizeH="0" baseline="0" noProof="0" dirty="0">
              <a:ln>
                <a:noFill/>
              </a:ln>
              <a:solidFill>
                <a:srgbClr val="333300"/>
              </a:solidFill>
              <a:effectLst/>
              <a:uLnTx/>
              <a:uFillTx/>
              <a:latin typeface="IBM Plex Sans"/>
              <a:ea typeface="+mn-ea"/>
            </a:endParaRPr>
          </a:p>
        </p:txBody>
      </p:sp>
      <p:sp>
        <p:nvSpPr>
          <p:cNvPr id="37" name="object 24">
            <a:extLst>
              <a:ext uri="{FF2B5EF4-FFF2-40B4-BE49-F238E27FC236}">
                <a16:creationId xmlns:a16="http://schemas.microsoft.com/office/drawing/2014/main" id="{5272F026-0674-494E-8C19-0873C88F1A67}"/>
              </a:ext>
            </a:extLst>
          </p:cNvPr>
          <p:cNvSpPr txBox="1"/>
          <p:nvPr/>
        </p:nvSpPr>
        <p:spPr>
          <a:xfrm>
            <a:off x="6496203" y="1975708"/>
            <a:ext cx="1388558" cy="501419"/>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200">
                <a:solidFill>
                  <a:srgbClr val="002060"/>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50" b="0" i="0" u="none" strike="noStrike" kern="1200" cap="none" spc="0" normalizeH="0" baseline="0" noProof="0" dirty="0">
                <a:ln>
                  <a:noFill/>
                </a:ln>
                <a:solidFill>
                  <a:srgbClr val="333300"/>
                </a:solidFill>
                <a:effectLst/>
                <a:uLnTx/>
                <a:uFillTx/>
                <a:latin typeface="IBM Plex Sans"/>
                <a:ea typeface="+mn-ea"/>
              </a:rPr>
              <a:t>Open Banking Platform support moved to steady state</a:t>
            </a:r>
            <a:endParaRPr kumimoji="0" sz="1050" b="0" i="0" u="none" strike="noStrike" kern="1200" cap="none" spc="0" normalizeH="0" baseline="0" noProof="0" dirty="0">
              <a:ln>
                <a:noFill/>
              </a:ln>
              <a:solidFill>
                <a:srgbClr val="333300"/>
              </a:solidFill>
              <a:effectLst/>
              <a:uLnTx/>
              <a:uFillTx/>
              <a:latin typeface="IBM Plex Sans"/>
              <a:ea typeface="+mn-ea"/>
            </a:endParaRPr>
          </a:p>
        </p:txBody>
      </p:sp>
      <p:sp>
        <p:nvSpPr>
          <p:cNvPr id="38" name="object 24">
            <a:extLst>
              <a:ext uri="{FF2B5EF4-FFF2-40B4-BE49-F238E27FC236}">
                <a16:creationId xmlns:a16="http://schemas.microsoft.com/office/drawing/2014/main" id="{4D2691BB-81D4-44E3-9D64-1C8CB8FE474C}"/>
              </a:ext>
            </a:extLst>
          </p:cNvPr>
          <p:cNvSpPr txBox="1"/>
          <p:nvPr/>
        </p:nvSpPr>
        <p:spPr>
          <a:xfrm>
            <a:off x="7362006" y="659779"/>
            <a:ext cx="990871" cy="477567"/>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000" b="1" i="1">
                <a:solidFill>
                  <a:schemeClr val="bg2">
                    <a:lumMod val="50000"/>
                  </a:schemeClr>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00" b="1" i="1" u="none" strike="noStrike" kern="1200" cap="none" spc="0" normalizeH="0" baseline="0" noProof="0" dirty="0">
                <a:ln>
                  <a:noFill/>
                </a:ln>
                <a:solidFill>
                  <a:srgbClr val="333300"/>
                </a:solidFill>
                <a:effectLst/>
                <a:uLnTx/>
                <a:uFillTx/>
                <a:latin typeface="IBM Plex Sans"/>
                <a:ea typeface="+mn-ea"/>
              </a:rPr>
              <a:t>Supporting ecosystem of 100+ partners</a:t>
            </a:r>
          </a:p>
        </p:txBody>
      </p:sp>
      <p:sp>
        <p:nvSpPr>
          <p:cNvPr id="39" name="object 24">
            <a:extLst>
              <a:ext uri="{FF2B5EF4-FFF2-40B4-BE49-F238E27FC236}">
                <a16:creationId xmlns:a16="http://schemas.microsoft.com/office/drawing/2014/main" id="{10702B33-7409-4AB3-8DDB-F5C26B9F9074}"/>
              </a:ext>
            </a:extLst>
          </p:cNvPr>
          <p:cNvSpPr txBox="1"/>
          <p:nvPr/>
        </p:nvSpPr>
        <p:spPr>
          <a:xfrm>
            <a:off x="7919658" y="1971635"/>
            <a:ext cx="1071780" cy="840743"/>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200">
                <a:solidFill>
                  <a:srgbClr val="002060"/>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50" b="0" i="0" u="none" strike="noStrike" kern="1200" cap="none" spc="0" normalizeH="0" baseline="0" noProof="0" dirty="0">
                <a:ln>
                  <a:noFill/>
                </a:ln>
                <a:solidFill>
                  <a:srgbClr val="333300"/>
                </a:solidFill>
                <a:effectLst/>
                <a:uLnTx/>
                <a:uFillTx/>
                <a:latin typeface="IBM Plex Sans"/>
                <a:ea typeface="+mn-ea"/>
              </a:rPr>
              <a:t>Mobile Platform  transition completed, moved to stead state. </a:t>
            </a:r>
          </a:p>
        </p:txBody>
      </p:sp>
      <p:sp>
        <p:nvSpPr>
          <p:cNvPr id="40" name="object 24">
            <a:extLst>
              <a:ext uri="{FF2B5EF4-FFF2-40B4-BE49-F238E27FC236}">
                <a16:creationId xmlns:a16="http://schemas.microsoft.com/office/drawing/2014/main" id="{807AC6D3-C0CD-47EB-B635-5F21CD43D54A}"/>
              </a:ext>
            </a:extLst>
          </p:cNvPr>
          <p:cNvSpPr txBox="1"/>
          <p:nvPr/>
        </p:nvSpPr>
        <p:spPr>
          <a:xfrm>
            <a:off x="8711859" y="659779"/>
            <a:ext cx="909352" cy="477567"/>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000" b="1" i="1">
                <a:solidFill>
                  <a:schemeClr val="bg2">
                    <a:lumMod val="50000"/>
                  </a:schemeClr>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00" b="1" i="1" u="none" strike="noStrike" kern="1200" cap="none" spc="0" normalizeH="0" baseline="0" noProof="0" dirty="0">
                <a:ln>
                  <a:noFill/>
                </a:ln>
                <a:solidFill>
                  <a:srgbClr val="333300"/>
                </a:solidFill>
                <a:effectLst/>
                <a:uLnTx/>
                <a:uFillTx/>
                <a:latin typeface="IBM Plex Sans"/>
                <a:ea typeface="+mn-ea"/>
              </a:rPr>
              <a:t> IBM Digital factory setup;  80+ FTEs</a:t>
            </a:r>
          </a:p>
        </p:txBody>
      </p:sp>
      <p:sp>
        <p:nvSpPr>
          <p:cNvPr id="41" name="object 24">
            <a:extLst>
              <a:ext uri="{FF2B5EF4-FFF2-40B4-BE49-F238E27FC236}">
                <a16:creationId xmlns:a16="http://schemas.microsoft.com/office/drawing/2014/main" id="{61C2E28C-A583-4639-B9F2-C7755BD60024}"/>
              </a:ext>
            </a:extLst>
          </p:cNvPr>
          <p:cNvSpPr txBox="1"/>
          <p:nvPr/>
        </p:nvSpPr>
        <p:spPr>
          <a:xfrm>
            <a:off x="9166535" y="1979533"/>
            <a:ext cx="1199901" cy="331757"/>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200">
                <a:solidFill>
                  <a:srgbClr val="002060"/>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50" b="0" i="0" u="none" strike="noStrike" kern="1200" cap="none" spc="0" normalizeH="0" baseline="0" noProof="0" dirty="0">
                <a:ln>
                  <a:noFill/>
                </a:ln>
                <a:solidFill>
                  <a:srgbClr val="333300"/>
                </a:solidFill>
                <a:effectLst/>
                <a:uLnTx/>
                <a:uFillTx/>
                <a:latin typeface="IBM Plex Sans"/>
                <a:ea typeface="+mn-ea"/>
              </a:rPr>
              <a:t>All Digital platform cutover to IBM.</a:t>
            </a:r>
          </a:p>
        </p:txBody>
      </p:sp>
      <p:grpSp>
        <p:nvGrpSpPr>
          <p:cNvPr id="48" name="Group 47">
            <a:extLst>
              <a:ext uri="{FF2B5EF4-FFF2-40B4-BE49-F238E27FC236}">
                <a16:creationId xmlns:a16="http://schemas.microsoft.com/office/drawing/2014/main" id="{2099CA49-F304-4D40-9C37-08815BAF351D}"/>
              </a:ext>
            </a:extLst>
          </p:cNvPr>
          <p:cNvGrpSpPr/>
          <p:nvPr/>
        </p:nvGrpSpPr>
        <p:grpSpPr>
          <a:xfrm>
            <a:off x="214989" y="3277359"/>
            <a:ext cx="7065171" cy="3462934"/>
            <a:chOff x="2183708" y="2986411"/>
            <a:chExt cx="7700863" cy="3486436"/>
          </a:xfrm>
        </p:grpSpPr>
        <p:sp>
          <p:nvSpPr>
            <p:cNvPr id="49" name="Arrow: Chevron 48">
              <a:extLst>
                <a:ext uri="{FF2B5EF4-FFF2-40B4-BE49-F238E27FC236}">
                  <a16:creationId xmlns:a16="http://schemas.microsoft.com/office/drawing/2014/main" id="{4AFADD08-16E1-4511-B380-15B3544D8A29}"/>
                </a:ext>
              </a:extLst>
            </p:cNvPr>
            <p:cNvSpPr/>
            <p:nvPr/>
          </p:nvSpPr>
          <p:spPr>
            <a:xfrm rot="5400000">
              <a:off x="2600466" y="3378411"/>
              <a:ext cx="855887" cy="258895"/>
            </a:xfrm>
            <a:prstGeom prst="chevron">
              <a:avLst/>
            </a:prstGeom>
            <a:solidFill>
              <a:srgbClr val="993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Arrow: Chevron 49">
              <a:extLst>
                <a:ext uri="{FF2B5EF4-FFF2-40B4-BE49-F238E27FC236}">
                  <a16:creationId xmlns:a16="http://schemas.microsoft.com/office/drawing/2014/main" id="{CCA5442E-4C32-491D-B367-C310DC832BE0}"/>
                </a:ext>
              </a:extLst>
            </p:cNvPr>
            <p:cNvSpPr/>
            <p:nvPr/>
          </p:nvSpPr>
          <p:spPr>
            <a:xfrm>
              <a:off x="2682155" y="3277151"/>
              <a:ext cx="855887" cy="258895"/>
            </a:xfrm>
            <a:prstGeom prst="chevron">
              <a:avLst/>
            </a:prstGeom>
            <a:solidFill>
              <a:srgbClr val="993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Flowchart: Connector 50">
              <a:extLst>
                <a:ext uri="{FF2B5EF4-FFF2-40B4-BE49-F238E27FC236}">
                  <a16:creationId xmlns:a16="http://schemas.microsoft.com/office/drawing/2014/main" id="{12671692-07E7-48F5-B04A-A7780D8BCDD7}"/>
                </a:ext>
              </a:extLst>
            </p:cNvPr>
            <p:cNvSpPr/>
            <p:nvPr/>
          </p:nvSpPr>
          <p:spPr>
            <a:xfrm>
              <a:off x="2661325" y="3012146"/>
              <a:ext cx="738848" cy="788906"/>
            </a:xfrm>
            <a:prstGeom prst="flowChartConnector">
              <a:avLst/>
            </a:prstGeom>
            <a:solidFill>
              <a:schemeClr val="bg1"/>
            </a:solidFill>
            <a:ln w="50800">
              <a:solidFill>
                <a:srgbClr val="9933FF"/>
              </a:solid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Trapezoid 51">
              <a:extLst>
                <a:ext uri="{FF2B5EF4-FFF2-40B4-BE49-F238E27FC236}">
                  <a16:creationId xmlns:a16="http://schemas.microsoft.com/office/drawing/2014/main" id="{62338785-5856-4307-91F2-50E374D185B7}"/>
                </a:ext>
              </a:extLst>
            </p:cNvPr>
            <p:cNvSpPr/>
            <p:nvPr/>
          </p:nvSpPr>
          <p:spPr>
            <a:xfrm>
              <a:off x="3637108" y="6191999"/>
              <a:ext cx="5943600" cy="265471"/>
            </a:xfrm>
            <a:prstGeom prst="trapezoid">
              <a:avLst>
                <a:gd name="adj" fmla="val 84843"/>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Trapezoid 52">
              <a:extLst>
                <a:ext uri="{FF2B5EF4-FFF2-40B4-BE49-F238E27FC236}">
                  <a16:creationId xmlns:a16="http://schemas.microsoft.com/office/drawing/2014/main" id="{0F394E4C-4B66-4712-8AB0-5B364E5F17E7}"/>
                </a:ext>
              </a:extLst>
            </p:cNvPr>
            <p:cNvSpPr/>
            <p:nvPr/>
          </p:nvSpPr>
          <p:spPr>
            <a:xfrm>
              <a:off x="3913501" y="5869304"/>
              <a:ext cx="5394960" cy="265471"/>
            </a:xfrm>
            <a:prstGeom prst="trapezoid">
              <a:avLst>
                <a:gd name="adj" fmla="val 84843"/>
              </a:avLst>
            </a:prstGeom>
            <a:solidFill>
              <a:srgbClr val="33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Trapezoid 53">
              <a:extLst>
                <a:ext uri="{FF2B5EF4-FFF2-40B4-BE49-F238E27FC236}">
                  <a16:creationId xmlns:a16="http://schemas.microsoft.com/office/drawing/2014/main" id="{E33BF969-5C26-4DC7-9272-562934767419}"/>
                </a:ext>
              </a:extLst>
            </p:cNvPr>
            <p:cNvSpPr/>
            <p:nvPr/>
          </p:nvSpPr>
          <p:spPr>
            <a:xfrm>
              <a:off x="4183893" y="5548042"/>
              <a:ext cx="4846320" cy="265471"/>
            </a:xfrm>
            <a:prstGeom prst="trapezoid">
              <a:avLst>
                <a:gd name="adj" fmla="val 84843"/>
              </a:avLst>
            </a:pr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Trapezoid 54">
              <a:extLst>
                <a:ext uri="{FF2B5EF4-FFF2-40B4-BE49-F238E27FC236}">
                  <a16:creationId xmlns:a16="http://schemas.microsoft.com/office/drawing/2014/main" id="{E6C55B23-A24B-4C7F-9777-5F0C4EBC2D56}"/>
                </a:ext>
              </a:extLst>
            </p:cNvPr>
            <p:cNvSpPr/>
            <p:nvPr/>
          </p:nvSpPr>
          <p:spPr>
            <a:xfrm>
              <a:off x="4441444" y="5216801"/>
              <a:ext cx="4297680" cy="265471"/>
            </a:xfrm>
            <a:prstGeom prst="trapezoid">
              <a:avLst>
                <a:gd name="adj" fmla="val 84843"/>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Trapezoid 55">
              <a:extLst>
                <a:ext uri="{FF2B5EF4-FFF2-40B4-BE49-F238E27FC236}">
                  <a16:creationId xmlns:a16="http://schemas.microsoft.com/office/drawing/2014/main" id="{6EF87CA5-116F-487A-914F-D5E818385391}"/>
                </a:ext>
              </a:extLst>
            </p:cNvPr>
            <p:cNvSpPr/>
            <p:nvPr/>
          </p:nvSpPr>
          <p:spPr>
            <a:xfrm>
              <a:off x="4715764" y="4887041"/>
              <a:ext cx="3749040" cy="265471"/>
            </a:xfrm>
            <a:prstGeom prst="trapezoid">
              <a:avLst>
                <a:gd name="adj" fmla="val 84843"/>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Arrow: Chevron 56">
              <a:extLst>
                <a:ext uri="{FF2B5EF4-FFF2-40B4-BE49-F238E27FC236}">
                  <a16:creationId xmlns:a16="http://schemas.microsoft.com/office/drawing/2014/main" id="{027F6937-A067-4ABA-BA8B-0DA3EAD928D9}"/>
                </a:ext>
              </a:extLst>
            </p:cNvPr>
            <p:cNvSpPr/>
            <p:nvPr/>
          </p:nvSpPr>
          <p:spPr>
            <a:xfrm>
              <a:off x="4832205" y="3256578"/>
              <a:ext cx="966840" cy="25889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Arrow: Chevron 57">
              <a:extLst>
                <a:ext uri="{FF2B5EF4-FFF2-40B4-BE49-F238E27FC236}">
                  <a16:creationId xmlns:a16="http://schemas.microsoft.com/office/drawing/2014/main" id="{6CFBADFA-A116-4C9D-AEBD-ACDF792A1EF1}"/>
                </a:ext>
              </a:extLst>
            </p:cNvPr>
            <p:cNvSpPr/>
            <p:nvPr/>
          </p:nvSpPr>
          <p:spPr>
            <a:xfrm>
              <a:off x="4004112" y="3255103"/>
              <a:ext cx="855887" cy="25889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Flowchart: Connector 58">
              <a:extLst>
                <a:ext uri="{FF2B5EF4-FFF2-40B4-BE49-F238E27FC236}">
                  <a16:creationId xmlns:a16="http://schemas.microsoft.com/office/drawing/2014/main" id="{8CD15302-32B3-43FA-8C49-11747FC9D6FD}"/>
                </a:ext>
              </a:extLst>
            </p:cNvPr>
            <p:cNvSpPr/>
            <p:nvPr/>
          </p:nvSpPr>
          <p:spPr>
            <a:xfrm>
              <a:off x="4004112" y="2986824"/>
              <a:ext cx="738848" cy="788906"/>
            </a:xfrm>
            <a:prstGeom prst="flowChartConnector">
              <a:avLst/>
            </a:prstGeom>
            <a:solidFill>
              <a:schemeClr val="bg1"/>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lowchart: Connector 59">
              <a:extLst>
                <a:ext uri="{FF2B5EF4-FFF2-40B4-BE49-F238E27FC236}">
                  <a16:creationId xmlns:a16="http://schemas.microsoft.com/office/drawing/2014/main" id="{6789E0D7-D0D9-48C4-93B9-EAE613E7C0C4}"/>
                </a:ext>
              </a:extLst>
            </p:cNvPr>
            <p:cNvSpPr/>
            <p:nvPr/>
          </p:nvSpPr>
          <p:spPr>
            <a:xfrm>
              <a:off x="4933590" y="2994869"/>
              <a:ext cx="738848" cy="788906"/>
            </a:xfrm>
            <a:prstGeom prst="flowChartConnector">
              <a:avLst/>
            </a:prstGeom>
            <a:solidFill>
              <a:schemeClr val="bg1"/>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 name="Rectangle: Rounded Corners 60">
              <a:extLst>
                <a:ext uri="{FF2B5EF4-FFF2-40B4-BE49-F238E27FC236}">
                  <a16:creationId xmlns:a16="http://schemas.microsoft.com/office/drawing/2014/main" id="{02D99958-B26C-4559-9A0B-F08F8E054496}"/>
                </a:ext>
              </a:extLst>
            </p:cNvPr>
            <p:cNvSpPr/>
            <p:nvPr/>
          </p:nvSpPr>
          <p:spPr>
            <a:xfrm>
              <a:off x="4004112" y="3857567"/>
              <a:ext cx="738848" cy="6725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2" name="Straight Connector 61">
              <a:extLst>
                <a:ext uri="{FF2B5EF4-FFF2-40B4-BE49-F238E27FC236}">
                  <a16:creationId xmlns:a16="http://schemas.microsoft.com/office/drawing/2014/main" id="{A35BB16C-EECB-42CB-AA85-982C32139FBA}"/>
                </a:ext>
              </a:extLst>
            </p:cNvPr>
            <p:cNvCxnSpPr>
              <a:stCxn id="59" idx="4"/>
              <a:endCxn id="61" idx="0"/>
            </p:cNvCxnSpPr>
            <p:nvPr/>
          </p:nvCxnSpPr>
          <p:spPr>
            <a:xfrm>
              <a:off x="4373536" y="3775730"/>
              <a:ext cx="0" cy="81837"/>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F440A7C3-C10B-451B-AB4F-D2E3BE9042D5}"/>
                </a:ext>
              </a:extLst>
            </p:cNvPr>
            <p:cNvSpPr/>
            <p:nvPr/>
          </p:nvSpPr>
          <p:spPr>
            <a:xfrm>
              <a:off x="4921958" y="3855793"/>
              <a:ext cx="738848" cy="6725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Arrow: Chevron 63">
              <a:extLst>
                <a:ext uri="{FF2B5EF4-FFF2-40B4-BE49-F238E27FC236}">
                  <a16:creationId xmlns:a16="http://schemas.microsoft.com/office/drawing/2014/main" id="{4C9EEE59-B8FA-4088-9140-E13D6FCD6E67}"/>
                </a:ext>
              </a:extLst>
            </p:cNvPr>
            <p:cNvSpPr/>
            <p:nvPr/>
          </p:nvSpPr>
          <p:spPr>
            <a:xfrm>
              <a:off x="5750051" y="3256578"/>
              <a:ext cx="966840" cy="25889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lowchart: Connector 64">
              <a:extLst>
                <a:ext uri="{FF2B5EF4-FFF2-40B4-BE49-F238E27FC236}">
                  <a16:creationId xmlns:a16="http://schemas.microsoft.com/office/drawing/2014/main" id="{39CD016D-1682-4782-ACCC-E39420F54E35}"/>
                </a:ext>
              </a:extLst>
            </p:cNvPr>
            <p:cNvSpPr/>
            <p:nvPr/>
          </p:nvSpPr>
          <p:spPr>
            <a:xfrm>
              <a:off x="5851436" y="2994869"/>
              <a:ext cx="738848" cy="788906"/>
            </a:xfrm>
            <a:prstGeom prst="flowChartConnector">
              <a:avLst/>
            </a:prstGeom>
            <a:solidFill>
              <a:schemeClr val="bg1"/>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Rectangle: Rounded Corners 65">
              <a:extLst>
                <a:ext uri="{FF2B5EF4-FFF2-40B4-BE49-F238E27FC236}">
                  <a16:creationId xmlns:a16="http://schemas.microsoft.com/office/drawing/2014/main" id="{7FA224B3-D475-402A-80E8-15FD8B89F44D}"/>
                </a:ext>
              </a:extLst>
            </p:cNvPr>
            <p:cNvSpPr/>
            <p:nvPr/>
          </p:nvSpPr>
          <p:spPr>
            <a:xfrm>
              <a:off x="5839804" y="3855793"/>
              <a:ext cx="738848" cy="6725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Arrow: Chevron 66">
              <a:extLst>
                <a:ext uri="{FF2B5EF4-FFF2-40B4-BE49-F238E27FC236}">
                  <a16:creationId xmlns:a16="http://schemas.microsoft.com/office/drawing/2014/main" id="{1AC425BB-5014-4687-A35E-0CDE8F4F3A91}"/>
                </a:ext>
              </a:extLst>
            </p:cNvPr>
            <p:cNvSpPr/>
            <p:nvPr/>
          </p:nvSpPr>
          <p:spPr>
            <a:xfrm>
              <a:off x="6679083" y="3253594"/>
              <a:ext cx="966840" cy="25889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lowchart: Connector 67">
              <a:extLst>
                <a:ext uri="{FF2B5EF4-FFF2-40B4-BE49-F238E27FC236}">
                  <a16:creationId xmlns:a16="http://schemas.microsoft.com/office/drawing/2014/main" id="{00548B73-569A-4FA4-A476-DF35CCC583C9}"/>
                </a:ext>
              </a:extLst>
            </p:cNvPr>
            <p:cNvSpPr/>
            <p:nvPr/>
          </p:nvSpPr>
          <p:spPr>
            <a:xfrm>
              <a:off x="6780468" y="2991885"/>
              <a:ext cx="738848" cy="788906"/>
            </a:xfrm>
            <a:prstGeom prst="flowChartConnector">
              <a:avLst/>
            </a:prstGeom>
            <a:solidFill>
              <a:schemeClr val="bg1"/>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9" name="Rectangle: Rounded Corners 68">
              <a:extLst>
                <a:ext uri="{FF2B5EF4-FFF2-40B4-BE49-F238E27FC236}">
                  <a16:creationId xmlns:a16="http://schemas.microsoft.com/office/drawing/2014/main" id="{A1FF5C80-5AD3-4E8B-99E5-1448946256AF}"/>
                </a:ext>
              </a:extLst>
            </p:cNvPr>
            <p:cNvSpPr/>
            <p:nvPr/>
          </p:nvSpPr>
          <p:spPr>
            <a:xfrm>
              <a:off x="6768836" y="3852809"/>
              <a:ext cx="738848" cy="6725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0" name="Straight Connector 69">
              <a:extLst>
                <a:ext uri="{FF2B5EF4-FFF2-40B4-BE49-F238E27FC236}">
                  <a16:creationId xmlns:a16="http://schemas.microsoft.com/office/drawing/2014/main" id="{0D0D912E-CBAC-49D8-80BE-E8B00429D4CE}"/>
                </a:ext>
              </a:extLst>
            </p:cNvPr>
            <p:cNvCxnSpPr>
              <a:endCxn id="69" idx="0"/>
            </p:cNvCxnSpPr>
            <p:nvPr/>
          </p:nvCxnSpPr>
          <p:spPr>
            <a:xfrm>
              <a:off x="7138260" y="3770972"/>
              <a:ext cx="0" cy="81837"/>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71" name="Arrow: Chevron 70">
              <a:extLst>
                <a:ext uri="{FF2B5EF4-FFF2-40B4-BE49-F238E27FC236}">
                  <a16:creationId xmlns:a16="http://schemas.microsoft.com/office/drawing/2014/main" id="{191B0B2D-AC63-4539-8BAE-990B15824AE5}"/>
                </a:ext>
              </a:extLst>
            </p:cNvPr>
            <p:cNvSpPr/>
            <p:nvPr/>
          </p:nvSpPr>
          <p:spPr>
            <a:xfrm>
              <a:off x="7608114" y="3248120"/>
              <a:ext cx="966840" cy="25889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lowchart: Connector 71">
              <a:extLst>
                <a:ext uri="{FF2B5EF4-FFF2-40B4-BE49-F238E27FC236}">
                  <a16:creationId xmlns:a16="http://schemas.microsoft.com/office/drawing/2014/main" id="{B79D7E74-6AB5-4382-BD8C-3025365F8E18}"/>
                </a:ext>
              </a:extLst>
            </p:cNvPr>
            <p:cNvSpPr/>
            <p:nvPr/>
          </p:nvSpPr>
          <p:spPr>
            <a:xfrm>
              <a:off x="7709499" y="2986411"/>
              <a:ext cx="738848" cy="788906"/>
            </a:xfrm>
            <a:prstGeom prst="flowChartConnector">
              <a:avLst/>
            </a:prstGeom>
            <a:solidFill>
              <a:schemeClr val="bg1"/>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Rectangle: Rounded Corners 72">
              <a:extLst>
                <a:ext uri="{FF2B5EF4-FFF2-40B4-BE49-F238E27FC236}">
                  <a16:creationId xmlns:a16="http://schemas.microsoft.com/office/drawing/2014/main" id="{531D2F12-D2D7-43B3-93B7-DD9F67CC0264}"/>
                </a:ext>
              </a:extLst>
            </p:cNvPr>
            <p:cNvSpPr/>
            <p:nvPr/>
          </p:nvSpPr>
          <p:spPr>
            <a:xfrm>
              <a:off x="7697867" y="3847335"/>
              <a:ext cx="738848" cy="6725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4" name="Straight Connector 73">
              <a:extLst>
                <a:ext uri="{FF2B5EF4-FFF2-40B4-BE49-F238E27FC236}">
                  <a16:creationId xmlns:a16="http://schemas.microsoft.com/office/drawing/2014/main" id="{EE9B8F95-34CE-4091-8C27-B8C5021D33CA}"/>
                </a:ext>
              </a:extLst>
            </p:cNvPr>
            <p:cNvCxnSpPr>
              <a:endCxn id="73" idx="0"/>
            </p:cNvCxnSpPr>
            <p:nvPr/>
          </p:nvCxnSpPr>
          <p:spPr>
            <a:xfrm>
              <a:off x="8067291" y="3765498"/>
              <a:ext cx="0" cy="81837"/>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75" name="Arrow: Chevron 74">
              <a:extLst>
                <a:ext uri="{FF2B5EF4-FFF2-40B4-BE49-F238E27FC236}">
                  <a16:creationId xmlns:a16="http://schemas.microsoft.com/office/drawing/2014/main" id="{6FA3FC60-770D-4842-9FF6-01DC30BB02CD}"/>
                </a:ext>
              </a:extLst>
            </p:cNvPr>
            <p:cNvSpPr/>
            <p:nvPr/>
          </p:nvSpPr>
          <p:spPr>
            <a:xfrm>
              <a:off x="8537144" y="3251036"/>
              <a:ext cx="828601" cy="23199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lowchart: Connector 75">
              <a:extLst>
                <a:ext uri="{FF2B5EF4-FFF2-40B4-BE49-F238E27FC236}">
                  <a16:creationId xmlns:a16="http://schemas.microsoft.com/office/drawing/2014/main" id="{473007B3-0E80-4223-829A-7289BE00994F}"/>
                </a:ext>
              </a:extLst>
            </p:cNvPr>
            <p:cNvSpPr/>
            <p:nvPr/>
          </p:nvSpPr>
          <p:spPr>
            <a:xfrm>
              <a:off x="8638529" y="2989327"/>
              <a:ext cx="738848" cy="788906"/>
            </a:xfrm>
            <a:prstGeom prst="flowChartConnector">
              <a:avLst/>
            </a:prstGeom>
            <a:solidFill>
              <a:schemeClr val="bg1"/>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Rounded Corners 76">
              <a:extLst>
                <a:ext uri="{FF2B5EF4-FFF2-40B4-BE49-F238E27FC236}">
                  <a16:creationId xmlns:a16="http://schemas.microsoft.com/office/drawing/2014/main" id="{1AF78330-A808-46D7-90CC-34B0FB3AF123}"/>
                </a:ext>
              </a:extLst>
            </p:cNvPr>
            <p:cNvSpPr/>
            <p:nvPr/>
          </p:nvSpPr>
          <p:spPr>
            <a:xfrm>
              <a:off x="8626897" y="3850251"/>
              <a:ext cx="738848" cy="6725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8" name="Straight Connector 77">
              <a:extLst>
                <a:ext uri="{FF2B5EF4-FFF2-40B4-BE49-F238E27FC236}">
                  <a16:creationId xmlns:a16="http://schemas.microsoft.com/office/drawing/2014/main" id="{E560D94A-2598-4878-8B5E-5DE728414E16}"/>
                </a:ext>
              </a:extLst>
            </p:cNvPr>
            <p:cNvCxnSpPr>
              <a:endCxn id="77" idx="0"/>
            </p:cNvCxnSpPr>
            <p:nvPr/>
          </p:nvCxnSpPr>
          <p:spPr>
            <a:xfrm>
              <a:off x="8996321" y="3768414"/>
              <a:ext cx="0" cy="81837"/>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79" name="Picture 78">
              <a:extLst>
                <a:ext uri="{FF2B5EF4-FFF2-40B4-BE49-F238E27FC236}">
                  <a16:creationId xmlns:a16="http://schemas.microsoft.com/office/drawing/2014/main" id="{A7284516-017F-4503-8310-5DC656440B13}"/>
                </a:ext>
              </a:extLst>
            </p:cNvPr>
            <p:cNvPicPr>
              <a:picLocks noChangeAspect="1"/>
            </p:cNvPicPr>
            <p:nvPr/>
          </p:nvPicPr>
          <p:blipFill>
            <a:blip r:embed="rId3"/>
            <a:stretch>
              <a:fillRect/>
            </a:stretch>
          </p:blipFill>
          <p:spPr>
            <a:xfrm>
              <a:off x="2857017" y="3232174"/>
              <a:ext cx="356656" cy="356656"/>
            </a:xfrm>
            <a:prstGeom prst="rect">
              <a:avLst/>
            </a:prstGeom>
          </p:spPr>
        </p:pic>
        <p:pic>
          <p:nvPicPr>
            <p:cNvPr id="80" name="Picture 79">
              <a:extLst>
                <a:ext uri="{FF2B5EF4-FFF2-40B4-BE49-F238E27FC236}">
                  <a16:creationId xmlns:a16="http://schemas.microsoft.com/office/drawing/2014/main" id="{90E27AF0-746C-4873-A6BB-CCFC6D834E66}"/>
                </a:ext>
              </a:extLst>
            </p:cNvPr>
            <p:cNvPicPr>
              <a:picLocks noChangeAspect="1"/>
            </p:cNvPicPr>
            <p:nvPr/>
          </p:nvPicPr>
          <p:blipFill>
            <a:blip r:embed="rId4"/>
            <a:stretch>
              <a:fillRect/>
            </a:stretch>
          </p:blipFill>
          <p:spPr>
            <a:xfrm>
              <a:off x="4175896" y="3151061"/>
              <a:ext cx="361950" cy="476250"/>
            </a:xfrm>
            <a:prstGeom prst="rect">
              <a:avLst/>
            </a:prstGeom>
          </p:spPr>
        </p:pic>
        <p:pic>
          <p:nvPicPr>
            <p:cNvPr id="81" name="Picture 80">
              <a:extLst>
                <a:ext uri="{FF2B5EF4-FFF2-40B4-BE49-F238E27FC236}">
                  <a16:creationId xmlns:a16="http://schemas.microsoft.com/office/drawing/2014/main" id="{B06F470F-BC01-4DC2-93AD-29D53D56AD8B}"/>
                </a:ext>
              </a:extLst>
            </p:cNvPr>
            <p:cNvPicPr>
              <a:picLocks noChangeAspect="1"/>
            </p:cNvPicPr>
            <p:nvPr/>
          </p:nvPicPr>
          <p:blipFill>
            <a:blip r:embed="rId5"/>
            <a:stretch>
              <a:fillRect/>
            </a:stretch>
          </p:blipFill>
          <p:spPr>
            <a:xfrm>
              <a:off x="5137617" y="3243097"/>
              <a:ext cx="323850" cy="304800"/>
            </a:xfrm>
            <a:prstGeom prst="rect">
              <a:avLst/>
            </a:prstGeom>
          </p:spPr>
        </p:pic>
        <p:pic>
          <p:nvPicPr>
            <p:cNvPr id="82" name="Picture 81">
              <a:extLst>
                <a:ext uri="{FF2B5EF4-FFF2-40B4-BE49-F238E27FC236}">
                  <a16:creationId xmlns:a16="http://schemas.microsoft.com/office/drawing/2014/main" id="{225259B2-9E56-418B-86F9-03347BBAE23B}"/>
                </a:ext>
              </a:extLst>
            </p:cNvPr>
            <p:cNvPicPr>
              <a:picLocks noChangeAspect="1"/>
            </p:cNvPicPr>
            <p:nvPr/>
          </p:nvPicPr>
          <p:blipFill>
            <a:blip r:embed="rId6"/>
            <a:stretch>
              <a:fillRect/>
            </a:stretch>
          </p:blipFill>
          <p:spPr>
            <a:xfrm>
              <a:off x="6049462" y="3251036"/>
              <a:ext cx="352425" cy="314325"/>
            </a:xfrm>
            <a:prstGeom prst="rect">
              <a:avLst/>
            </a:prstGeom>
          </p:spPr>
        </p:pic>
        <p:sp>
          <p:nvSpPr>
            <p:cNvPr id="83" name="TextBox 82">
              <a:extLst>
                <a:ext uri="{FF2B5EF4-FFF2-40B4-BE49-F238E27FC236}">
                  <a16:creationId xmlns:a16="http://schemas.microsoft.com/office/drawing/2014/main" id="{B0911628-960B-4853-90CC-E81072F15FEA}"/>
                </a:ext>
              </a:extLst>
            </p:cNvPr>
            <p:cNvSpPr txBox="1"/>
            <p:nvPr/>
          </p:nvSpPr>
          <p:spPr>
            <a:xfrm>
              <a:off x="4051386" y="3897893"/>
              <a:ext cx="6399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Mobile</a:t>
              </a:r>
            </a:p>
          </p:txBody>
        </p:sp>
        <p:sp>
          <p:nvSpPr>
            <p:cNvPr id="84" name="TextBox 83">
              <a:extLst>
                <a:ext uri="{FF2B5EF4-FFF2-40B4-BE49-F238E27FC236}">
                  <a16:creationId xmlns:a16="http://schemas.microsoft.com/office/drawing/2014/main" id="{756EFFF4-C3A4-40C8-83F1-D8739AF11258}"/>
                </a:ext>
              </a:extLst>
            </p:cNvPr>
            <p:cNvSpPr txBox="1"/>
            <p:nvPr/>
          </p:nvSpPr>
          <p:spPr>
            <a:xfrm>
              <a:off x="5972862" y="6193968"/>
              <a:ext cx="2267700" cy="27887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366FF"/>
                  </a:solidFill>
                  <a:effectLst/>
                  <a:uLnTx/>
                  <a:uFillTx/>
                  <a:latin typeface="Calibri" panose="020F0502020204030204"/>
                  <a:ea typeface="+mn-ea"/>
                  <a:cs typeface="+mn-cs"/>
                </a:rPr>
                <a:t>Business Microservices     (20)</a:t>
              </a:r>
            </a:p>
          </p:txBody>
        </p:sp>
        <p:sp>
          <p:nvSpPr>
            <p:cNvPr id="85" name="TextBox 84">
              <a:extLst>
                <a:ext uri="{FF2B5EF4-FFF2-40B4-BE49-F238E27FC236}">
                  <a16:creationId xmlns:a16="http://schemas.microsoft.com/office/drawing/2014/main" id="{15607F07-144C-4285-8CA4-BD52C08837DE}"/>
                </a:ext>
              </a:extLst>
            </p:cNvPr>
            <p:cNvSpPr txBox="1"/>
            <p:nvPr/>
          </p:nvSpPr>
          <p:spPr>
            <a:xfrm>
              <a:off x="6139912" y="5877349"/>
              <a:ext cx="163378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Virtual Banking      (13)</a:t>
              </a:r>
            </a:p>
          </p:txBody>
        </p:sp>
        <p:sp>
          <p:nvSpPr>
            <p:cNvPr id="86" name="TextBox 85">
              <a:extLst>
                <a:ext uri="{FF2B5EF4-FFF2-40B4-BE49-F238E27FC236}">
                  <a16:creationId xmlns:a16="http://schemas.microsoft.com/office/drawing/2014/main" id="{D2073485-9F7A-4FDB-A0F8-60D6939559DA}"/>
                </a:ext>
              </a:extLst>
            </p:cNvPr>
            <p:cNvSpPr txBox="1"/>
            <p:nvPr/>
          </p:nvSpPr>
          <p:spPr>
            <a:xfrm>
              <a:off x="6099458" y="5516650"/>
              <a:ext cx="164814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Journal Manager      (3)</a:t>
              </a:r>
            </a:p>
          </p:txBody>
        </p:sp>
        <p:sp>
          <p:nvSpPr>
            <p:cNvPr id="87" name="TextBox 86">
              <a:extLst>
                <a:ext uri="{FF2B5EF4-FFF2-40B4-BE49-F238E27FC236}">
                  <a16:creationId xmlns:a16="http://schemas.microsoft.com/office/drawing/2014/main" id="{863BB38C-2D7E-4989-9B90-58326E3BB03F}"/>
                </a:ext>
              </a:extLst>
            </p:cNvPr>
            <p:cNvSpPr txBox="1"/>
            <p:nvPr/>
          </p:nvSpPr>
          <p:spPr>
            <a:xfrm>
              <a:off x="6435266" y="5204017"/>
              <a:ext cx="83869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CRM     (9)</a:t>
              </a:r>
            </a:p>
          </p:txBody>
        </p:sp>
        <p:sp>
          <p:nvSpPr>
            <p:cNvPr id="88" name="TextBox 87">
              <a:extLst>
                <a:ext uri="{FF2B5EF4-FFF2-40B4-BE49-F238E27FC236}">
                  <a16:creationId xmlns:a16="http://schemas.microsoft.com/office/drawing/2014/main" id="{7F99A317-63DF-4C69-A23D-62E380A4615D}"/>
                </a:ext>
              </a:extLst>
            </p:cNvPr>
            <p:cNvSpPr txBox="1"/>
            <p:nvPr/>
          </p:nvSpPr>
          <p:spPr>
            <a:xfrm>
              <a:off x="6427031" y="4875382"/>
              <a:ext cx="78072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SAP     (3)</a:t>
              </a:r>
            </a:p>
          </p:txBody>
        </p:sp>
        <p:pic>
          <p:nvPicPr>
            <p:cNvPr id="89" name="Picture 88">
              <a:extLst>
                <a:ext uri="{FF2B5EF4-FFF2-40B4-BE49-F238E27FC236}">
                  <a16:creationId xmlns:a16="http://schemas.microsoft.com/office/drawing/2014/main" id="{06DB63FD-D55A-4EAB-89A9-D912D09DA0A9}"/>
                </a:ext>
              </a:extLst>
            </p:cNvPr>
            <p:cNvPicPr>
              <a:picLocks noChangeAspect="1"/>
            </p:cNvPicPr>
            <p:nvPr/>
          </p:nvPicPr>
          <p:blipFill>
            <a:blip r:embed="rId7"/>
            <a:stretch>
              <a:fillRect/>
            </a:stretch>
          </p:blipFill>
          <p:spPr>
            <a:xfrm>
              <a:off x="6961481" y="3199440"/>
              <a:ext cx="409242" cy="401372"/>
            </a:xfrm>
            <a:prstGeom prst="rect">
              <a:avLst/>
            </a:prstGeom>
          </p:spPr>
        </p:pic>
        <p:pic>
          <p:nvPicPr>
            <p:cNvPr id="90" name="Picture 89">
              <a:extLst>
                <a:ext uri="{FF2B5EF4-FFF2-40B4-BE49-F238E27FC236}">
                  <a16:creationId xmlns:a16="http://schemas.microsoft.com/office/drawing/2014/main" id="{F0E8B90D-95BC-4232-BEEC-E813F3FC6A37}"/>
                </a:ext>
              </a:extLst>
            </p:cNvPr>
            <p:cNvPicPr>
              <a:picLocks noChangeAspect="1"/>
            </p:cNvPicPr>
            <p:nvPr/>
          </p:nvPicPr>
          <p:blipFill>
            <a:blip r:embed="rId8"/>
            <a:stretch>
              <a:fillRect/>
            </a:stretch>
          </p:blipFill>
          <p:spPr>
            <a:xfrm>
              <a:off x="7868308" y="3183021"/>
              <a:ext cx="438150" cy="466725"/>
            </a:xfrm>
            <a:prstGeom prst="rect">
              <a:avLst/>
            </a:prstGeom>
          </p:spPr>
        </p:pic>
        <p:pic>
          <p:nvPicPr>
            <p:cNvPr id="91" name="Picture 90">
              <a:extLst>
                <a:ext uri="{FF2B5EF4-FFF2-40B4-BE49-F238E27FC236}">
                  <a16:creationId xmlns:a16="http://schemas.microsoft.com/office/drawing/2014/main" id="{696A4898-E665-484C-9F42-364DD4A0C38B}"/>
                </a:ext>
              </a:extLst>
            </p:cNvPr>
            <p:cNvPicPr>
              <a:picLocks noChangeAspect="1"/>
            </p:cNvPicPr>
            <p:nvPr/>
          </p:nvPicPr>
          <p:blipFill>
            <a:blip r:embed="rId9"/>
            <a:stretch>
              <a:fillRect/>
            </a:stretch>
          </p:blipFill>
          <p:spPr>
            <a:xfrm>
              <a:off x="8846594" y="3229329"/>
              <a:ext cx="296164" cy="300203"/>
            </a:xfrm>
            <a:prstGeom prst="rect">
              <a:avLst/>
            </a:prstGeom>
          </p:spPr>
        </p:pic>
        <p:sp>
          <p:nvSpPr>
            <p:cNvPr id="92" name="TextBox 91">
              <a:extLst>
                <a:ext uri="{FF2B5EF4-FFF2-40B4-BE49-F238E27FC236}">
                  <a16:creationId xmlns:a16="http://schemas.microsoft.com/office/drawing/2014/main" id="{1E170672-AD47-4B9B-AE43-F93039EEBDD5}"/>
                </a:ext>
              </a:extLst>
            </p:cNvPr>
            <p:cNvSpPr txBox="1"/>
            <p:nvPr/>
          </p:nvSpPr>
          <p:spPr>
            <a:xfrm>
              <a:off x="6731343" y="3892801"/>
              <a:ext cx="84350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Telephony</a:t>
              </a:r>
            </a:p>
          </p:txBody>
        </p:sp>
        <p:sp>
          <p:nvSpPr>
            <p:cNvPr id="93" name="TextBox 92">
              <a:extLst>
                <a:ext uri="{FF2B5EF4-FFF2-40B4-BE49-F238E27FC236}">
                  <a16:creationId xmlns:a16="http://schemas.microsoft.com/office/drawing/2014/main" id="{E9E94D5F-9F47-41C7-8B70-D1947114E9B2}"/>
                </a:ext>
              </a:extLst>
            </p:cNvPr>
            <p:cNvSpPr txBox="1"/>
            <p:nvPr/>
          </p:nvSpPr>
          <p:spPr>
            <a:xfrm>
              <a:off x="7002004" y="4123184"/>
              <a:ext cx="3145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5</a:t>
              </a:r>
            </a:p>
          </p:txBody>
        </p:sp>
        <p:sp>
          <p:nvSpPr>
            <p:cNvPr id="94" name="TextBox 93">
              <a:extLst>
                <a:ext uri="{FF2B5EF4-FFF2-40B4-BE49-F238E27FC236}">
                  <a16:creationId xmlns:a16="http://schemas.microsoft.com/office/drawing/2014/main" id="{F7423CDB-C228-4337-8547-647AF4B3D4DD}"/>
                </a:ext>
              </a:extLst>
            </p:cNvPr>
            <p:cNvSpPr txBox="1"/>
            <p:nvPr/>
          </p:nvSpPr>
          <p:spPr>
            <a:xfrm>
              <a:off x="7635278" y="3883750"/>
              <a:ext cx="88678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Open Bank</a:t>
              </a:r>
            </a:p>
          </p:txBody>
        </p:sp>
        <p:sp>
          <p:nvSpPr>
            <p:cNvPr id="95" name="TextBox 94">
              <a:extLst>
                <a:ext uri="{FF2B5EF4-FFF2-40B4-BE49-F238E27FC236}">
                  <a16:creationId xmlns:a16="http://schemas.microsoft.com/office/drawing/2014/main" id="{31A3B412-CE11-47FC-864D-FEF6A39E299F}"/>
                </a:ext>
              </a:extLst>
            </p:cNvPr>
            <p:cNvSpPr txBox="1"/>
            <p:nvPr/>
          </p:nvSpPr>
          <p:spPr>
            <a:xfrm>
              <a:off x="7866611" y="4114133"/>
              <a:ext cx="484333" cy="4028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24</a:t>
              </a:r>
            </a:p>
          </p:txBody>
        </p:sp>
        <p:sp>
          <p:nvSpPr>
            <p:cNvPr id="96" name="TextBox 95">
              <a:extLst>
                <a:ext uri="{FF2B5EF4-FFF2-40B4-BE49-F238E27FC236}">
                  <a16:creationId xmlns:a16="http://schemas.microsoft.com/office/drawing/2014/main" id="{CC0DEEF9-1245-4518-BA66-FABEAE872D7B}"/>
                </a:ext>
              </a:extLst>
            </p:cNvPr>
            <p:cNvSpPr txBox="1"/>
            <p:nvPr/>
          </p:nvSpPr>
          <p:spPr>
            <a:xfrm>
              <a:off x="8549508" y="3902324"/>
              <a:ext cx="9392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Convo Bank</a:t>
              </a:r>
            </a:p>
          </p:txBody>
        </p:sp>
        <p:sp>
          <p:nvSpPr>
            <p:cNvPr id="97" name="TextBox 96">
              <a:extLst>
                <a:ext uri="{FF2B5EF4-FFF2-40B4-BE49-F238E27FC236}">
                  <a16:creationId xmlns:a16="http://schemas.microsoft.com/office/drawing/2014/main" id="{819C9A58-4506-4A09-A980-BFC7D6DBF503}"/>
                </a:ext>
              </a:extLst>
            </p:cNvPr>
            <p:cNvSpPr txBox="1"/>
            <p:nvPr/>
          </p:nvSpPr>
          <p:spPr>
            <a:xfrm>
              <a:off x="8830003" y="4132707"/>
              <a:ext cx="3145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8</a:t>
              </a:r>
            </a:p>
          </p:txBody>
        </p:sp>
        <p:pic>
          <p:nvPicPr>
            <p:cNvPr id="98" name="Picture 97">
              <a:extLst>
                <a:ext uri="{FF2B5EF4-FFF2-40B4-BE49-F238E27FC236}">
                  <a16:creationId xmlns:a16="http://schemas.microsoft.com/office/drawing/2014/main" id="{2034B47E-885B-404E-8657-29209B37ECC0}"/>
                </a:ext>
              </a:extLst>
            </p:cNvPr>
            <p:cNvPicPr>
              <a:picLocks noChangeAspect="1"/>
            </p:cNvPicPr>
            <p:nvPr/>
          </p:nvPicPr>
          <p:blipFill>
            <a:blip r:embed="rId10"/>
            <a:stretch>
              <a:fillRect/>
            </a:stretch>
          </p:blipFill>
          <p:spPr>
            <a:xfrm>
              <a:off x="9564531" y="6159720"/>
              <a:ext cx="320040" cy="306705"/>
            </a:xfrm>
            <a:prstGeom prst="rect">
              <a:avLst/>
            </a:prstGeom>
          </p:spPr>
        </p:pic>
        <p:pic>
          <p:nvPicPr>
            <p:cNvPr id="99" name="Picture 98">
              <a:extLst>
                <a:ext uri="{FF2B5EF4-FFF2-40B4-BE49-F238E27FC236}">
                  <a16:creationId xmlns:a16="http://schemas.microsoft.com/office/drawing/2014/main" id="{DACE9660-9A11-4655-9EF0-8F5E0133ECD3}"/>
                </a:ext>
              </a:extLst>
            </p:cNvPr>
            <p:cNvPicPr>
              <a:picLocks noChangeAspect="1"/>
            </p:cNvPicPr>
            <p:nvPr/>
          </p:nvPicPr>
          <p:blipFill>
            <a:blip r:embed="rId11"/>
            <a:stretch>
              <a:fillRect/>
            </a:stretch>
          </p:blipFill>
          <p:spPr>
            <a:xfrm>
              <a:off x="9315542" y="5839541"/>
              <a:ext cx="320040" cy="287383"/>
            </a:xfrm>
            <a:prstGeom prst="rect">
              <a:avLst/>
            </a:prstGeom>
          </p:spPr>
        </p:pic>
        <p:pic>
          <p:nvPicPr>
            <p:cNvPr id="100" name="Picture 99">
              <a:extLst>
                <a:ext uri="{FF2B5EF4-FFF2-40B4-BE49-F238E27FC236}">
                  <a16:creationId xmlns:a16="http://schemas.microsoft.com/office/drawing/2014/main" id="{52EF185E-2ADE-421E-B04E-5A1957F88041}"/>
                </a:ext>
              </a:extLst>
            </p:cNvPr>
            <p:cNvPicPr>
              <a:picLocks noChangeAspect="1"/>
            </p:cNvPicPr>
            <p:nvPr/>
          </p:nvPicPr>
          <p:blipFill>
            <a:blip r:embed="rId12"/>
            <a:stretch>
              <a:fillRect/>
            </a:stretch>
          </p:blipFill>
          <p:spPr>
            <a:xfrm>
              <a:off x="9015215" y="5511558"/>
              <a:ext cx="320040" cy="269838"/>
            </a:xfrm>
            <a:prstGeom prst="rect">
              <a:avLst/>
            </a:prstGeom>
          </p:spPr>
        </p:pic>
        <p:pic>
          <p:nvPicPr>
            <p:cNvPr id="101" name="Picture 100">
              <a:extLst>
                <a:ext uri="{FF2B5EF4-FFF2-40B4-BE49-F238E27FC236}">
                  <a16:creationId xmlns:a16="http://schemas.microsoft.com/office/drawing/2014/main" id="{E6A9FE07-5C97-481D-84A3-1613B3914F8F}"/>
                </a:ext>
              </a:extLst>
            </p:cNvPr>
            <p:cNvPicPr>
              <a:picLocks noChangeAspect="1"/>
            </p:cNvPicPr>
            <p:nvPr/>
          </p:nvPicPr>
          <p:blipFill>
            <a:blip r:embed="rId13"/>
            <a:stretch>
              <a:fillRect/>
            </a:stretch>
          </p:blipFill>
          <p:spPr>
            <a:xfrm>
              <a:off x="8721996" y="5204017"/>
              <a:ext cx="320040" cy="219635"/>
            </a:xfrm>
            <a:prstGeom prst="rect">
              <a:avLst/>
            </a:prstGeom>
          </p:spPr>
        </p:pic>
        <p:pic>
          <p:nvPicPr>
            <p:cNvPr id="102" name="Picture 101">
              <a:extLst>
                <a:ext uri="{FF2B5EF4-FFF2-40B4-BE49-F238E27FC236}">
                  <a16:creationId xmlns:a16="http://schemas.microsoft.com/office/drawing/2014/main" id="{8E66EB1F-1CCE-49E9-A03D-E6127702538A}"/>
                </a:ext>
              </a:extLst>
            </p:cNvPr>
            <p:cNvPicPr>
              <a:picLocks noChangeAspect="1"/>
            </p:cNvPicPr>
            <p:nvPr/>
          </p:nvPicPr>
          <p:blipFill>
            <a:blip r:embed="rId14"/>
            <a:stretch>
              <a:fillRect/>
            </a:stretch>
          </p:blipFill>
          <p:spPr>
            <a:xfrm>
              <a:off x="8513816" y="4864832"/>
              <a:ext cx="320040" cy="255417"/>
            </a:xfrm>
            <a:prstGeom prst="rect">
              <a:avLst/>
            </a:prstGeom>
          </p:spPr>
        </p:pic>
        <p:grpSp>
          <p:nvGrpSpPr>
            <p:cNvPr id="103" name="Group 102">
              <a:extLst>
                <a:ext uri="{FF2B5EF4-FFF2-40B4-BE49-F238E27FC236}">
                  <a16:creationId xmlns:a16="http://schemas.microsoft.com/office/drawing/2014/main" id="{7A34452B-76F7-4844-8CED-B53FDCF8354B}"/>
                </a:ext>
              </a:extLst>
            </p:cNvPr>
            <p:cNvGrpSpPr/>
            <p:nvPr/>
          </p:nvGrpSpPr>
          <p:grpSpPr>
            <a:xfrm>
              <a:off x="2183708" y="4056183"/>
              <a:ext cx="1724980" cy="1385188"/>
              <a:chOff x="2142946" y="3757622"/>
              <a:chExt cx="1724980" cy="1385188"/>
            </a:xfrm>
          </p:grpSpPr>
          <p:grpSp>
            <p:nvGrpSpPr>
              <p:cNvPr id="111" name="Group 110">
                <a:extLst>
                  <a:ext uri="{FF2B5EF4-FFF2-40B4-BE49-F238E27FC236}">
                    <a16:creationId xmlns:a16="http://schemas.microsoft.com/office/drawing/2014/main" id="{6DA77552-1A72-49D6-9FC4-1708FF6D33D7}"/>
                  </a:ext>
                </a:extLst>
              </p:cNvPr>
              <p:cNvGrpSpPr/>
              <p:nvPr/>
            </p:nvGrpSpPr>
            <p:grpSpPr>
              <a:xfrm>
                <a:off x="2142946" y="3757622"/>
                <a:ext cx="1724980" cy="1385188"/>
                <a:chOff x="1241717" y="2145284"/>
                <a:chExt cx="1724980" cy="1385188"/>
              </a:xfrm>
            </p:grpSpPr>
            <p:sp>
              <p:nvSpPr>
                <p:cNvPr id="117" name="Trapezoid 116">
                  <a:extLst>
                    <a:ext uri="{FF2B5EF4-FFF2-40B4-BE49-F238E27FC236}">
                      <a16:creationId xmlns:a16="http://schemas.microsoft.com/office/drawing/2014/main" id="{9506090C-0653-4D13-905D-1A06B42BE9A5}"/>
                    </a:ext>
                  </a:extLst>
                </p:cNvPr>
                <p:cNvSpPr/>
                <p:nvPr/>
              </p:nvSpPr>
              <p:spPr>
                <a:xfrm>
                  <a:off x="1459739" y="2944335"/>
                  <a:ext cx="1299122" cy="288847"/>
                </a:xfrm>
                <a:prstGeom prst="trapezoid">
                  <a:avLst>
                    <a:gd name="adj" fmla="val 84843"/>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Trapezoid 117">
                  <a:extLst>
                    <a:ext uri="{FF2B5EF4-FFF2-40B4-BE49-F238E27FC236}">
                      <a16:creationId xmlns:a16="http://schemas.microsoft.com/office/drawing/2014/main" id="{E28F2674-8D63-4210-B707-B87EB21FB53E}"/>
                    </a:ext>
                  </a:extLst>
                </p:cNvPr>
                <p:cNvSpPr/>
                <p:nvPr/>
              </p:nvSpPr>
              <p:spPr>
                <a:xfrm>
                  <a:off x="1677762" y="2688767"/>
                  <a:ext cx="862881" cy="247138"/>
                </a:xfrm>
                <a:prstGeom prst="trapezoid">
                  <a:avLst>
                    <a:gd name="adj" fmla="val 84843"/>
                  </a:avLst>
                </a:prstGeom>
                <a:solidFill>
                  <a:srgbClr val="66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Trapezoid 118">
                  <a:extLst>
                    <a:ext uri="{FF2B5EF4-FFF2-40B4-BE49-F238E27FC236}">
                      <a16:creationId xmlns:a16="http://schemas.microsoft.com/office/drawing/2014/main" id="{8CCCA365-5791-4DD8-BC06-E8466BF65161}"/>
                    </a:ext>
                  </a:extLst>
                </p:cNvPr>
                <p:cNvSpPr/>
                <p:nvPr/>
              </p:nvSpPr>
              <p:spPr>
                <a:xfrm>
                  <a:off x="1854843" y="2404428"/>
                  <a:ext cx="457200" cy="274320"/>
                </a:xfrm>
                <a:prstGeom prst="trapezoid">
                  <a:avLst>
                    <a:gd name="adj" fmla="val 51075"/>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Trapezoid 119">
                  <a:extLst>
                    <a:ext uri="{FF2B5EF4-FFF2-40B4-BE49-F238E27FC236}">
                      <a16:creationId xmlns:a16="http://schemas.microsoft.com/office/drawing/2014/main" id="{2B68EE31-138E-41FF-9F81-BDC7E6FFDDB0}"/>
                    </a:ext>
                  </a:extLst>
                </p:cNvPr>
                <p:cNvSpPr/>
                <p:nvPr/>
              </p:nvSpPr>
              <p:spPr>
                <a:xfrm>
                  <a:off x="1969143" y="2145284"/>
                  <a:ext cx="228599" cy="274320"/>
                </a:xfrm>
                <a:prstGeom prst="trapezoid">
                  <a:avLst>
                    <a:gd name="adj" fmla="val 163696"/>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Trapezoid 120">
                  <a:extLst>
                    <a:ext uri="{FF2B5EF4-FFF2-40B4-BE49-F238E27FC236}">
                      <a16:creationId xmlns:a16="http://schemas.microsoft.com/office/drawing/2014/main" id="{C73C4286-2172-4AB0-8CA2-B5C3FE37674C}"/>
                    </a:ext>
                  </a:extLst>
                </p:cNvPr>
                <p:cNvSpPr/>
                <p:nvPr/>
              </p:nvSpPr>
              <p:spPr>
                <a:xfrm>
                  <a:off x="1241717" y="3238273"/>
                  <a:ext cx="1724980" cy="292199"/>
                </a:xfrm>
                <a:prstGeom prst="trapezoid">
                  <a:avLst>
                    <a:gd name="adj" fmla="val 84843"/>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12" name="TextBox 111">
                <a:extLst>
                  <a:ext uri="{FF2B5EF4-FFF2-40B4-BE49-F238E27FC236}">
                    <a16:creationId xmlns:a16="http://schemas.microsoft.com/office/drawing/2014/main" id="{AAB10E30-B71F-4B97-8E6F-E9CC7262893F}"/>
                  </a:ext>
                </a:extLst>
              </p:cNvPr>
              <p:cNvSpPr txBox="1"/>
              <p:nvPr/>
            </p:nvSpPr>
            <p:spPr>
              <a:xfrm>
                <a:off x="2618188" y="4298973"/>
                <a:ext cx="797088" cy="2556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mn-cs"/>
                  </a:rPr>
                  <a:t>Designers</a:t>
                </a:r>
              </a:p>
            </p:txBody>
          </p:sp>
          <p:sp>
            <p:nvSpPr>
              <p:cNvPr id="113" name="TextBox 112">
                <a:extLst>
                  <a:ext uri="{FF2B5EF4-FFF2-40B4-BE49-F238E27FC236}">
                    <a16:creationId xmlns:a16="http://schemas.microsoft.com/office/drawing/2014/main" id="{EE73C2FE-1F1D-44F0-B744-639FDB2EEBDF}"/>
                  </a:ext>
                </a:extLst>
              </p:cNvPr>
              <p:cNvSpPr txBox="1"/>
              <p:nvPr/>
            </p:nvSpPr>
            <p:spPr>
              <a:xfrm>
                <a:off x="2585074" y="4045082"/>
                <a:ext cx="949097" cy="2556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mn-cs"/>
                  </a:rPr>
                  <a:t>Bus. Analyst</a:t>
                </a:r>
              </a:p>
            </p:txBody>
          </p:sp>
          <p:sp>
            <p:nvSpPr>
              <p:cNvPr id="114" name="TextBox 113">
                <a:extLst>
                  <a:ext uri="{FF2B5EF4-FFF2-40B4-BE49-F238E27FC236}">
                    <a16:creationId xmlns:a16="http://schemas.microsoft.com/office/drawing/2014/main" id="{8228AFA3-F0DA-4D2A-BD31-755D177B9F00}"/>
                  </a:ext>
                </a:extLst>
              </p:cNvPr>
              <p:cNvSpPr txBox="1"/>
              <p:nvPr/>
            </p:nvSpPr>
            <p:spPr>
              <a:xfrm>
                <a:off x="2489237" y="4897100"/>
                <a:ext cx="1314832" cy="2323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Scrum Masters</a:t>
                </a:r>
              </a:p>
            </p:txBody>
          </p:sp>
          <p:sp>
            <p:nvSpPr>
              <p:cNvPr id="115" name="TextBox 114">
                <a:extLst>
                  <a:ext uri="{FF2B5EF4-FFF2-40B4-BE49-F238E27FC236}">
                    <a16:creationId xmlns:a16="http://schemas.microsoft.com/office/drawing/2014/main" id="{9A63DAB1-97B7-4278-8C5E-B1AF50B2FC69}"/>
                  </a:ext>
                </a:extLst>
              </p:cNvPr>
              <p:cNvSpPr txBox="1"/>
              <p:nvPr/>
            </p:nvSpPr>
            <p:spPr>
              <a:xfrm>
                <a:off x="2472841" y="3782585"/>
                <a:ext cx="1186722" cy="2556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mn-cs"/>
                  </a:rPr>
                  <a:t>Product Owners</a:t>
                </a:r>
              </a:p>
            </p:txBody>
          </p:sp>
          <p:sp>
            <p:nvSpPr>
              <p:cNvPr id="116" name="TextBox 115">
                <a:extLst>
                  <a:ext uri="{FF2B5EF4-FFF2-40B4-BE49-F238E27FC236}">
                    <a16:creationId xmlns:a16="http://schemas.microsoft.com/office/drawing/2014/main" id="{23DB5A80-D3E4-401B-B4C8-9FE0155A3133}"/>
                  </a:ext>
                </a:extLst>
              </p:cNvPr>
              <p:cNvSpPr txBox="1"/>
              <p:nvPr/>
            </p:nvSpPr>
            <p:spPr>
              <a:xfrm>
                <a:off x="2611075" y="4595345"/>
                <a:ext cx="814561" cy="2556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mn-cs"/>
                  </a:rPr>
                  <a:t>Architect</a:t>
                </a:r>
                <a:r>
                  <a:rPr kumimoji="0" lang="en-US" sz="1050" b="1" i="0" u="none" strike="noStrike" kern="1200" cap="none" spc="0" normalizeH="0" baseline="0" noProof="0" dirty="0">
                    <a:ln>
                      <a:noFill/>
                    </a:ln>
                    <a:solidFill>
                      <a:srgbClr val="002060"/>
                    </a:solidFill>
                    <a:effectLst/>
                    <a:uLnTx/>
                    <a:uFillTx/>
                    <a:latin typeface="Calibri" panose="020F0502020204030204"/>
                    <a:ea typeface="+mn-ea"/>
                    <a:cs typeface="+mn-cs"/>
                  </a:rPr>
                  <a:t>s</a:t>
                </a:r>
              </a:p>
            </p:txBody>
          </p:sp>
        </p:grpSp>
        <p:sp>
          <p:nvSpPr>
            <p:cNvPr id="104" name="Rectangle: Rounded Corners 103">
              <a:extLst>
                <a:ext uri="{FF2B5EF4-FFF2-40B4-BE49-F238E27FC236}">
                  <a16:creationId xmlns:a16="http://schemas.microsoft.com/office/drawing/2014/main" id="{04CC73B3-1206-44DC-B7D4-40514A0FCDD8}"/>
                </a:ext>
              </a:extLst>
            </p:cNvPr>
            <p:cNvSpPr/>
            <p:nvPr/>
          </p:nvSpPr>
          <p:spPr>
            <a:xfrm>
              <a:off x="5274493" y="3871106"/>
              <a:ext cx="950078" cy="66967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5" name="Straight Connector 104">
              <a:extLst>
                <a:ext uri="{FF2B5EF4-FFF2-40B4-BE49-F238E27FC236}">
                  <a16:creationId xmlns:a16="http://schemas.microsoft.com/office/drawing/2014/main" id="{82D35115-09F1-4FBD-A909-9467729603C3}"/>
                </a:ext>
              </a:extLst>
            </p:cNvPr>
            <p:cNvCxnSpPr>
              <a:cxnSpLocks/>
              <a:endCxn id="63" idx="0"/>
            </p:cNvCxnSpPr>
            <p:nvPr/>
          </p:nvCxnSpPr>
          <p:spPr>
            <a:xfrm>
              <a:off x="5291382" y="3773956"/>
              <a:ext cx="0" cy="81837"/>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E7C07F5-F928-41FC-B6A8-F25EA314D791}"/>
                </a:ext>
              </a:extLst>
            </p:cNvPr>
            <p:cNvCxnSpPr>
              <a:endCxn id="66" idx="0"/>
            </p:cNvCxnSpPr>
            <p:nvPr/>
          </p:nvCxnSpPr>
          <p:spPr>
            <a:xfrm>
              <a:off x="6209228" y="3773956"/>
              <a:ext cx="0" cy="81837"/>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93660CE1-1C3F-45BD-A0FF-4214EC4765C3}"/>
                </a:ext>
              </a:extLst>
            </p:cNvPr>
            <p:cNvSpPr txBox="1"/>
            <p:nvPr/>
          </p:nvSpPr>
          <p:spPr>
            <a:xfrm>
              <a:off x="4845823" y="3902324"/>
              <a:ext cx="90370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Web Public</a:t>
              </a:r>
            </a:p>
          </p:txBody>
        </p:sp>
        <p:sp>
          <p:nvSpPr>
            <p:cNvPr id="108" name="TextBox 107">
              <a:extLst>
                <a:ext uri="{FF2B5EF4-FFF2-40B4-BE49-F238E27FC236}">
                  <a16:creationId xmlns:a16="http://schemas.microsoft.com/office/drawing/2014/main" id="{827ECEA2-4148-4D04-9C35-A236D83E3EB1}"/>
                </a:ext>
              </a:extLst>
            </p:cNvPr>
            <p:cNvSpPr txBox="1"/>
            <p:nvPr/>
          </p:nvSpPr>
          <p:spPr>
            <a:xfrm>
              <a:off x="5696932" y="3906984"/>
              <a:ext cx="96071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Calibri" panose="020F0502020204030204"/>
                  <a:ea typeface="+mn-ea"/>
                  <a:cs typeface="+mn-cs"/>
                </a:rPr>
                <a:t>Web Private</a:t>
              </a:r>
            </a:p>
          </p:txBody>
        </p:sp>
        <p:sp>
          <p:nvSpPr>
            <p:cNvPr id="109" name="TextBox 108">
              <a:extLst>
                <a:ext uri="{FF2B5EF4-FFF2-40B4-BE49-F238E27FC236}">
                  <a16:creationId xmlns:a16="http://schemas.microsoft.com/office/drawing/2014/main" id="{85BCA4AA-BB3C-4875-9AAE-5A643ED5789C}"/>
                </a:ext>
              </a:extLst>
            </p:cNvPr>
            <p:cNvSpPr txBox="1"/>
            <p:nvPr/>
          </p:nvSpPr>
          <p:spPr>
            <a:xfrm>
              <a:off x="5558934" y="4132707"/>
              <a:ext cx="484333" cy="4028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51</a:t>
              </a:r>
            </a:p>
          </p:txBody>
        </p:sp>
        <p:sp>
          <p:nvSpPr>
            <p:cNvPr id="110" name="TextBox 109">
              <a:extLst>
                <a:ext uri="{FF2B5EF4-FFF2-40B4-BE49-F238E27FC236}">
                  <a16:creationId xmlns:a16="http://schemas.microsoft.com/office/drawing/2014/main" id="{F21FA2F8-DB2A-490B-A46F-F7FEDD4AAA21}"/>
                </a:ext>
              </a:extLst>
            </p:cNvPr>
            <p:cNvSpPr txBox="1"/>
            <p:nvPr/>
          </p:nvSpPr>
          <p:spPr>
            <a:xfrm>
              <a:off x="4147065" y="4121324"/>
              <a:ext cx="484333" cy="4028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94</a:t>
              </a:r>
            </a:p>
          </p:txBody>
        </p:sp>
      </p:grpSp>
      <p:cxnSp>
        <p:nvCxnSpPr>
          <p:cNvPr id="129" name="Straight Connector 128">
            <a:extLst>
              <a:ext uri="{FF2B5EF4-FFF2-40B4-BE49-F238E27FC236}">
                <a16:creationId xmlns:a16="http://schemas.microsoft.com/office/drawing/2014/main" id="{1338812D-E6B6-4805-A70A-76685DCDC88A}"/>
              </a:ext>
            </a:extLst>
          </p:cNvPr>
          <p:cNvCxnSpPr>
            <a:cxnSpLocks/>
          </p:cNvCxnSpPr>
          <p:nvPr/>
        </p:nvCxnSpPr>
        <p:spPr>
          <a:xfrm>
            <a:off x="1351013" y="3103991"/>
            <a:ext cx="10639875" cy="945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06E1180-F516-47F5-A639-7E720573ABF7}"/>
              </a:ext>
            </a:extLst>
          </p:cNvPr>
          <p:cNvCxnSpPr>
            <a:cxnSpLocks/>
          </p:cNvCxnSpPr>
          <p:nvPr/>
        </p:nvCxnSpPr>
        <p:spPr>
          <a:xfrm>
            <a:off x="7361474" y="3269617"/>
            <a:ext cx="144" cy="34750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1" name="Hexagon 130">
            <a:extLst>
              <a:ext uri="{FF2B5EF4-FFF2-40B4-BE49-F238E27FC236}">
                <a16:creationId xmlns:a16="http://schemas.microsoft.com/office/drawing/2014/main" id="{E7992938-BFCD-4A28-9B32-86B5F4D6E7CF}"/>
              </a:ext>
            </a:extLst>
          </p:cNvPr>
          <p:cNvSpPr/>
          <p:nvPr/>
        </p:nvSpPr>
        <p:spPr>
          <a:xfrm>
            <a:off x="136885" y="983235"/>
            <a:ext cx="1514771" cy="1393107"/>
          </a:xfrm>
          <a:prstGeom prst="hexagon">
            <a:avLst/>
          </a:prstGeom>
          <a:solidFill>
            <a:srgbClr val="061F8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TextBox 131">
            <a:extLst>
              <a:ext uri="{FF2B5EF4-FFF2-40B4-BE49-F238E27FC236}">
                <a16:creationId xmlns:a16="http://schemas.microsoft.com/office/drawing/2014/main" id="{0E4B5758-E20C-4B31-9671-50CA17590047}"/>
              </a:ext>
            </a:extLst>
          </p:cNvPr>
          <p:cNvSpPr txBox="1"/>
          <p:nvPr/>
        </p:nvSpPr>
        <p:spPr>
          <a:xfrm>
            <a:off x="255924" y="1221385"/>
            <a:ext cx="1286540"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a:ea typeface="+mn-ea"/>
                <a:cs typeface="+mn-cs"/>
              </a:rPr>
              <a:t>Rapid Ramp of 220+ FTE from Transition to Steady State</a:t>
            </a:r>
          </a:p>
        </p:txBody>
      </p:sp>
      <p:grpSp>
        <p:nvGrpSpPr>
          <p:cNvPr id="133" name="Group 132">
            <a:extLst>
              <a:ext uri="{FF2B5EF4-FFF2-40B4-BE49-F238E27FC236}">
                <a16:creationId xmlns:a16="http://schemas.microsoft.com/office/drawing/2014/main" id="{FB91612A-6C7C-4943-A391-31EDD9C3F572}"/>
              </a:ext>
            </a:extLst>
          </p:cNvPr>
          <p:cNvGrpSpPr/>
          <p:nvPr/>
        </p:nvGrpSpPr>
        <p:grpSpPr>
          <a:xfrm>
            <a:off x="1810812" y="1641377"/>
            <a:ext cx="228600" cy="140641"/>
            <a:chOff x="8896359" y="3887618"/>
            <a:chExt cx="228600" cy="140641"/>
          </a:xfrm>
        </p:grpSpPr>
        <p:cxnSp>
          <p:nvCxnSpPr>
            <p:cNvPr id="134" name="Straight Connector 133">
              <a:extLst>
                <a:ext uri="{FF2B5EF4-FFF2-40B4-BE49-F238E27FC236}">
                  <a16:creationId xmlns:a16="http://schemas.microsoft.com/office/drawing/2014/main" id="{E84FBC71-9C71-4B2A-9481-47AF32C4C5F3}"/>
                </a:ext>
              </a:extLst>
            </p:cNvPr>
            <p:cNvCxnSpPr>
              <a:cxnSpLocks/>
            </p:cNvCxnSpPr>
            <p:nvPr/>
          </p:nvCxnSpPr>
          <p:spPr>
            <a:xfrm>
              <a:off x="8896359" y="3887618"/>
              <a:ext cx="228600"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6D5D054-6B0B-4E52-A456-19FC98421C0C}"/>
                </a:ext>
              </a:extLst>
            </p:cNvPr>
            <p:cNvCxnSpPr>
              <a:cxnSpLocks/>
            </p:cNvCxnSpPr>
            <p:nvPr/>
          </p:nvCxnSpPr>
          <p:spPr>
            <a:xfrm>
              <a:off x="8896359" y="4028259"/>
              <a:ext cx="228600"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object 24">
            <a:extLst>
              <a:ext uri="{FF2B5EF4-FFF2-40B4-BE49-F238E27FC236}">
                <a16:creationId xmlns:a16="http://schemas.microsoft.com/office/drawing/2014/main" id="{DCE818C6-93EA-41E3-B4BA-907B1C9F9301}"/>
              </a:ext>
            </a:extLst>
          </p:cNvPr>
          <p:cNvSpPr txBox="1"/>
          <p:nvPr/>
        </p:nvSpPr>
        <p:spPr>
          <a:xfrm>
            <a:off x="10547660" y="2008108"/>
            <a:ext cx="1199901" cy="501419"/>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200">
                <a:solidFill>
                  <a:srgbClr val="002060"/>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50" b="0" i="0" u="none" strike="noStrike" kern="1200" cap="none" spc="0" normalizeH="0" baseline="0" noProof="0" dirty="0">
                <a:ln>
                  <a:noFill/>
                </a:ln>
                <a:solidFill>
                  <a:srgbClr val="333300"/>
                </a:solidFill>
                <a:effectLst/>
                <a:uLnTx/>
                <a:uFillTx/>
                <a:latin typeface="IBM Plex Sans"/>
                <a:ea typeface="+mn-ea"/>
              </a:rPr>
              <a:t>All Channels in Steady state from January 2021  </a:t>
            </a:r>
            <a:endParaRPr kumimoji="0" sz="1050" b="0" i="0" u="none" strike="noStrike" kern="1200" cap="none" spc="0" normalizeH="0" baseline="0" noProof="0" dirty="0">
              <a:ln>
                <a:noFill/>
              </a:ln>
              <a:solidFill>
                <a:srgbClr val="333300"/>
              </a:solidFill>
              <a:effectLst/>
              <a:uLnTx/>
              <a:uFillTx/>
              <a:latin typeface="IBM Plex Sans"/>
              <a:ea typeface="+mn-ea"/>
            </a:endParaRPr>
          </a:p>
        </p:txBody>
      </p:sp>
      <p:sp>
        <p:nvSpPr>
          <p:cNvPr id="138" name="object 24">
            <a:extLst>
              <a:ext uri="{FF2B5EF4-FFF2-40B4-BE49-F238E27FC236}">
                <a16:creationId xmlns:a16="http://schemas.microsoft.com/office/drawing/2014/main" id="{3842EC5C-0B88-45CF-8200-713C3F437F37}"/>
              </a:ext>
            </a:extLst>
          </p:cNvPr>
          <p:cNvSpPr txBox="1"/>
          <p:nvPr/>
        </p:nvSpPr>
        <p:spPr>
          <a:xfrm>
            <a:off x="9823760" y="731758"/>
            <a:ext cx="1199901" cy="331757"/>
          </a:xfrm>
          <a:prstGeom prst="rect">
            <a:avLst/>
          </a:prstGeom>
        </p:spPr>
        <p:txBody>
          <a:bodyPr vert="horz" wrap="square" lIns="0" tIns="635" rIns="0" bIns="0" rtlCol="0">
            <a:spAutoFit/>
          </a:bodyPr>
          <a:lstStyle>
            <a:defPPr>
              <a:defRPr lang="en-US"/>
            </a:defPPr>
            <a:lvl1pPr marL="12700" marR="5080" algn="ctr">
              <a:lnSpc>
                <a:spcPct val="104500"/>
              </a:lnSpc>
              <a:spcBef>
                <a:spcPts val="5"/>
              </a:spcBef>
              <a:defRPr sz="1000" b="1" i="1">
                <a:solidFill>
                  <a:srgbClr val="0E6EFF"/>
                </a:solidFill>
                <a:latin typeface="IBM Plex Sans"/>
                <a:cs typeface="IBM Plex Sans"/>
              </a:defRPr>
            </a:lvl1pPr>
          </a:lstStyle>
          <a:p>
            <a:pPr marL="12700" marR="5080" lvl="0" indent="0" algn="ctr" defTabSz="914400" rtl="0" eaLnBrk="1" fontAlgn="auto" latinLnBrk="0" hangingPunct="1">
              <a:lnSpc>
                <a:spcPct val="104500"/>
              </a:lnSpc>
              <a:spcBef>
                <a:spcPts val="5"/>
              </a:spcBef>
              <a:spcAft>
                <a:spcPts val="0"/>
              </a:spcAft>
              <a:buClrTx/>
              <a:buSzTx/>
              <a:buFontTx/>
              <a:buNone/>
              <a:tabLst/>
              <a:defRPr/>
            </a:pPr>
            <a:r>
              <a:rPr kumimoji="0" lang="en-US" sz="1000" b="1" i="1" u="none" strike="noStrike" kern="1200" cap="none" spc="0" normalizeH="0" baseline="0" noProof="0" dirty="0">
                <a:ln>
                  <a:noFill/>
                </a:ln>
                <a:solidFill>
                  <a:srgbClr val="0E6EFF"/>
                </a:solidFill>
                <a:effectLst/>
                <a:uLnTx/>
                <a:uFillTx/>
                <a:latin typeface="IBM Plex Sans"/>
                <a:ea typeface="+mn-ea"/>
              </a:rPr>
              <a:t>Multiyear contract signed; 220+ FTEs</a:t>
            </a:r>
          </a:p>
        </p:txBody>
      </p:sp>
      <p:sp>
        <p:nvSpPr>
          <p:cNvPr id="139" name="Arrow: Right 138">
            <a:extLst>
              <a:ext uri="{FF2B5EF4-FFF2-40B4-BE49-F238E27FC236}">
                <a16:creationId xmlns:a16="http://schemas.microsoft.com/office/drawing/2014/main" id="{F2C9EAB9-E2BB-44A5-9B16-6C8933F9F9F2}"/>
              </a:ext>
            </a:extLst>
          </p:cNvPr>
          <p:cNvSpPr/>
          <p:nvPr/>
        </p:nvSpPr>
        <p:spPr>
          <a:xfrm>
            <a:off x="2444630" y="1090742"/>
            <a:ext cx="9433210" cy="899014"/>
          </a:xfrm>
          <a:prstGeom prst="rightArrow">
            <a:avLst>
              <a:gd name="adj1" fmla="val 90152"/>
              <a:gd name="adj2" fmla="val 41077"/>
            </a:avLst>
          </a:prstGeom>
          <a:solidFill>
            <a:srgbClr val="061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9" name="Group 168">
            <a:extLst>
              <a:ext uri="{FF2B5EF4-FFF2-40B4-BE49-F238E27FC236}">
                <a16:creationId xmlns:a16="http://schemas.microsoft.com/office/drawing/2014/main" id="{4BFA9388-895B-4254-A914-2EB2AEE7F0EC}"/>
              </a:ext>
            </a:extLst>
          </p:cNvPr>
          <p:cNvGrpSpPr/>
          <p:nvPr/>
        </p:nvGrpSpPr>
        <p:grpSpPr>
          <a:xfrm>
            <a:off x="2866087" y="1240373"/>
            <a:ext cx="8543217" cy="468638"/>
            <a:chOff x="2866087" y="1250534"/>
            <a:chExt cx="8543217" cy="468638"/>
          </a:xfrm>
        </p:grpSpPr>
        <p:sp>
          <p:nvSpPr>
            <p:cNvPr id="170" name="TextBox 169">
              <a:extLst>
                <a:ext uri="{FF2B5EF4-FFF2-40B4-BE49-F238E27FC236}">
                  <a16:creationId xmlns:a16="http://schemas.microsoft.com/office/drawing/2014/main" id="{488661CD-E55F-4490-A717-67E7FED95BEB}"/>
                </a:ext>
              </a:extLst>
            </p:cNvPr>
            <p:cNvSpPr txBox="1"/>
            <p:nvPr/>
          </p:nvSpPr>
          <p:spPr>
            <a:xfrm>
              <a:off x="2866087" y="1256698"/>
              <a:ext cx="59077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Nov</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2019</a:t>
              </a:r>
            </a:p>
          </p:txBody>
        </p:sp>
        <p:sp>
          <p:nvSpPr>
            <p:cNvPr id="171" name="TextBox 170">
              <a:extLst>
                <a:ext uri="{FF2B5EF4-FFF2-40B4-BE49-F238E27FC236}">
                  <a16:creationId xmlns:a16="http://schemas.microsoft.com/office/drawing/2014/main" id="{DDAA2629-F7AC-407E-AA87-FAB40483AD0E}"/>
                </a:ext>
              </a:extLst>
            </p:cNvPr>
            <p:cNvSpPr txBox="1"/>
            <p:nvPr/>
          </p:nvSpPr>
          <p:spPr>
            <a:xfrm>
              <a:off x="4206406" y="1256698"/>
              <a:ext cx="59077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Mar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2020</a:t>
              </a:r>
            </a:p>
          </p:txBody>
        </p:sp>
        <p:sp>
          <p:nvSpPr>
            <p:cNvPr id="172" name="TextBox 171">
              <a:extLst>
                <a:ext uri="{FF2B5EF4-FFF2-40B4-BE49-F238E27FC236}">
                  <a16:creationId xmlns:a16="http://schemas.microsoft.com/office/drawing/2014/main" id="{47FC3EB9-FE11-4B1A-AECE-F7F743E5A534}"/>
                </a:ext>
              </a:extLst>
            </p:cNvPr>
            <p:cNvSpPr txBox="1"/>
            <p:nvPr/>
          </p:nvSpPr>
          <p:spPr>
            <a:xfrm>
              <a:off x="5535835" y="1257507"/>
              <a:ext cx="59077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Apr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2020</a:t>
              </a:r>
            </a:p>
          </p:txBody>
        </p:sp>
        <p:sp>
          <p:nvSpPr>
            <p:cNvPr id="173" name="TextBox 172">
              <a:extLst>
                <a:ext uri="{FF2B5EF4-FFF2-40B4-BE49-F238E27FC236}">
                  <a16:creationId xmlns:a16="http://schemas.microsoft.com/office/drawing/2014/main" id="{3E2E114C-DDED-4E96-B44A-17EE1B36BE21}"/>
                </a:ext>
              </a:extLst>
            </p:cNvPr>
            <p:cNvSpPr txBox="1"/>
            <p:nvPr/>
          </p:nvSpPr>
          <p:spPr>
            <a:xfrm>
              <a:off x="6879594" y="1250534"/>
              <a:ext cx="59077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Jun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2020</a:t>
              </a:r>
            </a:p>
          </p:txBody>
        </p:sp>
        <p:sp>
          <p:nvSpPr>
            <p:cNvPr id="174" name="TextBox 173">
              <a:extLst>
                <a:ext uri="{FF2B5EF4-FFF2-40B4-BE49-F238E27FC236}">
                  <a16:creationId xmlns:a16="http://schemas.microsoft.com/office/drawing/2014/main" id="{10BEDC2F-8E07-43A1-B429-84BEA3565B87}"/>
                </a:ext>
              </a:extLst>
            </p:cNvPr>
            <p:cNvSpPr txBox="1"/>
            <p:nvPr/>
          </p:nvSpPr>
          <p:spPr>
            <a:xfrm>
              <a:off x="8200087" y="1250870"/>
              <a:ext cx="59077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Sep</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2020</a:t>
              </a:r>
            </a:p>
          </p:txBody>
        </p:sp>
        <p:sp>
          <p:nvSpPr>
            <p:cNvPr id="175" name="TextBox 174">
              <a:extLst>
                <a:ext uri="{FF2B5EF4-FFF2-40B4-BE49-F238E27FC236}">
                  <a16:creationId xmlns:a16="http://schemas.microsoft.com/office/drawing/2014/main" id="{A25D9F7A-E427-4EA0-B903-A13DDDF75243}"/>
                </a:ext>
              </a:extLst>
            </p:cNvPr>
            <p:cNvSpPr txBox="1"/>
            <p:nvPr/>
          </p:nvSpPr>
          <p:spPr>
            <a:xfrm>
              <a:off x="9525693" y="1250870"/>
              <a:ext cx="59077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Dec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2020</a:t>
              </a:r>
            </a:p>
          </p:txBody>
        </p:sp>
        <p:sp>
          <p:nvSpPr>
            <p:cNvPr id="176" name="TextBox 175">
              <a:extLst>
                <a:ext uri="{FF2B5EF4-FFF2-40B4-BE49-F238E27FC236}">
                  <a16:creationId xmlns:a16="http://schemas.microsoft.com/office/drawing/2014/main" id="{7407A083-2354-460A-99B4-B1B8F504739C}"/>
                </a:ext>
              </a:extLst>
            </p:cNvPr>
            <p:cNvSpPr txBox="1"/>
            <p:nvPr/>
          </p:nvSpPr>
          <p:spPr>
            <a:xfrm>
              <a:off x="10818528" y="1252768"/>
              <a:ext cx="59077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Mar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prstClr val="white">
                      <a:lumMod val="65000"/>
                    </a:prstClr>
                  </a:solidFill>
                  <a:effectLst/>
                  <a:uLnTx/>
                  <a:uFillTx/>
                  <a:latin typeface="Arial" panose="020B0604020202020204" pitchFamily="34" charset="0"/>
                  <a:ea typeface="+mn-ea"/>
                  <a:cs typeface="Arial" panose="020B0604020202020204" pitchFamily="34" charset="0"/>
                </a:rPr>
                <a:t>2021</a:t>
              </a:r>
            </a:p>
          </p:txBody>
        </p:sp>
      </p:grpSp>
      <p:grpSp>
        <p:nvGrpSpPr>
          <p:cNvPr id="177" name="Group 176">
            <a:extLst>
              <a:ext uri="{FF2B5EF4-FFF2-40B4-BE49-F238E27FC236}">
                <a16:creationId xmlns:a16="http://schemas.microsoft.com/office/drawing/2014/main" id="{8426E9BD-6B4E-4B81-848E-6A1AF1C2DB05}"/>
              </a:ext>
            </a:extLst>
          </p:cNvPr>
          <p:cNvGrpSpPr/>
          <p:nvPr/>
        </p:nvGrpSpPr>
        <p:grpSpPr>
          <a:xfrm>
            <a:off x="2580562" y="1188107"/>
            <a:ext cx="9089859" cy="774523"/>
            <a:chOff x="2580562" y="1198268"/>
            <a:chExt cx="9089859" cy="774523"/>
          </a:xfrm>
          <a:noFill/>
        </p:grpSpPr>
        <p:sp>
          <p:nvSpPr>
            <p:cNvPr id="178" name="Flowchart: Connector 177">
              <a:extLst>
                <a:ext uri="{FF2B5EF4-FFF2-40B4-BE49-F238E27FC236}">
                  <a16:creationId xmlns:a16="http://schemas.microsoft.com/office/drawing/2014/main" id="{45DCDEE4-87FA-4D66-9269-AEF9655B4637}"/>
                </a:ext>
              </a:extLst>
            </p:cNvPr>
            <p:cNvSpPr/>
            <p:nvPr/>
          </p:nvSpPr>
          <p:spPr>
            <a:xfrm>
              <a:off x="2833845" y="1201032"/>
              <a:ext cx="640080" cy="640080"/>
            </a:xfrm>
            <a:prstGeom prst="flowChartConnector">
              <a:avLst/>
            </a:prstGeom>
            <a:gr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9" name="Straight Connector 178">
              <a:extLst>
                <a:ext uri="{FF2B5EF4-FFF2-40B4-BE49-F238E27FC236}">
                  <a16:creationId xmlns:a16="http://schemas.microsoft.com/office/drawing/2014/main" id="{73A927CD-39FA-4088-8A47-5F098B8B02C1}"/>
                </a:ext>
              </a:extLst>
            </p:cNvPr>
            <p:cNvCxnSpPr>
              <a:cxnSpLocks/>
            </p:cNvCxnSpPr>
            <p:nvPr/>
          </p:nvCxnSpPr>
          <p:spPr>
            <a:xfrm>
              <a:off x="2580562" y="1549353"/>
              <a:ext cx="2286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650606DB-60EC-487F-8108-2928D2ACBCB3}"/>
                </a:ext>
              </a:extLst>
            </p:cNvPr>
            <p:cNvCxnSpPr/>
            <p:nvPr/>
          </p:nvCxnSpPr>
          <p:spPr>
            <a:xfrm>
              <a:off x="3504348" y="1548463"/>
              <a:ext cx="6858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81" name="Flowchart: Connector 180">
              <a:extLst>
                <a:ext uri="{FF2B5EF4-FFF2-40B4-BE49-F238E27FC236}">
                  <a16:creationId xmlns:a16="http://schemas.microsoft.com/office/drawing/2014/main" id="{60C64727-FC9D-4474-83DA-9DB9FB5AF9AD}"/>
                </a:ext>
              </a:extLst>
            </p:cNvPr>
            <p:cNvSpPr/>
            <p:nvPr/>
          </p:nvSpPr>
          <p:spPr>
            <a:xfrm>
              <a:off x="4173361" y="1198268"/>
              <a:ext cx="640080" cy="640080"/>
            </a:xfrm>
            <a:prstGeom prst="flowChartConnector">
              <a:avLst/>
            </a:prstGeom>
            <a:gr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2" name="Straight Connector 181">
              <a:extLst>
                <a:ext uri="{FF2B5EF4-FFF2-40B4-BE49-F238E27FC236}">
                  <a16:creationId xmlns:a16="http://schemas.microsoft.com/office/drawing/2014/main" id="{D78AB984-0443-4E4F-A8C8-416F9E94646A}"/>
                </a:ext>
              </a:extLst>
            </p:cNvPr>
            <p:cNvCxnSpPr/>
            <p:nvPr/>
          </p:nvCxnSpPr>
          <p:spPr>
            <a:xfrm>
              <a:off x="4839687" y="1550418"/>
              <a:ext cx="6858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83" name="Flowchart: Connector 182">
              <a:extLst>
                <a:ext uri="{FF2B5EF4-FFF2-40B4-BE49-F238E27FC236}">
                  <a16:creationId xmlns:a16="http://schemas.microsoft.com/office/drawing/2014/main" id="{D5840729-FBB2-4F03-8430-52FE28B3DABE}"/>
                </a:ext>
              </a:extLst>
            </p:cNvPr>
            <p:cNvSpPr/>
            <p:nvPr/>
          </p:nvSpPr>
          <p:spPr>
            <a:xfrm>
              <a:off x="5508700" y="1200223"/>
              <a:ext cx="640080" cy="640080"/>
            </a:xfrm>
            <a:prstGeom prst="flowChartConnector">
              <a:avLst/>
            </a:prstGeom>
            <a:gr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4" name="Straight Connector 183">
              <a:extLst>
                <a:ext uri="{FF2B5EF4-FFF2-40B4-BE49-F238E27FC236}">
                  <a16:creationId xmlns:a16="http://schemas.microsoft.com/office/drawing/2014/main" id="{31E2AA4B-A24F-4BFD-B1DC-997A46E3543D}"/>
                </a:ext>
              </a:extLst>
            </p:cNvPr>
            <p:cNvCxnSpPr/>
            <p:nvPr/>
          </p:nvCxnSpPr>
          <p:spPr>
            <a:xfrm>
              <a:off x="6179203" y="1549272"/>
              <a:ext cx="6858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85" name="Flowchart: Connector 184">
              <a:extLst>
                <a:ext uri="{FF2B5EF4-FFF2-40B4-BE49-F238E27FC236}">
                  <a16:creationId xmlns:a16="http://schemas.microsoft.com/office/drawing/2014/main" id="{58F04725-B797-4A24-A5CC-E0FECA5C205B}"/>
                </a:ext>
              </a:extLst>
            </p:cNvPr>
            <p:cNvSpPr/>
            <p:nvPr/>
          </p:nvSpPr>
          <p:spPr>
            <a:xfrm>
              <a:off x="6848216" y="1199077"/>
              <a:ext cx="640080" cy="640080"/>
            </a:xfrm>
            <a:prstGeom prst="flowChartConnector">
              <a:avLst/>
            </a:prstGeom>
            <a:gr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6" name="Straight Connector 185">
              <a:extLst>
                <a:ext uri="{FF2B5EF4-FFF2-40B4-BE49-F238E27FC236}">
                  <a16:creationId xmlns:a16="http://schemas.microsoft.com/office/drawing/2014/main" id="{0D6A494F-152F-45B4-9BF7-38204DF81153}"/>
                </a:ext>
              </a:extLst>
            </p:cNvPr>
            <p:cNvCxnSpPr/>
            <p:nvPr/>
          </p:nvCxnSpPr>
          <p:spPr>
            <a:xfrm>
              <a:off x="7514542" y="1551227"/>
              <a:ext cx="6858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87" name="Flowchart: Connector 186">
              <a:extLst>
                <a:ext uri="{FF2B5EF4-FFF2-40B4-BE49-F238E27FC236}">
                  <a16:creationId xmlns:a16="http://schemas.microsoft.com/office/drawing/2014/main" id="{AAE6F4EE-1F14-4BFA-936E-3C3921A49A91}"/>
                </a:ext>
              </a:extLst>
            </p:cNvPr>
            <p:cNvSpPr/>
            <p:nvPr/>
          </p:nvSpPr>
          <p:spPr>
            <a:xfrm>
              <a:off x="8183555" y="1201032"/>
              <a:ext cx="640080" cy="640080"/>
            </a:xfrm>
            <a:prstGeom prst="flowChartConnector">
              <a:avLst/>
            </a:prstGeom>
            <a:gr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8" name="Straight Connector 187">
              <a:extLst>
                <a:ext uri="{FF2B5EF4-FFF2-40B4-BE49-F238E27FC236}">
                  <a16:creationId xmlns:a16="http://schemas.microsoft.com/office/drawing/2014/main" id="{62B3DD65-037D-4D06-8303-E6273A245305}"/>
                </a:ext>
              </a:extLst>
            </p:cNvPr>
            <p:cNvCxnSpPr/>
            <p:nvPr/>
          </p:nvCxnSpPr>
          <p:spPr>
            <a:xfrm>
              <a:off x="8823635" y="1551227"/>
              <a:ext cx="6858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89" name="Flowchart: Connector 188">
              <a:extLst>
                <a:ext uri="{FF2B5EF4-FFF2-40B4-BE49-F238E27FC236}">
                  <a16:creationId xmlns:a16="http://schemas.microsoft.com/office/drawing/2014/main" id="{43EFD19F-64C5-426B-8F68-D8035DCE5D16}"/>
                </a:ext>
              </a:extLst>
            </p:cNvPr>
            <p:cNvSpPr/>
            <p:nvPr/>
          </p:nvSpPr>
          <p:spPr>
            <a:xfrm>
              <a:off x="9492648" y="1201032"/>
              <a:ext cx="640080" cy="640080"/>
            </a:xfrm>
            <a:prstGeom prst="flowChartConnector">
              <a:avLst/>
            </a:prstGeom>
            <a:gr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0" name="Straight Connector 189">
              <a:extLst>
                <a:ext uri="{FF2B5EF4-FFF2-40B4-BE49-F238E27FC236}">
                  <a16:creationId xmlns:a16="http://schemas.microsoft.com/office/drawing/2014/main" id="{64AB208C-9C1E-4038-81FB-D533AB27857C}"/>
                </a:ext>
              </a:extLst>
            </p:cNvPr>
            <p:cNvCxnSpPr/>
            <p:nvPr/>
          </p:nvCxnSpPr>
          <p:spPr>
            <a:xfrm>
              <a:off x="10132728" y="1548463"/>
              <a:ext cx="6858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91" name="Flowchart: Connector 190">
              <a:extLst>
                <a:ext uri="{FF2B5EF4-FFF2-40B4-BE49-F238E27FC236}">
                  <a16:creationId xmlns:a16="http://schemas.microsoft.com/office/drawing/2014/main" id="{308DB331-BBCE-4F3B-8660-59030491FA2F}"/>
                </a:ext>
              </a:extLst>
            </p:cNvPr>
            <p:cNvSpPr/>
            <p:nvPr/>
          </p:nvSpPr>
          <p:spPr>
            <a:xfrm>
              <a:off x="10801741" y="1198268"/>
              <a:ext cx="640080" cy="640080"/>
            </a:xfrm>
            <a:prstGeom prst="flowChartConnector">
              <a:avLst/>
            </a:prstGeom>
            <a:gr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2" name="Straight Connector 191">
              <a:extLst>
                <a:ext uri="{FF2B5EF4-FFF2-40B4-BE49-F238E27FC236}">
                  <a16:creationId xmlns:a16="http://schemas.microsoft.com/office/drawing/2014/main" id="{B3BBF9D5-7D17-4777-94D2-0B15F71C0C5C}"/>
                </a:ext>
              </a:extLst>
            </p:cNvPr>
            <p:cNvCxnSpPr>
              <a:cxnSpLocks/>
            </p:cNvCxnSpPr>
            <p:nvPr/>
          </p:nvCxnSpPr>
          <p:spPr>
            <a:xfrm>
              <a:off x="11441821" y="1548897"/>
              <a:ext cx="228600" cy="0"/>
            </a:xfrm>
            <a:prstGeom prst="line">
              <a:avLst/>
            </a:prstGeom>
            <a:grpFill/>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93" name="Isosceles Triangle 192">
              <a:extLst>
                <a:ext uri="{FF2B5EF4-FFF2-40B4-BE49-F238E27FC236}">
                  <a16:creationId xmlns:a16="http://schemas.microsoft.com/office/drawing/2014/main" id="{C5EAE1CD-275E-4569-9E64-69E90FA5E50D}"/>
                </a:ext>
              </a:extLst>
            </p:cNvPr>
            <p:cNvSpPr/>
            <p:nvPr/>
          </p:nvSpPr>
          <p:spPr>
            <a:xfrm>
              <a:off x="3773132" y="1388840"/>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 name="Isosceles Triangle 193">
              <a:extLst>
                <a:ext uri="{FF2B5EF4-FFF2-40B4-BE49-F238E27FC236}">
                  <a16:creationId xmlns:a16="http://schemas.microsoft.com/office/drawing/2014/main" id="{6BCD6559-DFF3-4F2F-A9D7-65E6DCCBAE4F}"/>
                </a:ext>
              </a:extLst>
            </p:cNvPr>
            <p:cNvSpPr/>
            <p:nvPr/>
          </p:nvSpPr>
          <p:spPr>
            <a:xfrm>
              <a:off x="5103934" y="1388841"/>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 name="Isosceles Triangle 194">
              <a:extLst>
                <a:ext uri="{FF2B5EF4-FFF2-40B4-BE49-F238E27FC236}">
                  <a16:creationId xmlns:a16="http://schemas.microsoft.com/office/drawing/2014/main" id="{ED50256E-E0A1-4E0A-9A81-B39F5BBDC0E4}"/>
                </a:ext>
              </a:extLst>
            </p:cNvPr>
            <p:cNvSpPr/>
            <p:nvPr/>
          </p:nvSpPr>
          <p:spPr>
            <a:xfrm>
              <a:off x="6415302" y="1388840"/>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 name="Isosceles Triangle 195">
              <a:extLst>
                <a:ext uri="{FF2B5EF4-FFF2-40B4-BE49-F238E27FC236}">
                  <a16:creationId xmlns:a16="http://schemas.microsoft.com/office/drawing/2014/main" id="{693BC7C1-A532-4E71-9354-798685E2379E}"/>
                </a:ext>
              </a:extLst>
            </p:cNvPr>
            <p:cNvSpPr/>
            <p:nvPr/>
          </p:nvSpPr>
          <p:spPr>
            <a:xfrm>
              <a:off x="7754870" y="1388840"/>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 name="Isosceles Triangle 196">
              <a:extLst>
                <a:ext uri="{FF2B5EF4-FFF2-40B4-BE49-F238E27FC236}">
                  <a16:creationId xmlns:a16="http://schemas.microsoft.com/office/drawing/2014/main" id="{ACB5DD58-D8FD-4CC9-B3E0-93C912F4B442}"/>
                </a:ext>
              </a:extLst>
            </p:cNvPr>
            <p:cNvSpPr/>
            <p:nvPr/>
          </p:nvSpPr>
          <p:spPr>
            <a:xfrm>
              <a:off x="9055431" y="1389612"/>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Isosceles Triangle 197">
              <a:extLst>
                <a:ext uri="{FF2B5EF4-FFF2-40B4-BE49-F238E27FC236}">
                  <a16:creationId xmlns:a16="http://schemas.microsoft.com/office/drawing/2014/main" id="{287EDC63-8E5A-4AD4-9D9A-9114CF3637C1}"/>
                </a:ext>
              </a:extLst>
            </p:cNvPr>
            <p:cNvSpPr/>
            <p:nvPr/>
          </p:nvSpPr>
          <p:spPr>
            <a:xfrm>
              <a:off x="10408304" y="1388840"/>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Isosceles Triangle 198">
              <a:extLst>
                <a:ext uri="{FF2B5EF4-FFF2-40B4-BE49-F238E27FC236}">
                  <a16:creationId xmlns:a16="http://schemas.microsoft.com/office/drawing/2014/main" id="{275B006D-3365-4818-989E-BDEA5EE00BE3}"/>
                </a:ext>
              </a:extLst>
            </p:cNvPr>
            <p:cNvSpPr/>
            <p:nvPr/>
          </p:nvSpPr>
          <p:spPr>
            <a:xfrm rot="10800000">
              <a:off x="3095586" y="1816734"/>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Isosceles Triangle 199">
              <a:extLst>
                <a:ext uri="{FF2B5EF4-FFF2-40B4-BE49-F238E27FC236}">
                  <a16:creationId xmlns:a16="http://schemas.microsoft.com/office/drawing/2014/main" id="{6B0B96EB-8849-40F5-95FB-8088D4D199F2}"/>
                </a:ext>
              </a:extLst>
            </p:cNvPr>
            <p:cNvSpPr/>
            <p:nvPr/>
          </p:nvSpPr>
          <p:spPr>
            <a:xfrm rot="10800000">
              <a:off x="4436558" y="1817069"/>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Isosceles Triangle 200">
              <a:extLst>
                <a:ext uri="{FF2B5EF4-FFF2-40B4-BE49-F238E27FC236}">
                  <a16:creationId xmlns:a16="http://schemas.microsoft.com/office/drawing/2014/main" id="{314C777E-08D0-4509-BC70-286F82116DF9}"/>
                </a:ext>
              </a:extLst>
            </p:cNvPr>
            <p:cNvSpPr/>
            <p:nvPr/>
          </p:nvSpPr>
          <p:spPr>
            <a:xfrm rot="10800000">
              <a:off x="5776127" y="1835631"/>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Isosceles Triangle 201">
              <a:extLst>
                <a:ext uri="{FF2B5EF4-FFF2-40B4-BE49-F238E27FC236}">
                  <a16:creationId xmlns:a16="http://schemas.microsoft.com/office/drawing/2014/main" id="{A6F219B8-5DB3-4BFA-8F6A-74EDA6A493DC}"/>
                </a:ext>
              </a:extLst>
            </p:cNvPr>
            <p:cNvSpPr/>
            <p:nvPr/>
          </p:nvSpPr>
          <p:spPr>
            <a:xfrm rot="10800000">
              <a:off x="7115695" y="1835631"/>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 name="Isosceles Triangle 202">
              <a:extLst>
                <a:ext uri="{FF2B5EF4-FFF2-40B4-BE49-F238E27FC236}">
                  <a16:creationId xmlns:a16="http://schemas.microsoft.com/office/drawing/2014/main" id="{2AC97198-E1B9-4741-AF12-F14244D006C8}"/>
                </a:ext>
              </a:extLst>
            </p:cNvPr>
            <p:cNvSpPr/>
            <p:nvPr/>
          </p:nvSpPr>
          <p:spPr>
            <a:xfrm rot="10800000">
              <a:off x="8436390" y="1817364"/>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Isosceles Triangle 203">
              <a:extLst>
                <a:ext uri="{FF2B5EF4-FFF2-40B4-BE49-F238E27FC236}">
                  <a16:creationId xmlns:a16="http://schemas.microsoft.com/office/drawing/2014/main" id="{3741FD25-1F7A-4058-B782-1625B11A1456}"/>
                </a:ext>
              </a:extLst>
            </p:cNvPr>
            <p:cNvSpPr/>
            <p:nvPr/>
          </p:nvSpPr>
          <p:spPr>
            <a:xfrm rot="10800000">
              <a:off x="9751409" y="1816203"/>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Isosceles Triangle 204">
              <a:extLst>
                <a:ext uri="{FF2B5EF4-FFF2-40B4-BE49-F238E27FC236}">
                  <a16:creationId xmlns:a16="http://schemas.microsoft.com/office/drawing/2014/main" id="{BAB4C24D-BE9B-4485-A5CF-016DF9046E9C}"/>
                </a:ext>
              </a:extLst>
            </p:cNvPr>
            <p:cNvSpPr/>
            <p:nvPr/>
          </p:nvSpPr>
          <p:spPr>
            <a:xfrm rot="10800000">
              <a:off x="11070841" y="1818733"/>
              <a:ext cx="101880" cy="13716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10" name="Picture 2" descr="TSB Bank (United Kingdom) - Wikipedia">
            <a:extLst>
              <a:ext uri="{FF2B5EF4-FFF2-40B4-BE49-F238E27FC236}">
                <a16:creationId xmlns:a16="http://schemas.microsoft.com/office/drawing/2014/main" id="{7F9DCCFD-62CD-4589-9683-F9E1C718CDE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424635" y="58804"/>
            <a:ext cx="955164" cy="337299"/>
          </a:xfrm>
          <a:prstGeom prst="rect">
            <a:avLst/>
          </a:prstGeom>
          <a:noFill/>
          <a:extLst>
            <a:ext uri="{909E8E84-426E-40DD-AFC4-6F175D3DCCD1}">
              <a14:hiddenFill xmlns:a14="http://schemas.microsoft.com/office/drawing/2010/main">
                <a:solidFill>
                  <a:srgbClr val="FFFFFF"/>
                </a:solidFill>
              </a14:hiddenFill>
            </a:ext>
          </a:extLst>
        </p:spPr>
      </p:pic>
      <p:sp>
        <p:nvSpPr>
          <p:cNvPr id="212" name="object 24">
            <a:extLst>
              <a:ext uri="{FF2B5EF4-FFF2-40B4-BE49-F238E27FC236}">
                <a16:creationId xmlns:a16="http://schemas.microsoft.com/office/drawing/2014/main" id="{33E71532-8B56-43D7-97DC-9442F7958850}"/>
              </a:ext>
            </a:extLst>
          </p:cNvPr>
          <p:cNvSpPr txBox="1"/>
          <p:nvPr/>
        </p:nvSpPr>
        <p:spPr>
          <a:xfrm>
            <a:off x="7580561" y="3591755"/>
            <a:ext cx="4396450" cy="2832186"/>
          </a:xfrm>
          <a:prstGeom prst="rect">
            <a:avLst/>
          </a:prstGeom>
        </p:spPr>
        <p:txBody>
          <a:bodyPr vert="horz" wrap="square" lIns="0" tIns="635" rIns="0" bIns="0" rtlCol="0">
            <a:spAutoFit/>
          </a:bodyPr>
          <a:lstStyle>
            <a:defPPr>
              <a:defRPr lang="en-US"/>
            </a:defPPr>
            <a:lvl1pPr marL="12700" marR="5080">
              <a:lnSpc>
                <a:spcPct val="104500"/>
              </a:lnSpc>
              <a:spcBef>
                <a:spcPts val="5"/>
              </a:spcBef>
              <a:defRPr sz="1700">
                <a:solidFill>
                  <a:srgbClr val="002060"/>
                </a:solidFill>
                <a:latin typeface="IBM Plex Sans"/>
                <a:cs typeface="IBM Plex Sans"/>
              </a:defRPr>
            </a:lvl1pPr>
          </a:lstStyle>
          <a:p>
            <a:pPr marL="285750" marR="5080" lvl="0" indent="-285750" algn="l" defTabSz="914400" rtl="0" eaLnBrk="1" fontAlgn="auto" latinLnBrk="0" hangingPunct="1">
              <a:lnSpc>
                <a:spcPct val="150000"/>
              </a:lnSpc>
              <a:spcBef>
                <a:spcPts val="300"/>
              </a:spcBef>
              <a:spcAft>
                <a:spcPts val="300"/>
              </a:spcAft>
              <a:buClrTx/>
              <a:buSzTx/>
              <a:buFont typeface="Wingdings" panose="05000000000000000000" pitchFamily="2" charset="2"/>
              <a:buChar char="v"/>
              <a:tabLst/>
              <a:defRPr/>
            </a:pPr>
            <a:r>
              <a:rPr kumimoji="0" lang="en-US" sz="1400" b="1" i="0" u="none" strike="noStrike" kern="1200" cap="none" spc="0" normalizeH="0" baseline="0" noProof="0" dirty="0">
                <a:ln>
                  <a:noFill/>
                </a:ln>
                <a:solidFill>
                  <a:srgbClr val="002060"/>
                </a:solidFill>
                <a:effectLst/>
                <a:uLnTx/>
                <a:uFillTx/>
                <a:latin typeface="IBM Plex Sans"/>
                <a:ea typeface="+mn-ea"/>
              </a:rPr>
              <a:t>3 Year Contract signed with TSB</a:t>
            </a:r>
          </a:p>
          <a:p>
            <a:pPr marL="285750" marR="5080" lvl="0" indent="-285750" algn="l" defTabSz="914400" rtl="0" eaLnBrk="1" fontAlgn="auto" latinLnBrk="0" hangingPunct="1">
              <a:lnSpc>
                <a:spcPct val="100000"/>
              </a:lnSpc>
              <a:spcBef>
                <a:spcPts val="400"/>
              </a:spcBef>
              <a:spcAft>
                <a:spcPts val="400"/>
              </a:spcAft>
              <a:buClrTx/>
              <a:buSzTx/>
              <a:buFont typeface="Wingdings" panose="05000000000000000000" pitchFamily="2" charset="2"/>
              <a:buChar char="v"/>
              <a:tabLst/>
              <a:defRPr/>
            </a:pPr>
            <a:r>
              <a:rPr kumimoji="0" lang="en-US" sz="1400" b="1" i="0" u="none" strike="noStrike" kern="1200" cap="none" spc="0" normalizeH="0" baseline="0" noProof="0" dirty="0">
                <a:ln>
                  <a:noFill/>
                </a:ln>
                <a:solidFill>
                  <a:srgbClr val="002060"/>
                </a:solidFill>
                <a:effectLst/>
                <a:uLnTx/>
                <a:uFillTx/>
                <a:latin typeface="IBM Plex Sans"/>
                <a:ea typeface="+mn-ea"/>
              </a:rPr>
              <a:t>Highly skilled Digital Team ramp up within 12 months</a:t>
            </a:r>
          </a:p>
          <a:p>
            <a:pPr marL="285750" marR="5080" lvl="0" indent="-285750" algn="l" defTabSz="914400" rtl="0" eaLnBrk="1" fontAlgn="auto" latinLnBrk="0" hangingPunct="1">
              <a:lnSpc>
                <a:spcPct val="100000"/>
              </a:lnSpc>
              <a:spcBef>
                <a:spcPts val="500"/>
              </a:spcBef>
              <a:spcAft>
                <a:spcPts val="500"/>
              </a:spcAft>
              <a:buClrTx/>
              <a:buSzTx/>
              <a:buFont typeface="Wingdings" panose="05000000000000000000" pitchFamily="2" charset="2"/>
              <a:buChar char="v"/>
              <a:tabLst/>
              <a:defRPr/>
            </a:pPr>
            <a:r>
              <a:rPr kumimoji="0" lang="en-US" sz="1400" b="1" i="0" u="none" strike="noStrike" kern="1200" cap="none" spc="0" normalizeH="0" baseline="0" noProof="0" dirty="0">
                <a:ln>
                  <a:noFill/>
                </a:ln>
                <a:solidFill>
                  <a:srgbClr val="002060"/>
                </a:solidFill>
                <a:effectLst/>
                <a:uLnTx/>
                <a:uFillTx/>
                <a:latin typeface="IBM Plex Sans"/>
                <a:ea typeface="+mn-ea"/>
              </a:rPr>
              <a:t>Successfully completed 100% remote contactless \transition from inception to cutover</a:t>
            </a:r>
          </a:p>
          <a:p>
            <a:pPr marL="457200" marR="0" lvl="1" indent="-2857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n-US" sz="1400" b="0" i="0" u="sng" strike="noStrike" kern="1200" cap="none" spc="0" normalizeH="0" baseline="0" noProof="0" dirty="0">
                <a:ln>
                  <a:noFill/>
                </a:ln>
                <a:solidFill>
                  <a:prstClr val="black"/>
                </a:solidFill>
                <a:effectLst/>
                <a:uLnTx/>
                <a:uFillTx/>
                <a:latin typeface="Calibri" panose="020F0502020204030204"/>
                <a:ea typeface="+mn-ea"/>
                <a:cs typeface="+mn-cs"/>
              </a:rPr>
              <a:t>Displaced most of the competitor in Digital  – </a:t>
            </a:r>
            <a:r>
              <a:rPr kumimoji="0" lang="en-US" sz="1400" b="0" i="0" u="sng" strike="noStrike" kern="1200" cap="none" spc="0" normalizeH="0" baseline="0" noProof="0" dirty="0" err="1">
                <a:ln>
                  <a:noFill/>
                </a:ln>
                <a:solidFill>
                  <a:prstClr val="black"/>
                </a:solidFill>
                <a:effectLst/>
                <a:uLnTx/>
                <a:uFillTx/>
                <a:latin typeface="Calibri" panose="020F0502020204030204"/>
                <a:ea typeface="+mn-ea"/>
                <a:cs typeface="+mn-cs"/>
              </a:rPr>
              <a:t>Sabis</a:t>
            </a:r>
            <a:r>
              <a:rPr kumimoji="0" lang="en-US" sz="1400" b="0" i="0" u="sng" strike="noStrike" kern="1200" cap="none" spc="0" normalizeH="0" baseline="0" noProof="0" dirty="0">
                <a:ln>
                  <a:noFill/>
                </a:ln>
                <a:solidFill>
                  <a:prstClr val="black"/>
                </a:solidFill>
                <a:effectLst/>
                <a:uLnTx/>
                <a:uFillTx/>
                <a:latin typeface="Calibri" panose="020F0502020204030204"/>
                <a:ea typeface="+mn-ea"/>
                <a:cs typeface="+mn-cs"/>
              </a:rPr>
              <a:t>, Accenture &amp; Everest </a:t>
            </a:r>
          </a:p>
          <a:p>
            <a:pPr marL="285750" marR="5080" lvl="0" indent="-285750" algn="l" defTabSz="914400" rtl="0" eaLnBrk="1" fontAlgn="auto" latinLnBrk="0" hangingPunct="1">
              <a:lnSpc>
                <a:spcPct val="150000"/>
              </a:lnSpc>
              <a:spcBef>
                <a:spcPts val="300"/>
              </a:spcBef>
              <a:spcAft>
                <a:spcPts val="300"/>
              </a:spcAft>
              <a:buClrTx/>
              <a:buSzTx/>
              <a:buFont typeface="Wingdings" panose="05000000000000000000" pitchFamily="2" charset="2"/>
              <a:buChar char="v"/>
              <a:tabLst/>
              <a:defRPr/>
            </a:pPr>
            <a:r>
              <a:rPr kumimoji="0" lang="en-US" sz="1400" b="1" i="0" u="none" strike="noStrike" kern="1200" cap="none" spc="0" normalizeH="0" baseline="0" noProof="0" dirty="0">
                <a:ln>
                  <a:noFill/>
                </a:ln>
                <a:solidFill>
                  <a:srgbClr val="002060"/>
                </a:solidFill>
                <a:effectLst/>
                <a:uLnTx/>
                <a:uFillTx/>
                <a:latin typeface="IBM Plex Sans"/>
                <a:ea typeface="+mn-ea"/>
              </a:rPr>
              <a:t>Offshore leverage of &gt; 95%, Graduates at 12.5%</a:t>
            </a:r>
          </a:p>
          <a:p>
            <a:pPr marL="285750" marR="5080" lvl="0" indent="-285750" algn="l" defTabSz="914400" rtl="0" eaLnBrk="1" fontAlgn="auto" latinLnBrk="0" hangingPunct="1">
              <a:lnSpc>
                <a:spcPct val="100000"/>
              </a:lnSpc>
              <a:spcBef>
                <a:spcPts val="500"/>
              </a:spcBef>
              <a:spcAft>
                <a:spcPts val="500"/>
              </a:spcAft>
              <a:buClrTx/>
              <a:buSzTx/>
              <a:buFont typeface="Wingdings" panose="05000000000000000000" pitchFamily="2" charset="2"/>
              <a:buChar char="v"/>
              <a:tabLst/>
              <a:defRPr/>
            </a:pPr>
            <a:r>
              <a:rPr kumimoji="0" lang="en-US" sz="1400" b="1" i="0" u="none" strike="noStrike" kern="1200" cap="none" spc="0" normalizeH="0" baseline="0" noProof="0" dirty="0">
                <a:ln>
                  <a:noFill/>
                </a:ln>
                <a:solidFill>
                  <a:srgbClr val="002060"/>
                </a:solidFill>
                <a:effectLst/>
                <a:uLnTx/>
                <a:uFillTx/>
                <a:latin typeface="IBM Plex Sans"/>
                <a:ea typeface="+mn-ea"/>
              </a:rPr>
              <a:t>Operationalized 18 Agile Squads </a:t>
            </a:r>
            <a:r>
              <a:rPr kumimoji="0" lang="en-US" sz="1400" b="0" i="0" u="none" strike="noStrike" kern="1200" cap="none" spc="0" normalizeH="0" baseline="0" noProof="0" dirty="0">
                <a:ln>
                  <a:noFill/>
                </a:ln>
                <a:solidFill>
                  <a:srgbClr val="002060"/>
                </a:solidFill>
                <a:effectLst/>
                <a:uLnTx/>
                <a:uFillTx/>
                <a:latin typeface="IBM Plex Sans"/>
                <a:ea typeface="+mn-ea"/>
              </a:rPr>
              <a:t>across all Channels – 8 RTB Squads and 10 CTB Squads</a:t>
            </a:r>
          </a:p>
        </p:txBody>
      </p:sp>
      <p:pic>
        <p:nvPicPr>
          <p:cNvPr id="140" name="Picture 139">
            <a:extLst>
              <a:ext uri="{FF2B5EF4-FFF2-40B4-BE49-F238E27FC236}">
                <a16:creationId xmlns:a16="http://schemas.microsoft.com/office/drawing/2014/main" id="{A1E8EB0F-BCD7-4514-80C2-0F8B8FB0B4F7}"/>
              </a:ext>
            </a:extLst>
          </p:cNvPr>
          <p:cNvPicPr>
            <a:picLocks noChangeAspect="1"/>
          </p:cNvPicPr>
          <p:nvPr/>
        </p:nvPicPr>
        <p:blipFill>
          <a:blip r:embed="rId16"/>
          <a:stretch>
            <a:fillRect/>
          </a:stretch>
        </p:blipFill>
        <p:spPr>
          <a:xfrm>
            <a:off x="55274" y="6522680"/>
            <a:ext cx="719480" cy="287431"/>
          </a:xfrm>
          <a:prstGeom prst="rect">
            <a:avLst/>
          </a:prstGeom>
        </p:spPr>
      </p:pic>
    </p:spTree>
    <p:extLst>
      <p:ext uri="{BB962C8B-B14F-4D97-AF65-F5344CB8AC3E}">
        <p14:creationId xmlns:p14="http://schemas.microsoft.com/office/powerpoint/2010/main" val="262227047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9AA528E8-C742-432A-8BF7-A00019A2C713}"/>
              </a:ext>
            </a:extLst>
          </p:cNvPr>
          <p:cNvSpPr/>
          <p:nvPr/>
        </p:nvSpPr>
        <p:spPr>
          <a:xfrm>
            <a:off x="0" y="630845"/>
            <a:ext cx="12192000" cy="62271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4F815740-ED39-4063-9B2F-2094B105ABBA}"/>
              </a:ext>
            </a:extLst>
          </p:cNvPr>
          <p:cNvSpPr/>
          <p:nvPr/>
        </p:nvSpPr>
        <p:spPr>
          <a:xfrm>
            <a:off x="6173222" y="630845"/>
            <a:ext cx="5875093" cy="1613262"/>
          </a:xfrm>
          <a:prstGeom prst="rect">
            <a:avLst/>
          </a:prstGeom>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panose="020B0604020202020204"/>
                <a:ea typeface="+mn-ea"/>
                <a:cs typeface="+mn-cs"/>
              </a:rPr>
              <a:t>How did we Handle it?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1" u="none" strike="noStrike" kern="1200" cap="none" spc="0" normalizeH="0" baseline="0" noProof="0" dirty="0">
              <a:ln>
                <a:noFill/>
              </a:ln>
              <a:solidFill>
                <a:prstClr val="black"/>
              </a:solidFill>
              <a:effectLst/>
              <a:uLnTx/>
              <a:uFillTx/>
              <a:latin typeface="IBM Plex Sans" panose="020B050305020300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Ubiquitous Virtual Transitions -</a:t>
            </a:r>
          </a:p>
          <a:p>
            <a:pPr marL="45720" marR="0" lvl="0" indent="0" algn="r" defTabSz="914400" rtl="0" eaLnBrk="1" fontAlgn="auto" latinLnBrk="0" hangingPunct="1">
              <a:lnSpc>
                <a:spcPct val="100000"/>
              </a:lnSpc>
              <a:spcBef>
                <a:spcPts val="100"/>
              </a:spcBef>
              <a:spcAft>
                <a:spcPts val="100"/>
              </a:spcAft>
              <a:buClrTx/>
              <a:buSzTx/>
              <a:buFontTx/>
              <a:buNone/>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A structured virtual Application Knowledge &amp; Service Transition Management framework supported by tools to ensure sharing, collaborative innovation and overall productivity amongst stakeholders.</a:t>
            </a:r>
          </a:p>
        </p:txBody>
      </p:sp>
      <p:grpSp>
        <p:nvGrpSpPr>
          <p:cNvPr id="32" name="Group 31">
            <a:extLst>
              <a:ext uri="{FF2B5EF4-FFF2-40B4-BE49-F238E27FC236}">
                <a16:creationId xmlns:a16="http://schemas.microsoft.com/office/drawing/2014/main" id="{994F06CA-0FD5-47D4-AC25-CBB613F783ED}"/>
              </a:ext>
            </a:extLst>
          </p:cNvPr>
          <p:cNvGrpSpPr/>
          <p:nvPr/>
        </p:nvGrpSpPr>
        <p:grpSpPr>
          <a:xfrm>
            <a:off x="3150622" y="1133475"/>
            <a:ext cx="4739640" cy="4947920"/>
            <a:chOff x="3150622" y="1133475"/>
            <a:chExt cx="4739640" cy="4947920"/>
          </a:xfrm>
        </p:grpSpPr>
        <p:pic>
          <p:nvPicPr>
            <p:cNvPr id="23" name="Picture 22">
              <a:extLst>
                <a:ext uri="{FF2B5EF4-FFF2-40B4-BE49-F238E27FC236}">
                  <a16:creationId xmlns:a16="http://schemas.microsoft.com/office/drawing/2014/main" id="{65FE1624-B4C6-47F2-9490-680F95650ABC}"/>
                </a:ext>
              </a:extLst>
            </p:cNvPr>
            <p:cNvPicPr>
              <a:picLocks noChangeAspect="1"/>
            </p:cNvPicPr>
            <p:nvPr/>
          </p:nvPicPr>
          <p:blipFill>
            <a:blip r:embed="rId3">
              <a:alphaModFix amt="35000"/>
            </a:blip>
            <a:stretch>
              <a:fillRect/>
            </a:stretch>
          </p:blipFill>
          <p:spPr>
            <a:xfrm>
              <a:off x="4838204" y="2390541"/>
              <a:ext cx="2621507" cy="1761897"/>
            </a:xfrm>
            <a:prstGeom prst="rect">
              <a:avLst/>
            </a:prstGeom>
          </p:spPr>
        </p:pic>
        <p:sp>
          <p:nvSpPr>
            <p:cNvPr id="24" name="Flowchart: Connector 23">
              <a:extLst>
                <a:ext uri="{FF2B5EF4-FFF2-40B4-BE49-F238E27FC236}">
                  <a16:creationId xmlns:a16="http://schemas.microsoft.com/office/drawing/2014/main" id="{EB8A46C9-2CFF-4A68-B1EC-F410876A2BBA}"/>
                </a:ext>
              </a:extLst>
            </p:cNvPr>
            <p:cNvSpPr/>
            <p:nvPr/>
          </p:nvSpPr>
          <p:spPr>
            <a:xfrm>
              <a:off x="4552664" y="1602740"/>
              <a:ext cx="3200400" cy="3200400"/>
            </a:xfrm>
            <a:prstGeom prst="flowChartConnector">
              <a:avLst/>
            </a:prstGeom>
            <a:solidFill>
              <a:schemeClr val="bg1">
                <a:lumMod val="95000"/>
                <a:alpha val="20000"/>
              </a:schemeClr>
            </a:solidFill>
            <a:ln w="28575">
              <a:solidFill>
                <a:schemeClr val="bg1">
                  <a:lumMod val="95000"/>
                  <a:alpha val="9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Arc 24">
              <a:extLst>
                <a:ext uri="{FF2B5EF4-FFF2-40B4-BE49-F238E27FC236}">
                  <a16:creationId xmlns:a16="http://schemas.microsoft.com/office/drawing/2014/main" id="{48F19A87-19F2-44F3-B1A8-3AFAFBE7A4C4}"/>
                </a:ext>
              </a:extLst>
            </p:cNvPr>
            <p:cNvSpPr/>
            <p:nvPr/>
          </p:nvSpPr>
          <p:spPr>
            <a:xfrm>
              <a:off x="4303782" y="1560195"/>
              <a:ext cx="934720" cy="4521200"/>
            </a:xfrm>
            <a:prstGeom prst="arc">
              <a:avLst>
                <a:gd name="adj1" fmla="val 16741226"/>
                <a:gd name="adj2" fmla="val 3221582"/>
              </a:avLst>
            </a:prstGeom>
            <a:ln w="50800">
              <a:solidFill>
                <a:schemeClr val="bg1">
                  <a:lumMod val="95000"/>
                  <a:alpha val="9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Arc 25">
              <a:extLst>
                <a:ext uri="{FF2B5EF4-FFF2-40B4-BE49-F238E27FC236}">
                  <a16:creationId xmlns:a16="http://schemas.microsoft.com/office/drawing/2014/main" id="{84F8E2CD-7A1C-4184-AEA7-D7A75492B2E8}"/>
                </a:ext>
              </a:extLst>
            </p:cNvPr>
            <p:cNvSpPr/>
            <p:nvPr/>
          </p:nvSpPr>
          <p:spPr>
            <a:xfrm>
              <a:off x="4943862" y="1204595"/>
              <a:ext cx="934720" cy="4521200"/>
            </a:xfrm>
            <a:prstGeom prst="arc">
              <a:avLst>
                <a:gd name="adj1" fmla="val 16741226"/>
                <a:gd name="adj2" fmla="val 4330452"/>
              </a:avLst>
            </a:prstGeom>
            <a:ln w="50800">
              <a:solidFill>
                <a:schemeClr val="bg1">
                  <a:lumMod val="95000"/>
                  <a:alpha val="9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Arc 26">
              <a:extLst>
                <a:ext uri="{FF2B5EF4-FFF2-40B4-BE49-F238E27FC236}">
                  <a16:creationId xmlns:a16="http://schemas.microsoft.com/office/drawing/2014/main" id="{74E95448-D185-4CC3-8E45-2745C56E4415}"/>
                </a:ext>
              </a:extLst>
            </p:cNvPr>
            <p:cNvSpPr/>
            <p:nvPr/>
          </p:nvSpPr>
          <p:spPr>
            <a:xfrm>
              <a:off x="5629662" y="1133475"/>
              <a:ext cx="934720" cy="4521200"/>
            </a:xfrm>
            <a:prstGeom prst="arc">
              <a:avLst>
                <a:gd name="adj1" fmla="val 16741226"/>
                <a:gd name="adj2" fmla="val 4441844"/>
              </a:avLst>
            </a:prstGeom>
            <a:ln w="50800">
              <a:solidFill>
                <a:schemeClr val="bg1">
                  <a:lumMod val="95000"/>
                  <a:alpha val="9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Arc 27">
              <a:extLst>
                <a:ext uri="{FF2B5EF4-FFF2-40B4-BE49-F238E27FC236}">
                  <a16:creationId xmlns:a16="http://schemas.microsoft.com/office/drawing/2014/main" id="{4FE85C18-764F-445E-A911-6294F4179E97}"/>
                </a:ext>
              </a:extLst>
            </p:cNvPr>
            <p:cNvSpPr/>
            <p:nvPr/>
          </p:nvSpPr>
          <p:spPr>
            <a:xfrm>
              <a:off x="6315462" y="1387475"/>
              <a:ext cx="934720" cy="4521200"/>
            </a:xfrm>
            <a:prstGeom prst="arc">
              <a:avLst>
                <a:gd name="adj1" fmla="val 16741226"/>
                <a:gd name="adj2" fmla="val 3488720"/>
              </a:avLst>
            </a:prstGeom>
            <a:ln w="50800">
              <a:solidFill>
                <a:schemeClr val="bg1">
                  <a:lumMod val="95000"/>
                  <a:alpha val="9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Arc 28">
              <a:extLst>
                <a:ext uri="{FF2B5EF4-FFF2-40B4-BE49-F238E27FC236}">
                  <a16:creationId xmlns:a16="http://schemas.microsoft.com/office/drawing/2014/main" id="{F9FC0F7D-929D-4CBA-AE73-79B2F9080E4D}"/>
                </a:ext>
              </a:extLst>
            </p:cNvPr>
            <p:cNvSpPr/>
            <p:nvPr/>
          </p:nvSpPr>
          <p:spPr>
            <a:xfrm rot="5400000">
              <a:off x="4943862" y="-57785"/>
              <a:ext cx="934720" cy="4521200"/>
            </a:xfrm>
            <a:prstGeom prst="arc">
              <a:avLst>
                <a:gd name="adj1" fmla="val 16508030"/>
                <a:gd name="adj2" fmla="val 3631903"/>
              </a:avLst>
            </a:prstGeom>
            <a:ln w="50800">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Arc 29">
              <a:extLst>
                <a:ext uri="{FF2B5EF4-FFF2-40B4-BE49-F238E27FC236}">
                  <a16:creationId xmlns:a16="http://schemas.microsoft.com/office/drawing/2014/main" id="{8D3561C2-FD2B-4327-8F3A-54DAFEDA06E2}"/>
                </a:ext>
              </a:extLst>
            </p:cNvPr>
            <p:cNvSpPr/>
            <p:nvPr/>
          </p:nvSpPr>
          <p:spPr>
            <a:xfrm rot="5400000">
              <a:off x="5053082" y="577215"/>
              <a:ext cx="934720" cy="4739640"/>
            </a:xfrm>
            <a:prstGeom prst="arc">
              <a:avLst>
                <a:gd name="adj1" fmla="val 16420749"/>
                <a:gd name="adj2" fmla="val 3836517"/>
              </a:avLst>
            </a:prstGeom>
            <a:ln w="50800">
              <a:solidFill>
                <a:schemeClr val="bg1">
                  <a:lumMod val="95000"/>
                  <a:alpha val="9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Arc 30">
              <a:extLst>
                <a:ext uri="{FF2B5EF4-FFF2-40B4-BE49-F238E27FC236}">
                  <a16:creationId xmlns:a16="http://schemas.microsoft.com/office/drawing/2014/main" id="{A6DBA810-C427-405E-B182-F62B3B51A273}"/>
                </a:ext>
              </a:extLst>
            </p:cNvPr>
            <p:cNvSpPr/>
            <p:nvPr/>
          </p:nvSpPr>
          <p:spPr>
            <a:xfrm rot="5400000">
              <a:off x="5162302" y="1362075"/>
              <a:ext cx="934720" cy="4521200"/>
            </a:xfrm>
            <a:prstGeom prst="arc">
              <a:avLst>
                <a:gd name="adj1" fmla="val 16526228"/>
                <a:gd name="adj2" fmla="val 3631903"/>
              </a:avLst>
            </a:prstGeom>
            <a:ln w="50800">
              <a:solidFill>
                <a:schemeClr val="bg1">
                  <a:lumMod val="95000"/>
                  <a:alpha val="9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D284C6E3-5563-4A04-8380-CA1D9B4EC452}"/>
                </a:ext>
              </a:extLst>
            </p:cNvPr>
            <p:cNvPicPr>
              <a:picLocks noChangeAspect="1"/>
            </p:cNvPicPr>
            <p:nvPr/>
          </p:nvPicPr>
          <p:blipFill>
            <a:blip r:embed="rId4"/>
            <a:stretch>
              <a:fillRect/>
            </a:stretch>
          </p:blipFill>
          <p:spPr>
            <a:xfrm>
              <a:off x="6101535" y="1905265"/>
              <a:ext cx="808561" cy="248788"/>
            </a:xfrm>
            <a:prstGeom prst="rect">
              <a:avLst/>
            </a:prstGeom>
          </p:spPr>
        </p:pic>
        <p:pic>
          <p:nvPicPr>
            <p:cNvPr id="14" name="Picture 13">
              <a:extLst>
                <a:ext uri="{FF2B5EF4-FFF2-40B4-BE49-F238E27FC236}">
                  <a16:creationId xmlns:a16="http://schemas.microsoft.com/office/drawing/2014/main" id="{35B9CB07-AEBE-44A5-A0D4-54F0215C6BC5}"/>
                </a:ext>
              </a:extLst>
            </p:cNvPr>
            <p:cNvPicPr>
              <a:picLocks noChangeAspect="1"/>
            </p:cNvPicPr>
            <p:nvPr/>
          </p:nvPicPr>
          <p:blipFill>
            <a:blip r:embed="rId5"/>
            <a:stretch>
              <a:fillRect/>
            </a:stretch>
          </p:blipFill>
          <p:spPr>
            <a:xfrm>
              <a:off x="5242658" y="1920558"/>
              <a:ext cx="428568" cy="325120"/>
            </a:xfrm>
            <a:prstGeom prst="rect">
              <a:avLst/>
            </a:prstGeom>
          </p:spPr>
        </p:pic>
        <p:pic>
          <p:nvPicPr>
            <p:cNvPr id="19" name="Picture 18">
              <a:extLst>
                <a:ext uri="{FF2B5EF4-FFF2-40B4-BE49-F238E27FC236}">
                  <a16:creationId xmlns:a16="http://schemas.microsoft.com/office/drawing/2014/main" id="{BC2AD69B-AB45-439A-90FA-4BB7E10FC622}"/>
                </a:ext>
              </a:extLst>
            </p:cNvPr>
            <p:cNvPicPr>
              <a:picLocks noChangeAspect="1"/>
            </p:cNvPicPr>
            <p:nvPr/>
          </p:nvPicPr>
          <p:blipFill>
            <a:blip r:embed="rId6"/>
            <a:stretch>
              <a:fillRect/>
            </a:stretch>
          </p:blipFill>
          <p:spPr>
            <a:xfrm>
              <a:off x="4633061" y="2769234"/>
              <a:ext cx="504825" cy="438150"/>
            </a:xfrm>
            <a:prstGeom prst="rect">
              <a:avLst/>
            </a:prstGeom>
          </p:spPr>
        </p:pic>
        <p:pic>
          <p:nvPicPr>
            <p:cNvPr id="12" name="Picture 11">
              <a:extLst>
                <a:ext uri="{FF2B5EF4-FFF2-40B4-BE49-F238E27FC236}">
                  <a16:creationId xmlns:a16="http://schemas.microsoft.com/office/drawing/2014/main" id="{64F2AFD6-F38E-4E7B-BE7B-E43E1B2989B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157527" y="2708593"/>
              <a:ext cx="464432" cy="259715"/>
            </a:xfrm>
            <a:prstGeom prst="rect">
              <a:avLst/>
            </a:prstGeom>
          </p:spPr>
        </p:pic>
        <p:pic>
          <p:nvPicPr>
            <p:cNvPr id="15" name="Picture 14" descr="Icon&#10;&#10;Description automatically generated">
              <a:extLst>
                <a:ext uri="{FF2B5EF4-FFF2-40B4-BE49-F238E27FC236}">
                  <a16:creationId xmlns:a16="http://schemas.microsoft.com/office/drawing/2014/main" id="{DD79C20C-A2EE-4A97-ACAA-7FBA2D0C1B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18370" y="3454711"/>
              <a:ext cx="306710" cy="306710"/>
            </a:xfrm>
            <a:prstGeom prst="rect">
              <a:avLst/>
            </a:prstGeom>
          </p:spPr>
        </p:pic>
        <p:pic>
          <p:nvPicPr>
            <p:cNvPr id="20" name="Picture 2" descr="Skype Logo - PNG and Vector - Logo Download">
              <a:extLst>
                <a:ext uri="{FF2B5EF4-FFF2-40B4-BE49-F238E27FC236}">
                  <a16:creationId xmlns:a16="http://schemas.microsoft.com/office/drawing/2014/main" id="{7FC53CB7-2105-4BE5-ABE7-900746984E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7647" y="3645538"/>
              <a:ext cx="346618" cy="35051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3A1BAA22-653F-41EA-9ED6-D38127EF041B}"/>
                </a:ext>
              </a:extLst>
            </p:cNvPr>
            <p:cNvPicPr>
              <a:picLocks noChangeAspect="1"/>
            </p:cNvPicPr>
            <p:nvPr/>
          </p:nvPicPr>
          <p:blipFill>
            <a:blip r:embed="rId10"/>
            <a:stretch>
              <a:fillRect/>
            </a:stretch>
          </p:blipFill>
          <p:spPr>
            <a:xfrm>
              <a:off x="4803593" y="2341562"/>
              <a:ext cx="276225" cy="276225"/>
            </a:xfrm>
            <a:prstGeom prst="rect">
              <a:avLst/>
            </a:prstGeom>
          </p:spPr>
        </p:pic>
        <p:pic>
          <p:nvPicPr>
            <p:cNvPr id="22" name="Picture 6" descr="Microsoft Sharepoint Online Plan 1 With Support - Sharepoint Online Logo -  Free Transparent PNG Clipart Images Download">
              <a:extLst>
                <a:ext uri="{FF2B5EF4-FFF2-40B4-BE49-F238E27FC236}">
                  <a16:creationId xmlns:a16="http://schemas.microsoft.com/office/drawing/2014/main" id="{378B52FF-8D2D-40E5-8269-AB2C2879652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96695" y="4168544"/>
              <a:ext cx="539593" cy="43815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MURAL Enterprise Software and Services Reviews">
              <a:extLst>
                <a:ext uri="{FF2B5EF4-FFF2-40B4-BE49-F238E27FC236}">
                  <a16:creationId xmlns:a16="http://schemas.microsoft.com/office/drawing/2014/main" id="{45753AD7-DBD2-4FCA-99A5-8F99C4E69E2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04338" y="4222676"/>
              <a:ext cx="519814" cy="50648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close up of a logo&#10;&#10;Description automatically generated">
              <a:extLst>
                <a:ext uri="{FF2B5EF4-FFF2-40B4-BE49-F238E27FC236}">
                  <a16:creationId xmlns:a16="http://schemas.microsoft.com/office/drawing/2014/main" id="{59BBE7F1-A35B-4DE5-9160-774270809FD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49665" y="4120309"/>
              <a:ext cx="400514" cy="400514"/>
            </a:xfrm>
            <a:prstGeom prst="rect">
              <a:avLst/>
            </a:prstGeom>
          </p:spPr>
        </p:pic>
        <p:pic>
          <p:nvPicPr>
            <p:cNvPr id="16" name="Picture 15" descr="Icon&#10;&#10;Description automatically generated">
              <a:extLst>
                <a:ext uri="{FF2B5EF4-FFF2-40B4-BE49-F238E27FC236}">
                  <a16:creationId xmlns:a16="http://schemas.microsoft.com/office/drawing/2014/main" id="{BA561B5A-20ED-4A63-870F-CDFD4FAD07A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012970" y="3025401"/>
              <a:ext cx="454399" cy="454399"/>
            </a:xfrm>
            <a:prstGeom prst="rect">
              <a:avLst/>
            </a:prstGeom>
          </p:spPr>
        </p:pic>
      </p:grpSp>
      <p:sp>
        <p:nvSpPr>
          <p:cNvPr id="33" name="object 44">
            <a:extLst>
              <a:ext uri="{FF2B5EF4-FFF2-40B4-BE49-F238E27FC236}">
                <a16:creationId xmlns:a16="http://schemas.microsoft.com/office/drawing/2014/main" id="{5083A6C4-CCC1-418C-AF3C-E729EA0C15EE}"/>
              </a:ext>
            </a:extLst>
          </p:cNvPr>
          <p:cNvSpPr txBox="1"/>
          <p:nvPr/>
        </p:nvSpPr>
        <p:spPr>
          <a:xfrm>
            <a:off x="117979" y="95250"/>
            <a:ext cx="10730996" cy="421910"/>
          </a:xfrm>
          <a:prstGeom prst="rect">
            <a:avLst/>
          </a:prstGeom>
        </p:spPr>
        <p:txBody>
          <a:bodyPr vert="horz" wrap="square" lIns="0" tIns="11430" rIns="0" bIns="0" rtlCol="0">
            <a:spAutoFit/>
          </a:bodyPr>
          <a:lstStyle/>
          <a:p>
            <a:pPr marL="85090" marR="0" lvl="0" indent="0" algn="l" defTabSz="914400" rtl="0" eaLnBrk="1" fontAlgn="auto" latinLnBrk="0" hangingPunct="1">
              <a:lnSpc>
                <a:spcPct val="100000"/>
              </a:lnSpc>
              <a:spcBef>
                <a:spcPts val="90"/>
              </a:spcBef>
              <a:spcAft>
                <a:spcPts val="0"/>
              </a:spcAft>
              <a:buClrTx/>
              <a:buSzTx/>
              <a:buFontTx/>
              <a:buNone/>
              <a:tabLst/>
              <a:defRPr/>
            </a:pPr>
            <a:r>
              <a:rPr kumimoji="0" lang="en-IN" sz="4000" b="1" i="0" u="none" strike="noStrike" kern="1200" cap="none" spc="7" normalizeH="0" baseline="2164" noProof="0" dirty="0">
                <a:ln>
                  <a:noFill/>
                </a:ln>
                <a:solidFill>
                  <a:srgbClr val="0070C0"/>
                </a:solidFill>
                <a:effectLst/>
                <a:uLnTx/>
                <a:uFillTx/>
                <a:latin typeface="IBM Plex Sans"/>
                <a:ea typeface="+mn-ea"/>
                <a:cs typeface="IBM Plex Sans"/>
              </a:rPr>
              <a:t>IBM</a:t>
            </a:r>
            <a:r>
              <a:rPr kumimoji="0" lang="en-IN" sz="4000" b="1" i="0" u="none" strike="noStrike" kern="1200" cap="none" spc="7" normalizeH="0" baseline="2164" noProof="0" dirty="0">
                <a:ln>
                  <a:noFill/>
                </a:ln>
                <a:solidFill>
                  <a:prstClr val="black"/>
                </a:solidFill>
                <a:effectLst/>
                <a:uLnTx/>
                <a:uFillTx/>
                <a:latin typeface="IBM Plex Sans"/>
                <a:ea typeface="+mn-ea"/>
                <a:cs typeface="IBM Plex Sans"/>
              </a:rPr>
              <a:t> &amp; </a:t>
            </a:r>
            <a:r>
              <a:rPr kumimoji="0" lang="en-IN" sz="4000" b="1" i="0" u="none" strike="noStrike" kern="1200" cap="none" spc="7" normalizeH="0" baseline="2164" noProof="0" dirty="0">
                <a:ln>
                  <a:noFill/>
                </a:ln>
                <a:solidFill>
                  <a:srgbClr val="5B9BD5">
                    <a:lumMod val="75000"/>
                  </a:srgbClr>
                </a:solidFill>
                <a:effectLst/>
                <a:uLnTx/>
                <a:uFillTx/>
                <a:latin typeface="IBM Plex Sans"/>
                <a:ea typeface="+mn-ea"/>
                <a:cs typeface="IBM Plex Sans"/>
              </a:rPr>
              <a:t>TSB – </a:t>
            </a:r>
            <a:r>
              <a:rPr kumimoji="0" lang="en-IN" sz="2400" b="1" i="0" u="none" strike="noStrike" kern="1200" cap="none" spc="7" normalizeH="0" baseline="2164" noProof="0" dirty="0">
                <a:ln>
                  <a:noFill/>
                </a:ln>
                <a:solidFill>
                  <a:srgbClr val="0062FF"/>
                </a:solidFill>
                <a:effectLst/>
                <a:uLnTx/>
                <a:uFillTx/>
                <a:latin typeface="IBM Plex Sans"/>
                <a:ea typeface="+mn-ea"/>
                <a:cs typeface="IBM Plex Sans"/>
              </a:rPr>
              <a:t>Complex Transition – 100% Contact less - Inception </a:t>
            </a:r>
            <a:r>
              <a:rPr kumimoji="0" lang="en-IN" sz="2400" b="1" i="0" u="none" strike="noStrike" kern="1200" cap="none" spc="7" normalizeH="0" baseline="2164" noProof="0" dirty="0">
                <a:ln>
                  <a:noFill/>
                </a:ln>
                <a:solidFill>
                  <a:srgbClr val="0062FF"/>
                </a:solidFill>
                <a:effectLst/>
                <a:uLnTx/>
                <a:uFillTx/>
                <a:latin typeface="IBM Plex Sans"/>
                <a:ea typeface="+mn-ea"/>
                <a:cs typeface="IBM Plex Sans"/>
                <a:sym typeface="Wingdings" panose="05000000000000000000" pitchFamily="2" charset="2"/>
              </a:rPr>
              <a:t>Plan</a:t>
            </a:r>
            <a:r>
              <a:rPr kumimoji="0" lang="en-IN" sz="2400" b="1" i="0" u="none" strike="noStrike" kern="1200" cap="none" spc="7" normalizeH="0" baseline="2164" noProof="0" dirty="0">
                <a:ln>
                  <a:noFill/>
                </a:ln>
                <a:solidFill>
                  <a:srgbClr val="0062FF"/>
                </a:solidFill>
                <a:effectLst/>
                <a:uLnTx/>
                <a:uFillTx/>
                <a:latin typeface="IBM Plex Sans"/>
                <a:ea typeface="+mn-ea"/>
                <a:cs typeface="IBM Plex Sans"/>
              </a:rPr>
              <a:t> Execution </a:t>
            </a:r>
            <a:r>
              <a:rPr kumimoji="0" lang="en-IN" sz="2400" b="1" i="0" u="none" strike="noStrike" kern="1200" cap="none" spc="7" normalizeH="0" baseline="2164" noProof="0" dirty="0">
                <a:ln>
                  <a:noFill/>
                </a:ln>
                <a:solidFill>
                  <a:srgbClr val="0062FF"/>
                </a:solidFill>
                <a:effectLst/>
                <a:uLnTx/>
                <a:uFillTx/>
                <a:latin typeface="IBM Plex Sans"/>
                <a:ea typeface="+mn-ea"/>
                <a:cs typeface="IBM Plex Sans"/>
                <a:sym typeface="Wingdings" panose="05000000000000000000" pitchFamily="2" charset="2"/>
              </a:rPr>
              <a:t> Steady state</a:t>
            </a:r>
            <a:endParaRPr kumimoji="0" sz="2400" b="1" i="0" u="none" strike="noStrike" kern="1200" cap="none" spc="0" normalizeH="0" baseline="0" noProof="0" dirty="0">
              <a:ln>
                <a:noFill/>
              </a:ln>
              <a:solidFill>
                <a:srgbClr val="0062FF"/>
              </a:solidFill>
              <a:effectLst/>
              <a:uLnTx/>
              <a:uFillTx/>
              <a:latin typeface="IBM Plex Sans"/>
              <a:ea typeface="+mn-ea"/>
              <a:cs typeface="IBM Plex Sans"/>
            </a:endParaRPr>
          </a:p>
        </p:txBody>
      </p:sp>
      <p:sp>
        <p:nvSpPr>
          <p:cNvPr id="35" name="Rectangle 34">
            <a:extLst>
              <a:ext uri="{FF2B5EF4-FFF2-40B4-BE49-F238E27FC236}">
                <a16:creationId xmlns:a16="http://schemas.microsoft.com/office/drawing/2014/main" id="{83CEACCE-F4AA-453A-A358-FFD72F12872C}"/>
              </a:ext>
            </a:extLst>
          </p:cNvPr>
          <p:cNvSpPr/>
          <p:nvPr/>
        </p:nvSpPr>
        <p:spPr>
          <a:xfrm>
            <a:off x="142904" y="636431"/>
            <a:ext cx="5455749" cy="1536318"/>
          </a:xfrm>
          <a:prstGeom prst="rect">
            <a:avLst/>
          </a:prstGeom>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panose="020B0604020202020204"/>
                <a:ea typeface="+mn-ea"/>
                <a:cs typeface="+mn-cs"/>
              </a:rPr>
              <a:t>What we set out to achieve</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Complete transition in 2020 </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All digital channels cutover to steady state by Jan 2021</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Displace all local European vendors and Accenture in Digital space</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Sign multi year contract as Digital Partner</a:t>
            </a:r>
          </a:p>
        </p:txBody>
      </p:sp>
      <p:sp>
        <p:nvSpPr>
          <p:cNvPr id="36" name="Rectangle 35">
            <a:extLst>
              <a:ext uri="{FF2B5EF4-FFF2-40B4-BE49-F238E27FC236}">
                <a16:creationId xmlns:a16="http://schemas.microsoft.com/office/drawing/2014/main" id="{17470AC3-2925-41A6-9B61-0A6DBF5DD893}"/>
              </a:ext>
            </a:extLst>
          </p:cNvPr>
          <p:cNvSpPr/>
          <p:nvPr/>
        </p:nvSpPr>
        <p:spPr>
          <a:xfrm>
            <a:off x="142904" y="2038784"/>
            <a:ext cx="4600955" cy="26520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panose="020B0604020202020204"/>
                <a:ea typeface="+mn-ea"/>
                <a:cs typeface="+mn-cs"/>
              </a:rPr>
              <a:t>Challenges</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Digital transition vision firmed up pre COVID 19</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IBM, Client &amp; incumbent stakeholders distributed; working virtually across multiple time zones</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IN"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Delay in Access to client n/w; Delayed VDI availability</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IN"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SME availability issues; Incumbents moving out at short notice</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q"/>
              <a:tabLst/>
              <a:defRPr/>
            </a:pPr>
            <a:r>
              <a:rPr kumimoji="0" lang="en-IN"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Scope changes and </a:t>
            </a: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complexities introduced due to in-flight projects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endParaRPr>
          </a:p>
        </p:txBody>
      </p:sp>
      <p:sp>
        <p:nvSpPr>
          <p:cNvPr id="37" name="Rectangle 36">
            <a:extLst>
              <a:ext uri="{FF2B5EF4-FFF2-40B4-BE49-F238E27FC236}">
                <a16:creationId xmlns:a16="http://schemas.microsoft.com/office/drawing/2014/main" id="{E36420FA-18F6-4CC7-BAD4-CC5B97130DF5}"/>
              </a:ext>
            </a:extLst>
          </p:cNvPr>
          <p:cNvSpPr/>
          <p:nvPr/>
        </p:nvSpPr>
        <p:spPr>
          <a:xfrm>
            <a:off x="142904" y="4475919"/>
            <a:ext cx="6172558" cy="22082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panose="020B0604020202020204"/>
                <a:ea typeface="+mn-ea"/>
                <a:cs typeface="+mn-cs"/>
              </a:rPr>
              <a:t>What we achieved</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Executed transition in multiple Waves. Last leg of  DevOps &amp; CDC support by Q1 of 2021</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Transitioned knowledge from incumbent to 138+ IBM resources</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760+ KT sessions, 65+ playbacks, 80+ knowledge assessments, 170+ hands-on activities, 26+ AKCs completed</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12 Months transition; No change in transition plan/schedule in April ‘20 despite the onset of Covid-19</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No co-location at client site and team in India due to COVID-19</a:t>
            </a:r>
          </a:p>
        </p:txBody>
      </p:sp>
      <p:sp>
        <p:nvSpPr>
          <p:cNvPr id="39" name="Rectangle 38">
            <a:extLst>
              <a:ext uri="{FF2B5EF4-FFF2-40B4-BE49-F238E27FC236}">
                <a16:creationId xmlns:a16="http://schemas.microsoft.com/office/drawing/2014/main" id="{650D9D09-515B-4CD4-B31B-3260F1CD269F}"/>
              </a:ext>
            </a:extLst>
          </p:cNvPr>
          <p:cNvSpPr/>
          <p:nvPr/>
        </p:nvSpPr>
        <p:spPr>
          <a:xfrm>
            <a:off x="7668931" y="2585748"/>
            <a:ext cx="4379384" cy="2857192"/>
          </a:xfrm>
          <a:prstGeom prst="rect">
            <a:avLst/>
          </a:prstGeom>
        </p:spPr>
        <p:txBody>
          <a:bodyPr wrap="square">
            <a:spAutoFit/>
          </a:bodyPr>
          <a:lstStyle/>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Strong collaboration amongst stakeholders from TSB, incumbents and IBM</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Well designed transition plans</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Detailed AKCs and multiple playbacks </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Extensive hands-on performed by the teams</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Strong governance and risk management</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Metrics / Dashboard to track transition metrics &amp; stringent KPI/ entry-exit criteria across all phases</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Rapid ramp-up of core IBM team</a:t>
            </a:r>
          </a:p>
          <a:p>
            <a:pPr marL="331470" marR="0" lvl="0" indent="-285750" algn="l" defTabSz="914400" rtl="0" eaLnBrk="1" fontAlgn="auto" latinLnBrk="0" hangingPunct="1">
              <a:lnSpc>
                <a:spcPct val="100000"/>
              </a:lnSpc>
              <a:spcBef>
                <a:spcPts val="100"/>
              </a:spcBef>
              <a:spcAft>
                <a:spcPts val="100"/>
              </a:spcAft>
              <a:buClrTx/>
              <a:buSzTx/>
              <a:buFont typeface="Wingdings" panose="05000000000000000000" pitchFamily="2" charset="2"/>
              <a:buChar char="ü"/>
              <a:tabLst/>
              <a:defRPr/>
            </a:pPr>
            <a:r>
              <a:rPr kumimoji="0" lang="en-US" sz="1400" b="0" i="0" u="none" strike="noStrike" kern="0" cap="none" spc="0" normalizeH="0" baseline="0" noProof="0" dirty="0">
                <a:ln>
                  <a:noFill/>
                </a:ln>
                <a:solidFill>
                  <a:srgbClr val="080808"/>
                </a:solidFill>
                <a:effectLst/>
                <a:uLnTx/>
                <a:uFillTx/>
                <a:latin typeface="IBM Plex Sans" panose="020B0503050203000203" pitchFamily="34" charset="0"/>
                <a:ea typeface="ＭＳ Ｐゴシック" panose="020B0600070205080204" pitchFamily="34" charset="-128"/>
                <a:cs typeface="Times New Roman" panose="02020603050405020304" pitchFamily="18" charset="0"/>
              </a:rPr>
              <a:t>Retention of a small % of critical SMEs beyond cutover dates</a:t>
            </a:r>
          </a:p>
        </p:txBody>
      </p:sp>
      <p:sp>
        <p:nvSpPr>
          <p:cNvPr id="40" name="TextBox 39">
            <a:extLst>
              <a:ext uri="{FF2B5EF4-FFF2-40B4-BE49-F238E27FC236}">
                <a16:creationId xmlns:a16="http://schemas.microsoft.com/office/drawing/2014/main" id="{80D7E4C1-678F-4254-BD9D-E1BC9DA0DE7D}"/>
              </a:ext>
            </a:extLst>
          </p:cNvPr>
          <p:cNvSpPr txBox="1"/>
          <p:nvPr/>
        </p:nvSpPr>
        <p:spPr>
          <a:xfrm>
            <a:off x="7621959" y="2248455"/>
            <a:ext cx="28991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a:t>
            </a:r>
            <a:r>
              <a:rPr kumimoji="0" lang="en-IN" sz="1800" b="1" i="0" u="none" strike="noStrike" kern="1200" cap="none" spc="0" normalizeH="0" baseline="0" noProof="0" dirty="0">
                <a:ln>
                  <a:noFill/>
                </a:ln>
                <a:solidFill>
                  <a:srgbClr val="0070C0"/>
                </a:solidFill>
                <a:effectLst/>
                <a:uLnTx/>
                <a:uFillTx/>
                <a:latin typeface="Arial" panose="020B0604020202020204"/>
                <a:ea typeface="+mn-ea"/>
                <a:cs typeface="+mn-cs"/>
              </a:rPr>
              <a:t>Key Success Levers</a:t>
            </a:r>
            <a:endParaRPr kumimoji="0" lang="en-US" sz="1800" b="1" i="0" u="none" strike="noStrike" kern="1200" cap="none" spc="0" normalizeH="0" baseline="0" noProof="0" dirty="0">
              <a:ln>
                <a:noFill/>
              </a:ln>
              <a:solidFill>
                <a:srgbClr val="0070C0"/>
              </a:solidFill>
              <a:effectLst/>
              <a:uLnTx/>
              <a:uFillTx/>
              <a:latin typeface="Arial" panose="020B0604020202020204"/>
              <a:ea typeface="+mn-ea"/>
              <a:cs typeface="+mn-cs"/>
            </a:endParaRPr>
          </a:p>
        </p:txBody>
      </p:sp>
      <p:sp>
        <p:nvSpPr>
          <p:cNvPr id="41" name="TextBox 40">
            <a:extLst>
              <a:ext uri="{FF2B5EF4-FFF2-40B4-BE49-F238E27FC236}">
                <a16:creationId xmlns:a16="http://schemas.microsoft.com/office/drawing/2014/main" id="{D2A06ED3-6B0C-4134-A0B0-5A17A6D23BA8}"/>
              </a:ext>
            </a:extLst>
          </p:cNvPr>
          <p:cNvSpPr txBox="1"/>
          <p:nvPr/>
        </p:nvSpPr>
        <p:spPr>
          <a:xfrm>
            <a:off x="7050179" y="5915106"/>
            <a:ext cx="4998136" cy="731357"/>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IOS-SWIFT, Android - Kotlin, Microservices - Spring Cloud, Netflix OSS, AngularJS, AWS Cloud back-end,  CRM – MS Dynamics CRM/ 365 , ETL - Pentaho , BPM - Cora Sequence, EAI - Cast Iron, Tibco,  Content Management - Oracle WebCenter sites</a:t>
            </a:r>
          </a:p>
        </p:txBody>
      </p:sp>
      <p:sp>
        <p:nvSpPr>
          <p:cNvPr id="42" name="TextBox 41">
            <a:extLst>
              <a:ext uri="{FF2B5EF4-FFF2-40B4-BE49-F238E27FC236}">
                <a16:creationId xmlns:a16="http://schemas.microsoft.com/office/drawing/2014/main" id="{34CEC93C-9A64-4488-A9F3-D93439D36E62}"/>
              </a:ext>
            </a:extLst>
          </p:cNvPr>
          <p:cNvSpPr txBox="1"/>
          <p:nvPr/>
        </p:nvSpPr>
        <p:spPr>
          <a:xfrm>
            <a:off x="7050179" y="5525979"/>
            <a:ext cx="3691449" cy="43222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70C0"/>
                </a:solidFill>
                <a:effectLst/>
                <a:uLnTx/>
                <a:uFillTx/>
                <a:latin typeface="Arial" panose="020B0604020202020204"/>
                <a:ea typeface="+mn-ea"/>
                <a:cs typeface="+mn-cs"/>
              </a:rPr>
              <a:t>Technologies Supported @TSB</a:t>
            </a:r>
          </a:p>
        </p:txBody>
      </p:sp>
    </p:spTree>
    <p:extLst>
      <p:ext uri="{BB962C8B-B14F-4D97-AF65-F5344CB8AC3E}">
        <p14:creationId xmlns:p14="http://schemas.microsoft.com/office/powerpoint/2010/main" val="129723092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Graphic 141">
            <a:extLst>
              <a:ext uri="{FF2B5EF4-FFF2-40B4-BE49-F238E27FC236}">
                <a16:creationId xmlns:a16="http://schemas.microsoft.com/office/drawing/2014/main" id="{2004E202-7E69-CA1C-845B-EFB39BA8B69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8274997" y="2226468"/>
            <a:ext cx="935211" cy="938485"/>
          </a:xfrm>
          <a:prstGeom prst="rect">
            <a:avLst/>
          </a:prstGeom>
        </p:spPr>
      </p:pic>
      <p:sp>
        <p:nvSpPr>
          <p:cNvPr id="2" name="Title 1">
            <a:extLst>
              <a:ext uri="{FF2B5EF4-FFF2-40B4-BE49-F238E27FC236}">
                <a16:creationId xmlns:a16="http://schemas.microsoft.com/office/drawing/2014/main" id="{EBA6A26B-5270-46A8-97E4-AFDF355914F4}"/>
              </a:ext>
            </a:extLst>
          </p:cNvPr>
          <p:cNvSpPr>
            <a:spLocks noGrp="1"/>
          </p:cNvSpPr>
          <p:nvPr>
            <p:ph type="title" idx="4294967295"/>
          </p:nvPr>
        </p:nvSpPr>
        <p:spPr>
          <a:xfrm>
            <a:off x="0" y="80963"/>
            <a:ext cx="8642350" cy="400050"/>
          </a:xfrm>
        </p:spPr>
        <p:txBody>
          <a:bodyPr/>
          <a:lstStyle/>
          <a:p>
            <a:r>
              <a:rPr lang="en-GB" sz="2800" dirty="0">
                <a:solidFill>
                  <a:schemeClr val="tx1"/>
                </a:solidFill>
                <a:latin typeface="IBM Plex Sans" charset="0"/>
                <a:ea typeface="ＭＳ Ｐゴシック"/>
              </a:rPr>
              <a:t>TSB + IBM : Our Digital Achievements</a:t>
            </a:r>
          </a:p>
        </p:txBody>
      </p:sp>
      <p:sp>
        <p:nvSpPr>
          <p:cNvPr id="99" name="Rectangle 98">
            <a:extLst>
              <a:ext uri="{FF2B5EF4-FFF2-40B4-BE49-F238E27FC236}">
                <a16:creationId xmlns:a16="http://schemas.microsoft.com/office/drawing/2014/main" id="{B7EDBC0D-0D14-48F7-BCC6-53BF630FA47E}"/>
              </a:ext>
            </a:extLst>
          </p:cNvPr>
          <p:cNvSpPr/>
          <p:nvPr/>
        </p:nvSpPr>
        <p:spPr>
          <a:xfrm>
            <a:off x="281221" y="637060"/>
            <a:ext cx="9396179" cy="6125690"/>
          </a:xfrm>
          <a:prstGeom prst="rect">
            <a:avLst/>
          </a:prstGeom>
          <a:solidFill>
            <a:srgbClr val="E7E6E6">
              <a:alpha val="77000"/>
            </a:srgbClr>
          </a:solidFill>
          <a:ln w="12700" cap="flat" cmpd="sng" algn="ctr">
            <a:solidFill>
              <a:sysClr val="windowText" lastClr="000000"/>
            </a:solid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0" name="Rectangle 99">
            <a:extLst>
              <a:ext uri="{FF2B5EF4-FFF2-40B4-BE49-F238E27FC236}">
                <a16:creationId xmlns:a16="http://schemas.microsoft.com/office/drawing/2014/main" id="{FC02A235-2374-4C17-A11E-FD7B7E85E5C2}"/>
              </a:ext>
            </a:extLst>
          </p:cNvPr>
          <p:cNvSpPr/>
          <p:nvPr/>
        </p:nvSpPr>
        <p:spPr bwMode="auto">
          <a:xfrm>
            <a:off x="415775" y="2384103"/>
            <a:ext cx="6524808" cy="914400"/>
          </a:xfrm>
          <a:prstGeom prst="rect">
            <a:avLst/>
          </a:prstGeom>
          <a:solidFill>
            <a:srgbClr val="ED7D31">
              <a:lumMod val="20000"/>
              <a:lumOff val="80000"/>
              <a:alpha val="50000"/>
            </a:srgbClr>
          </a:solidFill>
          <a:ln w="12700" cap="flat" cmpd="sng" algn="ctr">
            <a:solidFill>
              <a:srgbClr val="ED7D31"/>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623360" rtl="0" eaLnBrk="1" fontAlgn="auto" latinLnBrk="0" hangingPunct="0">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ED7D31"/>
                </a:solidFill>
                <a:effectLst/>
                <a:uLnTx/>
                <a:uFillTx/>
                <a:latin typeface="Calibri" panose="020F0502020204030204"/>
                <a:ea typeface="+mn-ea"/>
                <a:cs typeface="Arial"/>
              </a:rPr>
              <a:t>Mobile</a:t>
            </a:r>
          </a:p>
        </p:txBody>
      </p:sp>
      <p:sp>
        <p:nvSpPr>
          <p:cNvPr id="101" name="Rectangle 100">
            <a:extLst>
              <a:ext uri="{FF2B5EF4-FFF2-40B4-BE49-F238E27FC236}">
                <a16:creationId xmlns:a16="http://schemas.microsoft.com/office/drawing/2014/main" id="{0680B387-B2D9-4EA0-B6EA-EC826F6C0F6F}"/>
              </a:ext>
            </a:extLst>
          </p:cNvPr>
          <p:cNvSpPr/>
          <p:nvPr/>
        </p:nvSpPr>
        <p:spPr bwMode="auto">
          <a:xfrm>
            <a:off x="444350" y="1277761"/>
            <a:ext cx="3191084" cy="914400"/>
          </a:xfrm>
          <a:prstGeom prst="rect">
            <a:avLst/>
          </a:prstGeom>
          <a:solidFill>
            <a:srgbClr val="FF7E79">
              <a:alpha val="29020"/>
            </a:srgbClr>
          </a:solidFill>
          <a:ln w="12700" cap="flat" cmpd="sng" algn="ctr">
            <a:solidFill>
              <a:srgbClr val="C00000"/>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623360" rtl="0" eaLnBrk="1" fontAlgn="auto" latinLnBrk="0" hangingPunct="0">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C00000"/>
                </a:solidFill>
                <a:effectLst/>
                <a:uLnTx/>
                <a:uFillTx/>
                <a:latin typeface="Calibri" panose="020F0502020204030204"/>
                <a:ea typeface="+mn-ea"/>
                <a:cs typeface="Arial"/>
              </a:rPr>
              <a:t>Public Website</a:t>
            </a:r>
          </a:p>
        </p:txBody>
      </p:sp>
      <p:sp>
        <p:nvSpPr>
          <p:cNvPr id="102" name="Rectangle 101">
            <a:extLst>
              <a:ext uri="{FF2B5EF4-FFF2-40B4-BE49-F238E27FC236}">
                <a16:creationId xmlns:a16="http://schemas.microsoft.com/office/drawing/2014/main" id="{031B8525-631C-4A92-9D87-C457FE6FAAE3}"/>
              </a:ext>
            </a:extLst>
          </p:cNvPr>
          <p:cNvSpPr/>
          <p:nvPr/>
        </p:nvSpPr>
        <p:spPr bwMode="auto">
          <a:xfrm>
            <a:off x="415775" y="5650763"/>
            <a:ext cx="3825200" cy="914400"/>
          </a:xfrm>
          <a:prstGeom prst="rect">
            <a:avLst/>
          </a:prstGeom>
          <a:solidFill>
            <a:srgbClr val="ECDFF5">
              <a:alpha val="49804"/>
            </a:srgbClr>
          </a:solidFill>
          <a:ln w="12700" cap="flat" cmpd="sng" algn="ctr">
            <a:solidFill>
              <a:srgbClr val="8D77F9"/>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623360" rtl="0" eaLnBrk="1" fontAlgn="auto" latinLnBrk="0" hangingPunct="0">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8D77F9"/>
                </a:solidFill>
                <a:effectLst/>
                <a:uLnTx/>
                <a:uFillTx/>
                <a:latin typeface="Calibri" panose="020F0502020204030204"/>
                <a:ea typeface="+mn-ea"/>
                <a:cs typeface="Arial"/>
              </a:rPr>
              <a:t>Microservices</a:t>
            </a:r>
          </a:p>
        </p:txBody>
      </p:sp>
      <p:sp>
        <p:nvSpPr>
          <p:cNvPr id="103" name="Rectangle 102">
            <a:extLst>
              <a:ext uri="{FF2B5EF4-FFF2-40B4-BE49-F238E27FC236}">
                <a16:creationId xmlns:a16="http://schemas.microsoft.com/office/drawing/2014/main" id="{D610ED0E-BE1D-454E-9A56-C5B1B6B069B5}"/>
              </a:ext>
            </a:extLst>
          </p:cNvPr>
          <p:cNvSpPr/>
          <p:nvPr/>
        </p:nvSpPr>
        <p:spPr bwMode="auto">
          <a:xfrm>
            <a:off x="415774" y="3509413"/>
            <a:ext cx="3191084" cy="914400"/>
          </a:xfrm>
          <a:prstGeom prst="rect">
            <a:avLst/>
          </a:prstGeom>
          <a:solidFill>
            <a:srgbClr val="70AD47">
              <a:lumMod val="20000"/>
              <a:lumOff val="80000"/>
              <a:alpha val="50000"/>
            </a:srgbClr>
          </a:solidFill>
          <a:ln w="12700" cap="flat" cmpd="sng" algn="ctr">
            <a:solidFill>
              <a:srgbClr val="70AD47"/>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623360" rtl="0" eaLnBrk="1" fontAlgn="auto" latinLnBrk="0" hangingPunct="0">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70AD47"/>
                </a:solidFill>
                <a:effectLst/>
                <a:uLnTx/>
                <a:uFillTx/>
                <a:latin typeface="Calibri" panose="020F0502020204030204"/>
                <a:ea typeface="+mn-ea"/>
                <a:cs typeface="Arial"/>
              </a:rPr>
              <a:t>IVR</a:t>
            </a:r>
          </a:p>
        </p:txBody>
      </p:sp>
      <p:sp>
        <p:nvSpPr>
          <p:cNvPr id="104" name="Rectangle 103">
            <a:extLst>
              <a:ext uri="{FF2B5EF4-FFF2-40B4-BE49-F238E27FC236}">
                <a16:creationId xmlns:a16="http://schemas.microsoft.com/office/drawing/2014/main" id="{D2461129-802C-4D3C-A364-8EDAAF937FE1}"/>
              </a:ext>
            </a:extLst>
          </p:cNvPr>
          <p:cNvSpPr/>
          <p:nvPr/>
        </p:nvSpPr>
        <p:spPr bwMode="auto">
          <a:xfrm>
            <a:off x="3749497" y="3506100"/>
            <a:ext cx="3191085" cy="914400"/>
          </a:xfrm>
          <a:prstGeom prst="rect">
            <a:avLst/>
          </a:prstGeom>
          <a:solidFill>
            <a:srgbClr val="D9F1E6">
              <a:alpha val="49804"/>
            </a:srgbClr>
          </a:solidFill>
          <a:ln w="12700" cap="flat" cmpd="sng" algn="ctr">
            <a:solidFill>
              <a:srgbClr val="45AF89"/>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623360" rtl="0" eaLnBrk="1" fontAlgn="auto" latinLnBrk="0" hangingPunct="0">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45AF89"/>
                </a:solidFill>
                <a:effectLst/>
                <a:uLnTx/>
                <a:uFillTx/>
                <a:latin typeface="Calibri" panose="020F0502020204030204"/>
                <a:ea typeface="+mn-ea"/>
                <a:cs typeface="Arial"/>
              </a:rPr>
              <a:t>CB</a:t>
            </a:r>
          </a:p>
        </p:txBody>
      </p:sp>
      <p:sp>
        <p:nvSpPr>
          <p:cNvPr id="105" name="TextBox 104">
            <a:extLst>
              <a:ext uri="{FF2B5EF4-FFF2-40B4-BE49-F238E27FC236}">
                <a16:creationId xmlns:a16="http://schemas.microsoft.com/office/drawing/2014/main" id="{4928EE87-CD61-4A2C-8F4F-D3B45EDE426B}"/>
              </a:ext>
            </a:extLst>
          </p:cNvPr>
          <p:cNvSpPr txBox="1"/>
          <p:nvPr/>
        </p:nvSpPr>
        <p:spPr>
          <a:xfrm>
            <a:off x="1149423" y="2839707"/>
            <a:ext cx="11483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App feature releases</a:t>
            </a:r>
          </a:p>
        </p:txBody>
      </p:sp>
      <p:sp>
        <p:nvSpPr>
          <p:cNvPr id="106" name="TextBox 105">
            <a:extLst>
              <a:ext uri="{FF2B5EF4-FFF2-40B4-BE49-F238E27FC236}">
                <a16:creationId xmlns:a16="http://schemas.microsoft.com/office/drawing/2014/main" id="{BFCDDEB5-C4A3-4852-8CE1-B30E03AEB477}"/>
              </a:ext>
            </a:extLst>
          </p:cNvPr>
          <p:cNvSpPr txBox="1"/>
          <p:nvPr/>
        </p:nvSpPr>
        <p:spPr>
          <a:xfrm>
            <a:off x="1521316" y="2481100"/>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12</a:t>
            </a:r>
          </a:p>
        </p:txBody>
      </p:sp>
      <p:sp>
        <p:nvSpPr>
          <p:cNvPr id="107" name="TextBox 106">
            <a:extLst>
              <a:ext uri="{FF2B5EF4-FFF2-40B4-BE49-F238E27FC236}">
                <a16:creationId xmlns:a16="http://schemas.microsoft.com/office/drawing/2014/main" id="{A21ABD0E-7689-4752-B80E-7ACEF6246D98}"/>
              </a:ext>
            </a:extLst>
          </p:cNvPr>
          <p:cNvSpPr txBox="1"/>
          <p:nvPr/>
        </p:nvSpPr>
        <p:spPr>
          <a:xfrm>
            <a:off x="1169258" y="1698319"/>
            <a:ext cx="116901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Change Initiatives live</a:t>
            </a:r>
          </a:p>
        </p:txBody>
      </p:sp>
      <p:sp>
        <p:nvSpPr>
          <p:cNvPr id="108" name="TextBox 107">
            <a:extLst>
              <a:ext uri="{FF2B5EF4-FFF2-40B4-BE49-F238E27FC236}">
                <a16:creationId xmlns:a16="http://schemas.microsoft.com/office/drawing/2014/main" id="{502B02BA-6920-4149-ABDA-6F8F719169DD}"/>
              </a:ext>
            </a:extLst>
          </p:cNvPr>
          <p:cNvSpPr txBox="1"/>
          <p:nvPr/>
        </p:nvSpPr>
        <p:spPr>
          <a:xfrm>
            <a:off x="1514852" y="1354762"/>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35</a:t>
            </a:r>
          </a:p>
        </p:txBody>
      </p:sp>
      <p:sp>
        <p:nvSpPr>
          <p:cNvPr id="109" name="TextBox 108">
            <a:extLst>
              <a:ext uri="{FF2B5EF4-FFF2-40B4-BE49-F238E27FC236}">
                <a16:creationId xmlns:a16="http://schemas.microsoft.com/office/drawing/2014/main" id="{6329F58E-8CD1-4321-B92E-7706B985B999}"/>
              </a:ext>
            </a:extLst>
          </p:cNvPr>
          <p:cNvSpPr txBox="1"/>
          <p:nvPr/>
        </p:nvSpPr>
        <p:spPr>
          <a:xfrm>
            <a:off x="4448690" y="3972779"/>
            <a:ext cx="10115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Chats per month</a:t>
            </a:r>
          </a:p>
        </p:txBody>
      </p:sp>
      <p:sp>
        <p:nvSpPr>
          <p:cNvPr id="110" name="TextBox 109">
            <a:extLst>
              <a:ext uri="{FF2B5EF4-FFF2-40B4-BE49-F238E27FC236}">
                <a16:creationId xmlns:a16="http://schemas.microsoft.com/office/drawing/2014/main" id="{45876056-80B5-4DE8-8F93-EDE3FE86D114}"/>
              </a:ext>
            </a:extLst>
          </p:cNvPr>
          <p:cNvSpPr txBox="1"/>
          <p:nvPr/>
        </p:nvSpPr>
        <p:spPr>
          <a:xfrm>
            <a:off x="4526255" y="3613027"/>
            <a:ext cx="889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15,000</a:t>
            </a:r>
          </a:p>
        </p:txBody>
      </p:sp>
      <p:sp>
        <p:nvSpPr>
          <p:cNvPr id="111" name="TextBox 110">
            <a:extLst>
              <a:ext uri="{FF2B5EF4-FFF2-40B4-BE49-F238E27FC236}">
                <a16:creationId xmlns:a16="http://schemas.microsoft.com/office/drawing/2014/main" id="{6CAFE304-4739-4833-BB69-E627FD725FE2}"/>
              </a:ext>
            </a:extLst>
          </p:cNvPr>
          <p:cNvSpPr txBox="1"/>
          <p:nvPr/>
        </p:nvSpPr>
        <p:spPr>
          <a:xfrm>
            <a:off x="5426564" y="3938782"/>
            <a:ext cx="139211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Chat containment by AI</a:t>
            </a:r>
          </a:p>
        </p:txBody>
      </p:sp>
      <p:sp>
        <p:nvSpPr>
          <p:cNvPr id="112" name="TextBox 111">
            <a:extLst>
              <a:ext uri="{FF2B5EF4-FFF2-40B4-BE49-F238E27FC236}">
                <a16:creationId xmlns:a16="http://schemas.microsoft.com/office/drawing/2014/main" id="{01A98017-2F4B-40DD-AF29-CE4C1E3B4319}"/>
              </a:ext>
            </a:extLst>
          </p:cNvPr>
          <p:cNvSpPr txBox="1"/>
          <p:nvPr/>
        </p:nvSpPr>
        <p:spPr>
          <a:xfrm>
            <a:off x="5854807" y="3613027"/>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60%</a:t>
            </a:r>
          </a:p>
        </p:txBody>
      </p:sp>
      <p:sp>
        <p:nvSpPr>
          <p:cNvPr id="113" name="TextBox 112">
            <a:extLst>
              <a:ext uri="{FF2B5EF4-FFF2-40B4-BE49-F238E27FC236}">
                <a16:creationId xmlns:a16="http://schemas.microsoft.com/office/drawing/2014/main" id="{6983C6AB-11A9-4332-A76D-B7D9DF8DA937}"/>
              </a:ext>
            </a:extLst>
          </p:cNvPr>
          <p:cNvSpPr txBox="1"/>
          <p:nvPr/>
        </p:nvSpPr>
        <p:spPr>
          <a:xfrm>
            <a:off x="2254898" y="1698319"/>
            <a:ext cx="132249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Successful Major release events</a:t>
            </a:r>
          </a:p>
        </p:txBody>
      </p:sp>
      <p:sp>
        <p:nvSpPr>
          <p:cNvPr id="114" name="TextBox 113">
            <a:extLst>
              <a:ext uri="{FF2B5EF4-FFF2-40B4-BE49-F238E27FC236}">
                <a16:creationId xmlns:a16="http://schemas.microsoft.com/office/drawing/2014/main" id="{EA1017AD-9D2A-4247-B166-3D64B0269C16}"/>
              </a:ext>
            </a:extLst>
          </p:cNvPr>
          <p:cNvSpPr txBox="1"/>
          <p:nvPr/>
        </p:nvSpPr>
        <p:spPr>
          <a:xfrm>
            <a:off x="2671030" y="1354762"/>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7" name="TextBox 116">
            <a:extLst>
              <a:ext uri="{FF2B5EF4-FFF2-40B4-BE49-F238E27FC236}">
                <a16:creationId xmlns:a16="http://schemas.microsoft.com/office/drawing/2014/main" id="{E4F9F426-FFEB-4E62-82F9-A81AACED7AEB}"/>
              </a:ext>
            </a:extLst>
          </p:cNvPr>
          <p:cNvSpPr txBox="1"/>
          <p:nvPr/>
        </p:nvSpPr>
        <p:spPr>
          <a:xfrm>
            <a:off x="1186111" y="3967372"/>
            <a:ext cx="127736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Change Initiatives live</a:t>
            </a:r>
          </a:p>
        </p:txBody>
      </p:sp>
      <p:sp>
        <p:nvSpPr>
          <p:cNvPr id="118" name="TextBox 117">
            <a:extLst>
              <a:ext uri="{FF2B5EF4-FFF2-40B4-BE49-F238E27FC236}">
                <a16:creationId xmlns:a16="http://schemas.microsoft.com/office/drawing/2014/main" id="{C8052D2B-104F-4A1C-832B-27A8376BB99A}"/>
              </a:ext>
            </a:extLst>
          </p:cNvPr>
          <p:cNvSpPr txBox="1"/>
          <p:nvPr/>
        </p:nvSpPr>
        <p:spPr>
          <a:xfrm>
            <a:off x="1642076" y="3613079"/>
            <a:ext cx="4411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19" name="TextBox 118">
            <a:extLst>
              <a:ext uri="{FF2B5EF4-FFF2-40B4-BE49-F238E27FC236}">
                <a16:creationId xmlns:a16="http://schemas.microsoft.com/office/drawing/2014/main" id="{C8E0A1CB-19C8-4AB6-905F-D7E4E40CF4AE}"/>
              </a:ext>
            </a:extLst>
          </p:cNvPr>
          <p:cNvSpPr txBox="1"/>
          <p:nvPr/>
        </p:nvSpPr>
        <p:spPr>
          <a:xfrm>
            <a:off x="2446538" y="3967372"/>
            <a:ext cx="108995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Incidents responded to</a:t>
            </a:r>
          </a:p>
        </p:txBody>
      </p:sp>
      <p:sp>
        <p:nvSpPr>
          <p:cNvPr id="120" name="TextBox 119">
            <a:extLst>
              <a:ext uri="{FF2B5EF4-FFF2-40B4-BE49-F238E27FC236}">
                <a16:creationId xmlns:a16="http://schemas.microsoft.com/office/drawing/2014/main" id="{1327F355-2BF9-48E6-B822-D09AEE494336}"/>
              </a:ext>
            </a:extLst>
          </p:cNvPr>
          <p:cNvSpPr txBox="1"/>
          <p:nvPr/>
        </p:nvSpPr>
        <p:spPr>
          <a:xfrm>
            <a:off x="2742302" y="3618806"/>
            <a:ext cx="4411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121" name="TextBox 120">
            <a:extLst>
              <a:ext uri="{FF2B5EF4-FFF2-40B4-BE49-F238E27FC236}">
                <a16:creationId xmlns:a16="http://schemas.microsoft.com/office/drawing/2014/main" id="{158539D7-CFD2-422E-A193-D9D1A5247642}"/>
              </a:ext>
            </a:extLst>
          </p:cNvPr>
          <p:cNvSpPr txBox="1"/>
          <p:nvPr/>
        </p:nvSpPr>
        <p:spPr>
          <a:xfrm>
            <a:off x="3440605" y="2839707"/>
            <a:ext cx="13952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Automation scripts created</a:t>
            </a:r>
          </a:p>
        </p:txBody>
      </p:sp>
      <p:sp>
        <p:nvSpPr>
          <p:cNvPr id="122" name="TextBox 121">
            <a:extLst>
              <a:ext uri="{FF2B5EF4-FFF2-40B4-BE49-F238E27FC236}">
                <a16:creationId xmlns:a16="http://schemas.microsoft.com/office/drawing/2014/main" id="{35A5D4B7-04FC-44D0-A09C-A61105B4F312}"/>
              </a:ext>
            </a:extLst>
          </p:cNvPr>
          <p:cNvSpPr txBox="1"/>
          <p:nvPr/>
        </p:nvSpPr>
        <p:spPr>
          <a:xfrm>
            <a:off x="3860237" y="2481100"/>
            <a:ext cx="5693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452</a:t>
            </a:r>
          </a:p>
        </p:txBody>
      </p:sp>
      <p:sp>
        <p:nvSpPr>
          <p:cNvPr id="123" name="TextBox 122">
            <a:extLst>
              <a:ext uri="{FF2B5EF4-FFF2-40B4-BE49-F238E27FC236}">
                <a16:creationId xmlns:a16="http://schemas.microsoft.com/office/drawing/2014/main" id="{CE51CB0E-47A4-47FE-8529-E44A560C71E1}"/>
              </a:ext>
            </a:extLst>
          </p:cNvPr>
          <p:cNvSpPr txBox="1"/>
          <p:nvPr/>
        </p:nvSpPr>
        <p:spPr>
          <a:xfrm>
            <a:off x="2245853" y="2839707"/>
            <a:ext cx="129286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Design system with IBM carbon</a:t>
            </a:r>
          </a:p>
        </p:txBody>
      </p:sp>
      <p:sp>
        <p:nvSpPr>
          <p:cNvPr id="124" name="TextBox 123">
            <a:extLst>
              <a:ext uri="{FF2B5EF4-FFF2-40B4-BE49-F238E27FC236}">
                <a16:creationId xmlns:a16="http://schemas.microsoft.com/office/drawing/2014/main" id="{41B66E21-4515-4DC2-B747-20AFB698D5B9}"/>
              </a:ext>
            </a:extLst>
          </p:cNvPr>
          <p:cNvSpPr txBox="1"/>
          <p:nvPr/>
        </p:nvSpPr>
        <p:spPr>
          <a:xfrm>
            <a:off x="2732308" y="2481100"/>
            <a:ext cx="26596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5" name="Rectangle 124">
            <a:extLst>
              <a:ext uri="{FF2B5EF4-FFF2-40B4-BE49-F238E27FC236}">
                <a16:creationId xmlns:a16="http://schemas.microsoft.com/office/drawing/2014/main" id="{D7EB3EE0-326A-4FD1-A86E-A12738FA3F73}"/>
              </a:ext>
            </a:extLst>
          </p:cNvPr>
          <p:cNvSpPr/>
          <p:nvPr/>
        </p:nvSpPr>
        <p:spPr bwMode="auto">
          <a:xfrm>
            <a:off x="415775" y="4565925"/>
            <a:ext cx="6524808" cy="914400"/>
          </a:xfrm>
          <a:prstGeom prst="rect">
            <a:avLst/>
          </a:prstGeom>
          <a:solidFill>
            <a:srgbClr val="4472C4">
              <a:lumMod val="20000"/>
              <a:lumOff val="80000"/>
              <a:alpha val="50000"/>
            </a:srgbClr>
          </a:solidFill>
          <a:ln w="12700" cap="flat" cmpd="sng" algn="ctr">
            <a:solidFill>
              <a:srgbClr val="4472C4"/>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623360" rtl="0" eaLnBrk="1" fontAlgn="auto" latinLnBrk="0" hangingPunct="0">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4472C4"/>
                </a:solidFill>
                <a:effectLst/>
                <a:uLnTx/>
                <a:uFillTx/>
                <a:latin typeface="Calibri" panose="020F0502020204030204"/>
                <a:ea typeface="+mn-ea"/>
                <a:cs typeface="Arial"/>
              </a:rPr>
              <a:t>Open Banking</a:t>
            </a:r>
          </a:p>
        </p:txBody>
      </p:sp>
      <p:sp>
        <p:nvSpPr>
          <p:cNvPr id="128" name="Rectangle 127">
            <a:extLst>
              <a:ext uri="{FF2B5EF4-FFF2-40B4-BE49-F238E27FC236}">
                <a16:creationId xmlns:a16="http://schemas.microsoft.com/office/drawing/2014/main" id="{9552BB55-888B-4CB2-98A9-B9FE54F2836F}"/>
              </a:ext>
            </a:extLst>
          </p:cNvPr>
          <p:cNvSpPr/>
          <p:nvPr/>
        </p:nvSpPr>
        <p:spPr bwMode="auto">
          <a:xfrm>
            <a:off x="4406730" y="5652110"/>
            <a:ext cx="2533851" cy="914400"/>
          </a:xfrm>
          <a:prstGeom prst="rect">
            <a:avLst/>
          </a:prstGeom>
          <a:solidFill>
            <a:srgbClr val="A5A5A5">
              <a:lumMod val="20000"/>
              <a:lumOff val="80000"/>
              <a:alpha val="50000"/>
            </a:srgbClr>
          </a:solidFill>
          <a:ln w="12700" cap="flat" cmpd="sng" algn="ctr">
            <a:solidFill>
              <a:srgbClr val="A5A5A5"/>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A5A5A5"/>
                </a:solidFill>
                <a:effectLst/>
                <a:uLnTx/>
                <a:uFillTx/>
                <a:latin typeface="Calibri" panose="020F0502020204030204"/>
                <a:ea typeface="+mn-ea"/>
                <a:cs typeface="Arial"/>
              </a:rPr>
              <a:t>Virtual Bank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dirty="0">
              <a:ln>
                <a:noFill/>
              </a:ln>
              <a:solidFill>
                <a:srgbClr val="A5A5A5"/>
              </a:solidFill>
              <a:effectLst/>
              <a:uLnTx/>
              <a:uFillTx/>
              <a:latin typeface="Calibri" panose="020F0502020204030204"/>
              <a:ea typeface="+mn-ea"/>
              <a:cs typeface="Arial"/>
            </a:endParaRPr>
          </a:p>
        </p:txBody>
      </p:sp>
      <p:sp>
        <p:nvSpPr>
          <p:cNvPr id="129" name="Rectangle 128">
            <a:extLst>
              <a:ext uri="{FF2B5EF4-FFF2-40B4-BE49-F238E27FC236}">
                <a16:creationId xmlns:a16="http://schemas.microsoft.com/office/drawing/2014/main" id="{A43CFAFC-C31A-4574-8DDF-FB36970EABD3}"/>
              </a:ext>
            </a:extLst>
          </p:cNvPr>
          <p:cNvSpPr/>
          <p:nvPr/>
        </p:nvSpPr>
        <p:spPr bwMode="auto">
          <a:xfrm>
            <a:off x="3729933" y="1277761"/>
            <a:ext cx="3191084" cy="914400"/>
          </a:xfrm>
          <a:prstGeom prst="rect">
            <a:avLst/>
          </a:prstGeom>
          <a:solidFill>
            <a:srgbClr val="FFC000">
              <a:lumMod val="20000"/>
              <a:lumOff val="80000"/>
              <a:alpha val="50000"/>
            </a:srgbClr>
          </a:solidFill>
          <a:ln w="12700" cap="flat" cmpd="sng" algn="ctr">
            <a:solidFill>
              <a:srgbClr val="FFC000">
                <a:shade val="50000"/>
              </a:srgbClr>
            </a:solidFill>
            <a:prstDash val="solid"/>
            <a:miter lim="800000"/>
          </a:ln>
          <a:effectLst/>
        </p:spPr>
        <p:txBody>
          <a:bodyPr rot="0" spcFirstLastPara="1" vertOverflow="overflow" horzOverflow="overflow" vert="horz" wrap="square" lIns="60959" tIns="60959" rIns="60959" bIns="60959" numCol="1" spcCol="3810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FFC000">
                    <a:lumMod val="75000"/>
                  </a:srgbClr>
                </a:solidFill>
                <a:effectLst/>
                <a:uLnTx/>
                <a:uFillTx/>
                <a:latin typeface="Calibri" panose="020F0502020204030204"/>
                <a:ea typeface="+mn-ea"/>
                <a:cs typeface="Arial"/>
              </a:rPr>
              <a:t>Internet Bank</a:t>
            </a:r>
          </a:p>
        </p:txBody>
      </p:sp>
      <p:pic>
        <p:nvPicPr>
          <p:cNvPr id="130" name="Graphic 129" descr="Internet">
            <a:extLst>
              <a:ext uri="{FF2B5EF4-FFF2-40B4-BE49-F238E27FC236}">
                <a16:creationId xmlns:a16="http://schemas.microsoft.com/office/drawing/2014/main" id="{58366D73-EB81-4786-80EC-1D905753551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7527" y="1645307"/>
            <a:ext cx="343900" cy="343900"/>
          </a:xfrm>
          <a:prstGeom prst="rect">
            <a:avLst/>
          </a:prstGeom>
        </p:spPr>
      </p:pic>
      <p:pic>
        <p:nvPicPr>
          <p:cNvPr id="131" name="Graphic 130" descr="Smart Phone">
            <a:extLst>
              <a:ext uri="{FF2B5EF4-FFF2-40B4-BE49-F238E27FC236}">
                <a16:creationId xmlns:a16="http://schemas.microsoft.com/office/drawing/2014/main" id="{0C6FFAFA-0807-4A88-A9F9-E32A1930FAD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4769" y="2780498"/>
            <a:ext cx="246619" cy="246619"/>
          </a:xfrm>
          <a:prstGeom prst="rect">
            <a:avLst/>
          </a:prstGeom>
        </p:spPr>
      </p:pic>
      <p:grpSp>
        <p:nvGrpSpPr>
          <p:cNvPr id="132" name="Group 131">
            <a:extLst>
              <a:ext uri="{FF2B5EF4-FFF2-40B4-BE49-F238E27FC236}">
                <a16:creationId xmlns:a16="http://schemas.microsoft.com/office/drawing/2014/main" id="{0CA3DC82-F2DF-4BEF-A95E-550AAD87752F}"/>
              </a:ext>
            </a:extLst>
          </p:cNvPr>
          <p:cNvGrpSpPr/>
          <p:nvPr/>
        </p:nvGrpSpPr>
        <p:grpSpPr>
          <a:xfrm>
            <a:off x="3928353" y="1649187"/>
            <a:ext cx="303288" cy="336141"/>
            <a:chOff x="5467484" y="74827"/>
            <a:chExt cx="197296" cy="197296"/>
          </a:xfrm>
        </p:grpSpPr>
        <p:pic>
          <p:nvPicPr>
            <p:cNvPr id="133" name="Graphic 132" descr="Monitor">
              <a:extLst>
                <a:ext uri="{FF2B5EF4-FFF2-40B4-BE49-F238E27FC236}">
                  <a16:creationId xmlns:a16="http://schemas.microsoft.com/office/drawing/2014/main" id="{83CCBE23-BAF4-4576-8101-3CCD967D5E4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7484" y="74827"/>
              <a:ext cx="197296" cy="197296"/>
            </a:xfrm>
            <a:prstGeom prst="rect">
              <a:avLst/>
            </a:prstGeom>
          </p:spPr>
        </p:pic>
        <p:pic>
          <p:nvPicPr>
            <p:cNvPr id="134" name="Graphic 133" descr="Lock">
              <a:extLst>
                <a:ext uri="{FF2B5EF4-FFF2-40B4-BE49-F238E27FC236}">
                  <a16:creationId xmlns:a16="http://schemas.microsoft.com/office/drawing/2014/main" id="{62AABE2F-A6C4-4926-BC90-6032550DAC6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15342" y="108175"/>
              <a:ext cx="100571" cy="100571"/>
            </a:xfrm>
            <a:prstGeom prst="rect">
              <a:avLst/>
            </a:prstGeom>
          </p:spPr>
        </p:pic>
      </p:grpSp>
      <p:pic>
        <p:nvPicPr>
          <p:cNvPr id="135" name="Graphic 134" descr="Receiver">
            <a:extLst>
              <a:ext uri="{FF2B5EF4-FFF2-40B4-BE49-F238E27FC236}">
                <a16:creationId xmlns:a16="http://schemas.microsoft.com/office/drawing/2014/main" id="{4B1FB2EF-4488-4FED-9917-AAFC27641AD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6162" y="3900115"/>
            <a:ext cx="263061" cy="259963"/>
          </a:xfrm>
          <a:prstGeom prst="rect">
            <a:avLst/>
          </a:prstGeom>
        </p:spPr>
      </p:pic>
      <p:pic>
        <p:nvPicPr>
          <p:cNvPr id="136" name="Graphic 135" descr="Cloud Computing">
            <a:extLst>
              <a:ext uri="{FF2B5EF4-FFF2-40B4-BE49-F238E27FC236}">
                <a16:creationId xmlns:a16="http://schemas.microsoft.com/office/drawing/2014/main" id="{C9967380-7DB2-409C-9EBF-2429A2E7176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9572" y="4910422"/>
            <a:ext cx="361816" cy="361816"/>
          </a:xfrm>
          <a:prstGeom prst="rect">
            <a:avLst/>
          </a:prstGeom>
        </p:spPr>
      </p:pic>
      <p:pic>
        <p:nvPicPr>
          <p:cNvPr id="137" name="Graphic 136" descr="Link">
            <a:extLst>
              <a:ext uri="{FF2B5EF4-FFF2-40B4-BE49-F238E27FC236}">
                <a16:creationId xmlns:a16="http://schemas.microsoft.com/office/drawing/2014/main" id="{79880628-0C48-4A30-B0C1-5B005D4DB75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4011" y="6002839"/>
            <a:ext cx="387416" cy="387416"/>
          </a:xfrm>
          <a:prstGeom prst="rect">
            <a:avLst/>
          </a:prstGeom>
        </p:spPr>
      </p:pic>
      <p:pic>
        <p:nvPicPr>
          <p:cNvPr id="138" name="Graphic 137" descr="Safe">
            <a:extLst>
              <a:ext uri="{FF2B5EF4-FFF2-40B4-BE49-F238E27FC236}">
                <a16:creationId xmlns:a16="http://schemas.microsoft.com/office/drawing/2014/main" id="{9612C392-3C51-4CE3-84D0-AFFC1CFD29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61421" y="5957751"/>
            <a:ext cx="314570" cy="432504"/>
          </a:xfrm>
          <a:prstGeom prst="rect">
            <a:avLst/>
          </a:prstGeom>
        </p:spPr>
      </p:pic>
      <p:pic>
        <p:nvPicPr>
          <p:cNvPr id="139" name="Graphic 138" descr="Chat bubble with solid fill">
            <a:extLst>
              <a:ext uri="{FF2B5EF4-FFF2-40B4-BE49-F238E27FC236}">
                <a16:creationId xmlns:a16="http://schemas.microsoft.com/office/drawing/2014/main" id="{C498C0CE-5AA4-4018-B617-D0CD99AB259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871642" y="3803662"/>
            <a:ext cx="369332" cy="369332"/>
          </a:xfrm>
          <a:prstGeom prst="rect">
            <a:avLst/>
          </a:prstGeom>
        </p:spPr>
      </p:pic>
      <p:sp>
        <p:nvSpPr>
          <p:cNvPr id="115" name="TextBox 114">
            <a:extLst>
              <a:ext uri="{FF2B5EF4-FFF2-40B4-BE49-F238E27FC236}">
                <a16:creationId xmlns:a16="http://schemas.microsoft.com/office/drawing/2014/main" id="{21CCC3DA-17B8-491C-896A-8A8D247698A0}"/>
              </a:ext>
            </a:extLst>
          </p:cNvPr>
          <p:cNvSpPr txBox="1"/>
          <p:nvPr/>
        </p:nvSpPr>
        <p:spPr>
          <a:xfrm>
            <a:off x="4030064" y="1707844"/>
            <a:ext cx="13489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Small change items live</a:t>
            </a:r>
          </a:p>
        </p:txBody>
      </p:sp>
      <p:sp>
        <p:nvSpPr>
          <p:cNvPr id="116" name="TextBox 115">
            <a:extLst>
              <a:ext uri="{FF2B5EF4-FFF2-40B4-BE49-F238E27FC236}">
                <a16:creationId xmlns:a16="http://schemas.microsoft.com/office/drawing/2014/main" id="{FBE4100C-4FF7-490E-95A0-00C483BF1447}"/>
              </a:ext>
            </a:extLst>
          </p:cNvPr>
          <p:cNvSpPr txBox="1"/>
          <p:nvPr/>
        </p:nvSpPr>
        <p:spPr>
          <a:xfrm>
            <a:off x="4466655" y="1469062"/>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28</a:t>
            </a:r>
          </a:p>
        </p:txBody>
      </p:sp>
      <p:sp>
        <p:nvSpPr>
          <p:cNvPr id="126" name="TextBox 125">
            <a:extLst>
              <a:ext uri="{FF2B5EF4-FFF2-40B4-BE49-F238E27FC236}">
                <a16:creationId xmlns:a16="http://schemas.microsoft.com/office/drawing/2014/main" id="{6C7B8998-1864-44AC-A43D-D03842598B7E}"/>
              </a:ext>
            </a:extLst>
          </p:cNvPr>
          <p:cNvSpPr txBox="1"/>
          <p:nvPr/>
        </p:nvSpPr>
        <p:spPr>
          <a:xfrm>
            <a:off x="5190694" y="1698319"/>
            <a:ext cx="13952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Automation scripts created</a:t>
            </a:r>
          </a:p>
        </p:txBody>
      </p:sp>
      <p:sp>
        <p:nvSpPr>
          <p:cNvPr id="127" name="TextBox 126">
            <a:extLst>
              <a:ext uri="{FF2B5EF4-FFF2-40B4-BE49-F238E27FC236}">
                <a16:creationId xmlns:a16="http://schemas.microsoft.com/office/drawing/2014/main" id="{F600E30A-B88D-4A87-935B-83F7CA72A0F7}"/>
              </a:ext>
            </a:extLst>
          </p:cNvPr>
          <p:cNvSpPr txBox="1"/>
          <p:nvPr/>
        </p:nvSpPr>
        <p:spPr>
          <a:xfrm>
            <a:off x="5578582" y="1430962"/>
            <a:ext cx="5693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152</a:t>
            </a:r>
          </a:p>
        </p:txBody>
      </p:sp>
      <p:sp>
        <p:nvSpPr>
          <p:cNvPr id="140" name="TextBox 139">
            <a:extLst>
              <a:ext uri="{FF2B5EF4-FFF2-40B4-BE49-F238E27FC236}">
                <a16:creationId xmlns:a16="http://schemas.microsoft.com/office/drawing/2014/main" id="{E04D2258-8FBA-44BD-9989-3EF593E13210}"/>
              </a:ext>
            </a:extLst>
          </p:cNvPr>
          <p:cNvSpPr txBox="1"/>
          <p:nvPr/>
        </p:nvSpPr>
        <p:spPr>
          <a:xfrm>
            <a:off x="5462057" y="2840600"/>
            <a:ext cx="13952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Incidents responded to</a:t>
            </a:r>
          </a:p>
        </p:txBody>
      </p:sp>
      <p:sp>
        <p:nvSpPr>
          <p:cNvPr id="43" name="TextBox 42">
            <a:extLst>
              <a:ext uri="{FF2B5EF4-FFF2-40B4-BE49-F238E27FC236}">
                <a16:creationId xmlns:a16="http://schemas.microsoft.com/office/drawing/2014/main" id="{14648CBB-1B2A-4340-B569-EBB2EDC441A5}"/>
              </a:ext>
            </a:extLst>
          </p:cNvPr>
          <p:cNvSpPr txBox="1"/>
          <p:nvPr/>
        </p:nvSpPr>
        <p:spPr>
          <a:xfrm>
            <a:off x="7866500" y="1340680"/>
            <a:ext cx="17274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CTB / RTB squads matured</a:t>
            </a:r>
          </a:p>
        </p:txBody>
      </p:sp>
      <p:sp>
        <p:nvSpPr>
          <p:cNvPr id="44" name="TextBox 43">
            <a:extLst>
              <a:ext uri="{FF2B5EF4-FFF2-40B4-BE49-F238E27FC236}">
                <a16:creationId xmlns:a16="http://schemas.microsoft.com/office/drawing/2014/main" id="{8D8D6C66-98EF-4076-AA18-2CB77CE00E40}"/>
              </a:ext>
            </a:extLst>
          </p:cNvPr>
          <p:cNvSpPr txBox="1"/>
          <p:nvPr/>
        </p:nvSpPr>
        <p:spPr>
          <a:xfrm>
            <a:off x="7142600" y="1378252"/>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00FF"/>
                </a:solidFill>
                <a:effectLst/>
                <a:uLnTx/>
                <a:uFillTx/>
                <a:latin typeface="Arial" panose="020B0604020202020204"/>
                <a:ea typeface="+mn-ea"/>
                <a:cs typeface="+mn-cs"/>
              </a:rPr>
              <a:t>17</a:t>
            </a:r>
          </a:p>
        </p:txBody>
      </p:sp>
      <p:sp>
        <p:nvSpPr>
          <p:cNvPr id="58" name="TextBox 57">
            <a:extLst>
              <a:ext uri="{FF2B5EF4-FFF2-40B4-BE49-F238E27FC236}">
                <a16:creationId xmlns:a16="http://schemas.microsoft.com/office/drawing/2014/main" id="{F4AE1D56-4777-482E-AB70-DD66C953E4C4}"/>
              </a:ext>
            </a:extLst>
          </p:cNvPr>
          <p:cNvSpPr txBox="1"/>
          <p:nvPr/>
        </p:nvSpPr>
        <p:spPr>
          <a:xfrm>
            <a:off x="7085450" y="783512"/>
            <a:ext cx="7040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00FF"/>
                </a:solidFill>
                <a:effectLst/>
                <a:uLnTx/>
                <a:uFillTx/>
                <a:latin typeface="Arial" panose="020B0604020202020204"/>
                <a:ea typeface="+mn-ea"/>
                <a:cs typeface="+mn-cs"/>
              </a:rPr>
              <a:t>250+</a:t>
            </a:r>
          </a:p>
        </p:txBody>
      </p:sp>
      <p:sp>
        <p:nvSpPr>
          <p:cNvPr id="145" name="TextBox 144">
            <a:extLst>
              <a:ext uri="{FF2B5EF4-FFF2-40B4-BE49-F238E27FC236}">
                <a16:creationId xmlns:a16="http://schemas.microsoft.com/office/drawing/2014/main" id="{D116FC45-9E7C-4021-80CC-98EFFBDA3F27}"/>
              </a:ext>
            </a:extLst>
          </p:cNvPr>
          <p:cNvSpPr txBox="1"/>
          <p:nvPr/>
        </p:nvSpPr>
        <p:spPr>
          <a:xfrm>
            <a:off x="4620461" y="2932040"/>
            <a:ext cx="139525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iOS rating</a:t>
            </a:r>
          </a:p>
        </p:txBody>
      </p:sp>
      <p:sp>
        <p:nvSpPr>
          <p:cNvPr id="146" name="TextBox 145">
            <a:extLst>
              <a:ext uri="{FF2B5EF4-FFF2-40B4-BE49-F238E27FC236}">
                <a16:creationId xmlns:a16="http://schemas.microsoft.com/office/drawing/2014/main" id="{4E2CE59B-3DAE-465F-904F-E0DC8ECC047C}"/>
              </a:ext>
            </a:extLst>
          </p:cNvPr>
          <p:cNvSpPr txBox="1"/>
          <p:nvPr/>
        </p:nvSpPr>
        <p:spPr>
          <a:xfrm>
            <a:off x="5040093" y="2481100"/>
            <a:ext cx="4764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4.8</a:t>
            </a:r>
          </a:p>
        </p:txBody>
      </p:sp>
      <p:sp>
        <p:nvSpPr>
          <p:cNvPr id="149" name="TextBox 148">
            <a:extLst>
              <a:ext uri="{FF2B5EF4-FFF2-40B4-BE49-F238E27FC236}">
                <a16:creationId xmlns:a16="http://schemas.microsoft.com/office/drawing/2014/main" id="{110FF1ED-3A71-413E-8F23-9FADB0BDF9D7}"/>
              </a:ext>
            </a:extLst>
          </p:cNvPr>
          <p:cNvSpPr txBox="1"/>
          <p:nvPr/>
        </p:nvSpPr>
        <p:spPr>
          <a:xfrm>
            <a:off x="1219439" y="4992992"/>
            <a:ext cx="11483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App feature releases</a:t>
            </a:r>
          </a:p>
        </p:txBody>
      </p:sp>
      <p:sp>
        <p:nvSpPr>
          <p:cNvPr id="150" name="TextBox 149">
            <a:extLst>
              <a:ext uri="{FF2B5EF4-FFF2-40B4-BE49-F238E27FC236}">
                <a16:creationId xmlns:a16="http://schemas.microsoft.com/office/drawing/2014/main" id="{3DAF15F6-680C-4787-9B7F-A80A029BDC00}"/>
              </a:ext>
            </a:extLst>
          </p:cNvPr>
          <p:cNvSpPr txBox="1"/>
          <p:nvPr/>
        </p:nvSpPr>
        <p:spPr>
          <a:xfrm>
            <a:off x="1591332" y="4634385"/>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21</a:t>
            </a:r>
          </a:p>
        </p:txBody>
      </p:sp>
      <p:sp>
        <p:nvSpPr>
          <p:cNvPr id="151" name="TextBox 150">
            <a:extLst>
              <a:ext uri="{FF2B5EF4-FFF2-40B4-BE49-F238E27FC236}">
                <a16:creationId xmlns:a16="http://schemas.microsoft.com/office/drawing/2014/main" id="{2CB636E8-0C34-443B-8EA1-E9CCCDC23BA2}"/>
              </a:ext>
            </a:extLst>
          </p:cNvPr>
          <p:cNvSpPr txBox="1"/>
          <p:nvPr/>
        </p:nvSpPr>
        <p:spPr>
          <a:xfrm>
            <a:off x="3510621" y="4992992"/>
            <a:ext cx="13952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Automation scripts created</a:t>
            </a:r>
          </a:p>
        </p:txBody>
      </p:sp>
      <p:sp>
        <p:nvSpPr>
          <p:cNvPr id="152" name="TextBox 151">
            <a:extLst>
              <a:ext uri="{FF2B5EF4-FFF2-40B4-BE49-F238E27FC236}">
                <a16:creationId xmlns:a16="http://schemas.microsoft.com/office/drawing/2014/main" id="{3DEA0444-0FC5-4B40-8CCB-D019B0E3276F}"/>
              </a:ext>
            </a:extLst>
          </p:cNvPr>
          <p:cNvSpPr txBox="1"/>
          <p:nvPr/>
        </p:nvSpPr>
        <p:spPr>
          <a:xfrm>
            <a:off x="3930253" y="4634385"/>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21</a:t>
            </a:r>
          </a:p>
        </p:txBody>
      </p:sp>
      <p:sp>
        <p:nvSpPr>
          <p:cNvPr id="153" name="TextBox 152">
            <a:extLst>
              <a:ext uri="{FF2B5EF4-FFF2-40B4-BE49-F238E27FC236}">
                <a16:creationId xmlns:a16="http://schemas.microsoft.com/office/drawing/2014/main" id="{41BEE36A-1EA7-4ECC-BBEE-0C387994D632}"/>
              </a:ext>
            </a:extLst>
          </p:cNvPr>
          <p:cNvSpPr txBox="1"/>
          <p:nvPr/>
        </p:nvSpPr>
        <p:spPr>
          <a:xfrm>
            <a:off x="2315869" y="4992992"/>
            <a:ext cx="129286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Test script coverage</a:t>
            </a:r>
          </a:p>
        </p:txBody>
      </p:sp>
      <p:sp>
        <p:nvSpPr>
          <p:cNvPr id="154" name="TextBox 153">
            <a:extLst>
              <a:ext uri="{FF2B5EF4-FFF2-40B4-BE49-F238E27FC236}">
                <a16:creationId xmlns:a16="http://schemas.microsoft.com/office/drawing/2014/main" id="{0B3C040C-CEEA-44C4-A070-3B4F214666D5}"/>
              </a:ext>
            </a:extLst>
          </p:cNvPr>
          <p:cNvSpPr txBox="1"/>
          <p:nvPr/>
        </p:nvSpPr>
        <p:spPr>
          <a:xfrm>
            <a:off x="2572027" y="4634385"/>
            <a:ext cx="78567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+50%</a:t>
            </a:r>
          </a:p>
        </p:txBody>
      </p:sp>
      <p:sp>
        <p:nvSpPr>
          <p:cNvPr id="155" name="TextBox 154">
            <a:extLst>
              <a:ext uri="{FF2B5EF4-FFF2-40B4-BE49-F238E27FC236}">
                <a16:creationId xmlns:a16="http://schemas.microsoft.com/office/drawing/2014/main" id="{7713B5C3-048C-411F-A193-7B7D1AEE65F6}"/>
              </a:ext>
            </a:extLst>
          </p:cNvPr>
          <p:cNvSpPr txBox="1"/>
          <p:nvPr/>
        </p:nvSpPr>
        <p:spPr>
          <a:xfrm>
            <a:off x="6008203" y="4874029"/>
            <a:ext cx="112955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Single monitoring dashboard</a:t>
            </a:r>
          </a:p>
        </p:txBody>
      </p:sp>
      <p:sp>
        <p:nvSpPr>
          <p:cNvPr id="156" name="TextBox 155">
            <a:extLst>
              <a:ext uri="{FF2B5EF4-FFF2-40B4-BE49-F238E27FC236}">
                <a16:creationId xmlns:a16="http://schemas.microsoft.com/office/drawing/2014/main" id="{6441932D-1696-4276-B5CC-7927EA5F2EB6}"/>
              </a:ext>
            </a:extLst>
          </p:cNvPr>
          <p:cNvSpPr txBox="1"/>
          <p:nvPr/>
        </p:nvSpPr>
        <p:spPr>
          <a:xfrm>
            <a:off x="6382538" y="4634385"/>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57" name="TextBox 156">
            <a:extLst>
              <a:ext uri="{FF2B5EF4-FFF2-40B4-BE49-F238E27FC236}">
                <a16:creationId xmlns:a16="http://schemas.microsoft.com/office/drawing/2014/main" id="{88E198D7-C369-4271-9FCC-0B0BFF372A96}"/>
              </a:ext>
            </a:extLst>
          </p:cNvPr>
          <p:cNvSpPr txBox="1"/>
          <p:nvPr/>
        </p:nvSpPr>
        <p:spPr>
          <a:xfrm>
            <a:off x="4810126" y="4992992"/>
            <a:ext cx="13952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Queries, issues and defects from TPPs</a:t>
            </a:r>
          </a:p>
        </p:txBody>
      </p:sp>
      <p:sp>
        <p:nvSpPr>
          <p:cNvPr id="158" name="TextBox 157">
            <a:extLst>
              <a:ext uri="{FF2B5EF4-FFF2-40B4-BE49-F238E27FC236}">
                <a16:creationId xmlns:a16="http://schemas.microsoft.com/office/drawing/2014/main" id="{F997CC6D-9C69-4E4C-BBC3-10A6BAEC83CC}"/>
              </a:ext>
            </a:extLst>
          </p:cNvPr>
          <p:cNvSpPr txBox="1"/>
          <p:nvPr/>
        </p:nvSpPr>
        <p:spPr>
          <a:xfrm>
            <a:off x="5110109" y="4634385"/>
            <a:ext cx="5357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297</a:t>
            </a:r>
          </a:p>
        </p:txBody>
      </p:sp>
      <p:sp>
        <p:nvSpPr>
          <p:cNvPr id="81" name="TextBox 80">
            <a:extLst>
              <a:ext uri="{FF2B5EF4-FFF2-40B4-BE49-F238E27FC236}">
                <a16:creationId xmlns:a16="http://schemas.microsoft.com/office/drawing/2014/main" id="{658D1EDA-FEF7-4FDD-9D29-CE0D90CA21C4}"/>
              </a:ext>
            </a:extLst>
          </p:cNvPr>
          <p:cNvSpPr txBox="1"/>
          <p:nvPr/>
        </p:nvSpPr>
        <p:spPr>
          <a:xfrm>
            <a:off x="2143977" y="6060788"/>
            <a:ext cx="11483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Change Initiatives</a:t>
            </a:r>
          </a:p>
        </p:txBody>
      </p:sp>
      <p:sp>
        <p:nvSpPr>
          <p:cNvPr id="82" name="TextBox 81">
            <a:extLst>
              <a:ext uri="{FF2B5EF4-FFF2-40B4-BE49-F238E27FC236}">
                <a16:creationId xmlns:a16="http://schemas.microsoft.com/office/drawing/2014/main" id="{DB5A5E38-0C22-4F18-8C09-3BD80EFCAB3F}"/>
              </a:ext>
            </a:extLst>
          </p:cNvPr>
          <p:cNvSpPr txBox="1"/>
          <p:nvPr/>
        </p:nvSpPr>
        <p:spPr>
          <a:xfrm>
            <a:off x="2515870" y="5702181"/>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27</a:t>
            </a:r>
          </a:p>
        </p:txBody>
      </p:sp>
      <p:sp>
        <p:nvSpPr>
          <p:cNvPr id="83" name="TextBox 82">
            <a:extLst>
              <a:ext uri="{FF2B5EF4-FFF2-40B4-BE49-F238E27FC236}">
                <a16:creationId xmlns:a16="http://schemas.microsoft.com/office/drawing/2014/main" id="{653DC8C7-9803-4352-BF08-CB5096BC1FFF}"/>
              </a:ext>
            </a:extLst>
          </p:cNvPr>
          <p:cNvSpPr txBox="1"/>
          <p:nvPr/>
        </p:nvSpPr>
        <p:spPr>
          <a:xfrm>
            <a:off x="3158320" y="6060788"/>
            <a:ext cx="108995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Incidents responded to</a:t>
            </a:r>
          </a:p>
        </p:txBody>
      </p:sp>
      <p:sp>
        <p:nvSpPr>
          <p:cNvPr id="84" name="TextBox 83">
            <a:extLst>
              <a:ext uri="{FF2B5EF4-FFF2-40B4-BE49-F238E27FC236}">
                <a16:creationId xmlns:a16="http://schemas.microsoft.com/office/drawing/2014/main" id="{92FA44D0-1B80-4891-90F6-8691F1CF7E9D}"/>
              </a:ext>
            </a:extLst>
          </p:cNvPr>
          <p:cNvSpPr txBox="1"/>
          <p:nvPr/>
        </p:nvSpPr>
        <p:spPr>
          <a:xfrm>
            <a:off x="3454084" y="5712222"/>
            <a:ext cx="4411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84</a:t>
            </a:r>
          </a:p>
        </p:txBody>
      </p:sp>
      <p:sp>
        <p:nvSpPr>
          <p:cNvPr id="85" name="TextBox 84">
            <a:extLst>
              <a:ext uri="{FF2B5EF4-FFF2-40B4-BE49-F238E27FC236}">
                <a16:creationId xmlns:a16="http://schemas.microsoft.com/office/drawing/2014/main" id="{E82A6EA4-5248-4AC6-BBE2-49F280163309}"/>
              </a:ext>
            </a:extLst>
          </p:cNvPr>
          <p:cNvSpPr txBox="1"/>
          <p:nvPr/>
        </p:nvSpPr>
        <p:spPr>
          <a:xfrm>
            <a:off x="1229679" y="6060788"/>
            <a:ext cx="11483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Resilience projects</a:t>
            </a:r>
          </a:p>
        </p:txBody>
      </p:sp>
      <p:sp>
        <p:nvSpPr>
          <p:cNvPr id="86" name="TextBox 85">
            <a:extLst>
              <a:ext uri="{FF2B5EF4-FFF2-40B4-BE49-F238E27FC236}">
                <a16:creationId xmlns:a16="http://schemas.microsoft.com/office/drawing/2014/main" id="{B622CE53-29D1-4919-AC04-84BF671871F0}"/>
              </a:ext>
            </a:extLst>
          </p:cNvPr>
          <p:cNvSpPr txBox="1"/>
          <p:nvPr/>
        </p:nvSpPr>
        <p:spPr>
          <a:xfrm>
            <a:off x="1601572" y="5702181"/>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87" name="TextBox 86">
            <a:extLst>
              <a:ext uri="{FF2B5EF4-FFF2-40B4-BE49-F238E27FC236}">
                <a16:creationId xmlns:a16="http://schemas.microsoft.com/office/drawing/2014/main" id="{281016E0-CA88-47BB-964C-69AB64ADC6DD}"/>
              </a:ext>
            </a:extLst>
          </p:cNvPr>
          <p:cNvSpPr txBox="1"/>
          <p:nvPr/>
        </p:nvSpPr>
        <p:spPr>
          <a:xfrm>
            <a:off x="4976099" y="6031000"/>
            <a:ext cx="11483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Change Initiatives</a:t>
            </a:r>
          </a:p>
        </p:txBody>
      </p:sp>
      <p:sp>
        <p:nvSpPr>
          <p:cNvPr id="88" name="TextBox 87">
            <a:extLst>
              <a:ext uri="{FF2B5EF4-FFF2-40B4-BE49-F238E27FC236}">
                <a16:creationId xmlns:a16="http://schemas.microsoft.com/office/drawing/2014/main" id="{069CB608-5A60-4365-9FEC-5D512357F078}"/>
              </a:ext>
            </a:extLst>
          </p:cNvPr>
          <p:cNvSpPr txBox="1"/>
          <p:nvPr/>
        </p:nvSpPr>
        <p:spPr>
          <a:xfrm>
            <a:off x="5337832" y="5672393"/>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30</a:t>
            </a:r>
          </a:p>
        </p:txBody>
      </p:sp>
      <p:sp>
        <p:nvSpPr>
          <p:cNvPr id="89" name="TextBox 88">
            <a:extLst>
              <a:ext uri="{FF2B5EF4-FFF2-40B4-BE49-F238E27FC236}">
                <a16:creationId xmlns:a16="http://schemas.microsoft.com/office/drawing/2014/main" id="{645289E5-B7EE-464B-AD98-022ECE8AD713}"/>
              </a:ext>
            </a:extLst>
          </p:cNvPr>
          <p:cNvSpPr txBox="1"/>
          <p:nvPr/>
        </p:nvSpPr>
        <p:spPr>
          <a:xfrm>
            <a:off x="5929216" y="6038101"/>
            <a:ext cx="108995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Incidents responded to</a:t>
            </a:r>
          </a:p>
        </p:txBody>
      </p:sp>
      <p:sp>
        <p:nvSpPr>
          <p:cNvPr id="90" name="TextBox 89">
            <a:extLst>
              <a:ext uri="{FF2B5EF4-FFF2-40B4-BE49-F238E27FC236}">
                <a16:creationId xmlns:a16="http://schemas.microsoft.com/office/drawing/2014/main" id="{0C28D264-ADA0-4070-AB6D-F9DE6C63570B}"/>
              </a:ext>
            </a:extLst>
          </p:cNvPr>
          <p:cNvSpPr txBox="1"/>
          <p:nvPr/>
        </p:nvSpPr>
        <p:spPr>
          <a:xfrm>
            <a:off x="6133539" y="5669215"/>
            <a:ext cx="7156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185</a:t>
            </a:r>
          </a:p>
        </p:txBody>
      </p:sp>
      <p:sp>
        <p:nvSpPr>
          <p:cNvPr id="93" name="object 9">
            <a:extLst>
              <a:ext uri="{FF2B5EF4-FFF2-40B4-BE49-F238E27FC236}">
                <a16:creationId xmlns:a16="http://schemas.microsoft.com/office/drawing/2014/main" id="{EEFEE4C2-CFBD-465B-8BE4-2BAB29187355}"/>
              </a:ext>
            </a:extLst>
          </p:cNvPr>
          <p:cNvSpPr txBox="1"/>
          <p:nvPr/>
        </p:nvSpPr>
        <p:spPr>
          <a:xfrm>
            <a:off x="9694326" y="643272"/>
            <a:ext cx="2442012" cy="3416256"/>
          </a:xfrm>
          <a:prstGeom prst="rect">
            <a:avLst/>
          </a:prstGeom>
          <a:solidFill>
            <a:schemeClr val="accent2">
              <a:lumMod val="20000"/>
              <a:lumOff val="80000"/>
            </a:schemeClr>
          </a:solidFill>
        </p:spPr>
        <p:txBody>
          <a:bodyPr vert="horz" wrap="square" lIns="0" tIns="13335" rIns="0" bIns="0" rtlCol="0">
            <a:spAutoFit/>
          </a:bodyPr>
          <a:lstStyle>
            <a:defPPr>
              <a:defRPr lang="en-US"/>
            </a:defPPr>
            <a:lvl1pPr marL="111125" indent="-111125" defTabSz="914363">
              <a:spcBef>
                <a:spcPts val="200"/>
              </a:spcBef>
              <a:spcAft>
                <a:spcPts val="500"/>
              </a:spcAft>
              <a:buFont typeface="Wingdings" panose="05000000000000000000" pitchFamily="2" charset="2"/>
              <a:buChar char="§"/>
              <a:defRPr sz="900">
                <a:solidFill>
                  <a:srgbClr val="000000"/>
                </a:solidFill>
                <a:latin typeface="IBM Plex Sans" panose="020B0503050203000203" pitchFamily="34" charset="0"/>
              </a:defRPr>
            </a:lvl1pPr>
          </a:lstStyle>
          <a:p>
            <a:pPr marL="0" marR="0" lvl="0" indent="0" algn="l" defTabSz="914363" rtl="0" eaLnBrk="1" fontAlgn="auto" latinLnBrk="0" hangingPunct="1">
              <a:lnSpc>
                <a:spcPct val="107000"/>
              </a:lnSpc>
              <a:spcBef>
                <a:spcPts val="200"/>
              </a:spcBef>
              <a:spcAft>
                <a:spcPts val="5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Highlights</a:t>
            </a:r>
            <a:r>
              <a:rPr kumimoji="0" lang="en-SE" sz="1200" b="1" i="0" u="none" strike="noStrike" kern="1200" cap="none" spc="0" normalizeH="0" baseline="0" noProof="0">
                <a:ln>
                  <a:noFill/>
                </a:ln>
                <a:solidFill>
                  <a:srgbClr val="00478F"/>
                </a:solidFill>
                <a:effectLst/>
                <a:uLnTx/>
                <a:uFillTx/>
                <a:latin typeface="IBM Plex Sans" panose="020B0503050203000203" pitchFamily="34" charset="0"/>
                <a:ea typeface="+mn-ea"/>
                <a:cs typeface="+mn-cs"/>
              </a:rPr>
              <a:t> </a:t>
            </a:r>
            <a:endParaRPr kumimoji="0" lang="en-US" sz="1200" b="1"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endParaRP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SE" sz="1200" b="0" i="0" u="none" strike="noStrike" kern="1200" cap="none" spc="0" normalizeH="0" baseline="0" noProof="0">
                <a:ln>
                  <a:noFill/>
                </a:ln>
                <a:solidFill>
                  <a:srgbClr val="00478F"/>
                </a:solidFill>
                <a:effectLst/>
                <a:uLnTx/>
                <a:uFillTx/>
                <a:latin typeface="IBM Plex Sans" panose="020B0503050203000203" pitchFamily="34" charset="0"/>
                <a:ea typeface="+mn-ea"/>
                <a:cs typeface="+mn-cs"/>
              </a:rPr>
              <a:t>Reduction </a:t>
            </a:r>
            <a:r>
              <a:rPr kumimoji="0" lang="en-SE"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of release cycle from </a:t>
            </a:r>
            <a:r>
              <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6</a:t>
            </a:r>
            <a:r>
              <a:rPr kumimoji="0" lang="en-SE"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 months to </a:t>
            </a:r>
            <a:r>
              <a:rPr kumimoji="0" lang="en-SE" sz="1200" b="0" i="0" u="none" strike="noStrike" kern="1200" cap="none" spc="0" normalizeH="0" baseline="0" noProof="0">
                <a:ln>
                  <a:noFill/>
                </a:ln>
                <a:solidFill>
                  <a:srgbClr val="00478F"/>
                </a:solidFill>
                <a:effectLst/>
                <a:uLnTx/>
                <a:uFillTx/>
                <a:latin typeface="IBM Plex Sans" panose="020B0503050203000203" pitchFamily="34" charset="0"/>
                <a:ea typeface="+mn-ea"/>
                <a:cs typeface="+mn-cs"/>
              </a:rPr>
              <a:t>1 month</a:t>
            </a:r>
            <a:r>
              <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 More releases in 12 months than in years</a:t>
            </a: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No cascading systems failures</a:t>
            </a: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Zero backlog for </a:t>
            </a:r>
            <a:r>
              <a:rPr kumimoji="0" lang="en-SE"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security vulnerabilities across all digital channels</a:t>
            </a:r>
            <a:endPar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endParaRP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60% Improvement in </a:t>
            </a:r>
            <a:r>
              <a:rPr kumimoji="0" lang="en-SE"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Automated </a:t>
            </a:r>
            <a:r>
              <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t</a:t>
            </a:r>
            <a:r>
              <a:rPr kumimoji="0" lang="en-SE" sz="1200" b="0" i="0" u="none" strike="noStrike" kern="1200" cap="none" spc="0" normalizeH="0" baseline="0" noProof="0" dirty="0" err="1">
                <a:ln>
                  <a:noFill/>
                </a:ln>
                <a:solidFill>
                  <a:srgbClr val="00478F"/>
                </a:solidFill>
                <a:effectLst/>
                <a:uLnTx/>
                <a:uFillTx/>
                <a:latin typeface="IBM Plex Sans" panose="020B0503050203000203" pitchFamily="34" charset="0"/>
                <a:ea typeface="+mn-ea"/>
                <a:cs typeface="+mn-cs"/>
              </a:rPr>
              <a:t>est</a:t>
            </a:r>
            <a:r>
              <a:rPr kumimoji="0" lang="en-SE"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 coverage in lower environments resulting in faster release process and lower defects</a:t>
            </a:r>
            <a:r>
              <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 to higher environments</a:t>
            </a: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endParaRPr kumimoji="0" lang="en-US"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endParaRPr>
          </a:p>
        </p:txBody>
      </p:sp>
      <p:sp>
        <p:nvSpPr>
          <p:cNvPr id="97" name="TextBox 96">
            <a:extLst>
              <a:ext uri="{FF2B5EF4-FFF2-40B4-BE49-F238E27FC236}">
                <a16:creationId xmlns:a16="http://schemas.microsoft.com/office/drawing/2014/main" id="{7B968615-239D-47AE-9C0F-2B5BBC2AC22E}"/>
              </a:ext>
            </a:extLst>
          </p:cNvPr>
          <p:cNvSpPr txBox="1"/>
          <p:nvPr/>
        </p:nvSpPr>
        <p:spPr>
          <a:xfrm>
            <a:off x="7856975" y="784040"/>
            <a:ext cx="15823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IBM Digital Team - 95% offshore</a:t>
            </a:r>
          </a:p>
        </p:txBody>
      </p:sp>
      <p:sp>
        <p:nvSpPr>
          <p:cNvPr id="159" name="TextBox 158">
            <a:extLst>
              <a:ext uri="{FF2B5EF4-FFF2-40B4-BE49-F238E27FC236}">
                <a16:creationId xmlns:a16="http://schemas.microsoft.com/office/drawing/2014/main" id="{018FC0AC-07AC-4E2C-836B-F89CEDD99A53}"/>
              </a:ext>
            </a:extLst>
          </p:cNvPr>
          <p:cNvSpPr txBox="1"/>
          <p:nvPr/>
        </p:nvSpPr>
        <p:spPr>
          <a:xfrm>
            <a:off x="5964018" y="2481100"/>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24</a:t>
            </a:r>
          </a:p>
        </p:txBody>
      </p:sp>
      <p:sp>
        <p:nvSpPr>
          <p:cNvPr id="91" name="Content Placeholder 2">
            <a:extLst>
              <a:ext uri="{FF2B5EF4-FFF2-40B4-BE49-F238E27FC236}">
                <a16:creationId xmlns:a16="http://schemas.microsoft.com/office/drawing/2014/main" id="{1DA4F5EE-3A96-7636-D7F3-76BE9A1FBB5E}"/>
              </a:ext>
            </a:extLst>
          </p:cNvPr>
          <p:cNvSpPr txBox="1">
            <a:spLocks/>
          </p:cNvSpPr>
          <p:nvPr/>
        </p:nvSpPr>
        <p:spPr>
          <a:xfrm>
            <a:off x="7940463" y="3548677"/>
            <a:ext cx="1755987" cy="60384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1256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1256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1256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1256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1256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1200"/>
              </a:spcAft>
              <a:buClr>
                <a:srgbClr val="037CBA"/>
              </a:buClr>
              <a:buSzTx/>
              <a:buFont typeface="Arial" panose="020B0604020202020204" pitchFamily="34" charset="0"/>
              <a:buNone/>
              <a:tabLst/>
              <a:defRPr/>
            </a:pPr>
            <a:r>
              <a:rPr kumimoji="0" lang="en-GB" sz="1600" b="1" i="0" u="none" strike="noStrike" kern="1200" cap="none" spc="0" normalizeH="0" baseline="0" noProof="0" dirty="0">
                <a:ln>
                  <a:noFill/>
                </a:ln>
                <a:solidFill>
                  <a:srgbClr val="0F265C"/>
                </a:solidFill>
                <a:effectLst/>
                <a:uLnTx/>
                <a:uFillTx/>
                <a:latin typeface="TSB Castledown"/>
                <a:ea typeface="+mn-ea"/>
                <a:cs typeface="+mn-cs"/>
              </a:rPr>
              <a:t>Transactions completed in digital</a:t>
            </a:r>
          </a:p>
        </p:txBody>
      </p:sp>
      <p:sp>
        <p:nvSpPr>
          <p:cNvPr id="3" name="Oval 2">
            <a:extLst>
              <a:ext uri="{FF2B5EF4-FFF2-40B4-BE49-F238E27FC236}">
                <a16:creationId xmlns:a16="http://schemas.microsoft.com/office/drawing/2014/main" id="{E4259F5E-6778-25D1-C133-9B4E297A19A1}"/>
              </a:ext>
            </a:extLst>
          </p:cNvPr>
          <p:cNvSpPr/>
          <p:nvPr/>
        </p:nvSpPr>
        <p:spPr bwMode="auto">
          <a:xfrm>
            <a:off x="7348419" y="3429001"/>
            <a:ext cx="681155" cy="733424"/>
          </a:xfrm>
          <a:prstGeom prst="ellipse">
            <a:avLst/>
          </a:prstGeom>
          <a:solidFill>
            <a:srgbClr val="92EEE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itchFamily="-65" charset="0"/>
                <a:ea typeface="ＭＳ Ｐゴシック" pitchFamily="-65" charset="-128"/>
                <a:cs typeface="ＭＳ Ｐゴシック" pitchFamily="-65" charset="-128"/>
              </a:rPr>
              <a:t>92%</a:t>
            </a:r>
          </a:p>
        </p:txBody>
      </p:sp>
      <p:sp>
        <p:nvSpPr>
          <p:cNvPr id="92" name="Content Placeholder 2">
            <a:extLst>
              <a:ext uri="{FF2B5EF4-FFF2-40B4-BE49-F238E27FC236}">
                <a16:creationId xmlns:a16="http://schemas.microsoft.com/office/drawing/2014/main" id="{AE1A5B4E-0CC9-DDFC-E33E-CBB50FBCFBA6}"/>
              </a:ext>
            </a:extLst>
          </p:cNvPr>
          <p:cNvSpPr txBox="1">
            <a:spLocks/>
          </p:cNvSpPr>
          <p:nvPr/>
        </p:nvSpPr>
        <p:spPr>
          <a:xfrm>
            <a:off x="7108798" y="1921424"/>
            <a:ext cx="2085750" cy="300058"/>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1256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1256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1256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1256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1256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1200"/>
              </a:spcAft>
              <a:buClr>
                <a:srgbClr val="037CBA"/>
              </a:buClr>
              <a:buSzTx/>
              <a:buFont typeface="Arial" panose="020B0604020202020204" pitchFamily="34" charset="0"/>
              <a:buNone/>
              <a:tabLst/>
              <a:defRPr/>
            </a:pPr>
            <a:r>
              <a:rPr kumimoji="0" lang="en-GB" sz="1600" b="0" i="0" u="none" strike="noStrike" kern="1200" cap="none" spc="0" normalizeH="0" baseline="0" noProof="0" dirty="0">
                <a:ln>
                  <a:noFill/>
                </a:ln>
                <a:solidFill>
                  <a:srgbClr val="0F265C"/>
                </a:solidFill>
                <a:effectLst/>
                <a:uLnTx/>
                <a:uFillTx/>
                <a:latin typeface="TSB Castledown"/>
                <a:ea typeface="+mn-ea"/>
                <a:cs typeface="+mn-cs"/>
              </a:rPr>
              <a:t>APP Store Ratings</a:t>
            </a:r>
          </a:p>
        </p:txBody>
      </p:sp>
      <p:sp>
        <p:nvSpPr>
          <p:cNvPr id="94" name="Title 1">
            <a:extLst>
              <a:ext uri="{FF2B5EF4-FFF2-40B4-BE49-F238E27FC236}">
                <a16:creationId xmlns:a16="http://schemas.microsoft.com/office/drawing/2014/main" id="{D0172106-0B59-5DDC-90DF-ADCA733EF1D0}"/>
              </a:ext>
            </a:extLst>
          </p:cNvPr>
          <p:cNvSpPr txBox="1">
            <a:spLocks/>
          </p:cNvSpPr>
          <p:nvPr/>
        </p:nvSpPr>
        <p:spPr>
          <a:xfrm>
            <a:off x="8187142" y="2200275"/>
            <a:ext cx="1145293" cy="9506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1256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F265C"/>
                </a:solidFill>
                <a:effectLst/>
                <a:uLnTx/>
                <a:uFillTx/>
                <a:latin typeface="TSB Castledown Heavy"/>
                <a:ea typeface="+mj-ea"/>
                <a:cs typeface="+mj-cs"/>
              </a:rPr>
              <a:t>4.8/5</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400" b="0" i="0" u="none" strike="noStrike" kern="1200" cap="none" spc="0" normalizeH="0" baseline="0" noProof="0" dirty="0">
                <a:ln>
                  <a:noFill/>
                </a:ln>
                <a:solidFill>
                  <a:srgbClr val="0F265C"/>
                </a:solidFill>
                <a:effectLst/>
                <a:uLnTx/>
                <a:uFillTx/>
                <a:latin typeface="TSB Castledown Heavy"/>
                <a:ea typeface="+mj-ea"/>
                <a:cs typeface="+mj-cs"/>
              </a:rPr>
              <a:t>Apple</a:t>
            </a:r>
          </a:p>
        </p:txBody>
      </p:sp>
      <p:pic>
        <p:nvPicPr>
          <p:cNvPr id="95" name="Graphic 94">
            <a:extLst>
              <a:ext uri="{FF2B5EF4-FFF2-40B4-BE49-F238E27FC236}">
                <a16:creationId xmlns:a16="http://schemas.microsoft.com/office/drawing/2014/main" id="{10E9C2B7-64D6-926E-AD56-6244C3C1596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5400000">
            <a:off x="7149929" y="2282428"/>
            <a:ext cx="935211" cy="938485"/>
          </a:xfrm>
          <a:prstGeom prst="rect">
            <a:avLst/>
          </a:prstGeom>
        </p:spPr>
      </p:pic>
      <p:sp>
        <p:nvSpPr>
          <p:cNvPr id="141" name="Title 1">
            <a:extLst>
              <a:ext uri="{FF2B5EF4-FFF2-40B4-BE49-F238E27FC236}">
                <a16:creationId xmlns:a16="http://schemas.microsoft.com/office/drawing/2014/main" id="{C6F9A6A2-C883-410B-B353-CEC56F835EEB}"/>
              </a:ext>
            </a:extLst>
          </p:cNvPr>
          <p:cNvSpPr txBox="1">
            <a:spLocks/>
          </p:cNvSpPr>
          <p:nvPr/>
        </p:nvSpPr>
        <p:spPr>
          <a:xfrm>
            <a:off x="7081343" y="2122862"/>
            <a:ext cx="1145293" cy="108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1256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F265C"/>
                </a:solidFill>
                <a:effectLst/>
                <a:uLnTx/>
                <a:uFillTx/>
                <a:latin typeface="TSB Castledown Heavy"/>
                <a:ea typeface="+mj-ea"/>
                <a:cs typeface="+mj-cs"/>
              </a:rPr>
              <a:t>4.2/5</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400" b="0" i="0" u="none" strike="noStrike" kern="1200" cap="none" spc="0" normalizeH="0" baseline="0" noProof="0" dirty="0">
                <a:ln>
                  <a:noFill/>
                </a:ln>
                <a:solidFill>
                  <a:srgbClr val="0F265C"/>
                </a:solidFill>
                <a:effectLst/>
                <a:uLnTx/>
                <a:uFillTx/>
                <a:latin typeface="TSB Castledown Heavy"/>
                <a:ea typeface="+mj-ea"/>
                <a:cs typeface="+mj-cs"/>
              </a:rPr>
              <a:t>Android</a:t>
            </a:r>
          </a:p>
        </p:txBody>
      </p:sp>
      <p:grpSp>
        <p:nvGrpSpPr>
          <p:cNvPr id="96" name="Group 95">
            <a:extLst>
              <a:ext uri="{FF2B5EF4-FFF2-40B4-BE49-F238E27FC236}">
                <a16:creationId xmlns:a16="http://schemas.microsoft.com/office/drawing/2014/main" id="{13DA4D9A-A482-453D-A624-004DB656DCAA}"/>
              </a:ext>
            </a:extLst>
          </p:cNvPr>
          <p:cNvGrpSpPr/>
          <p:nvPr/>
        </p:nvGrpSpPr>
        <p:grpSpPr>
          <a:xfrm>
            <a:off x="7021475" y="4953913"/>
            <a:ext cx="2502640" cy="1904087"/>
            <a:chOff x="647398" y="1407996"/>
            <a:chExt cx="2764996" cy="2349146"/>
          </a:xfrm>
        </p:grpSpPr>
        <p:pic>
          <p:nvPicPr>
            <p:cNvPr id="143" name="Graphic 142">
              <a:extLst>
                <a:ext uri="{FF2B5EF4-FFF2-40B4-BE49-F238E27FC236}">
                  <a16:creationId xmlns:a16="http://schemas.microsoft.com/office/drawing/2014/main" id="{F437B829-5178-43D0-A658-838A903E92D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79961" y="1842043"/>
              <a:ext cx="1652447" cy="1658226"/>
            </a:xfrm>
            <a:prstGeom prst="rect">
              <a:avLst/>
            </a:prstGeom>
          </p:spPr>
        </p:pic>
        <p:sp>
          <p:nvSpPr>
            <p:cNvPr id="144" name="Title 1">
              <a:extLst>
                <a:ext uri="{FF2B5EF4-FFF2-40B4-BE49-F238E27FC236}">
                  <a16:creationId xmlns:a16="http://schemas.microsoft.com/office/drawing/2014/main" id="{321FF238-187C-417B-A1BC-2FD16136176C}"/>
                </a:ext>
              </a:extLst>
            </p:cNvPr>
            <p:cNvSpPr txBox="1">
              <a:spLocks/>
            </p:cNvSpPr>
            <p:nvPr/>
          </p:nvSpPr>
          <p:spPr>
            <a:xfrm>
              <a:off x="1372437" y="2141765"/>
              <a:ext cx="1036629" cy="10070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1256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0" i="0" u="none" strike="noStrike" kern="1200" cap="none" spc="0" normalizeH="0" baseline="0" noProof="0" dirty="0">
                  <a:ln>
                    <a:noFill/>
                  </a:ln>
                  <a:solidFill>
                    <a:srgbClr val="FFFFFF"/>
                  </a:solidFill>
                  <a:effectLst/>
                  <a:uLnTx/>
                  <a:uFillTx/>
                  <a:latin typeface="TSB Castledown Heavy"/>
                  <a:ea typeface="+mj-ea"/>
                  <a:cs typeface="+mj-cs"/>
                </a:rPr>
                <a:t>Mobile</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0" i="0" u="none" strike="noStrike" kern="1200" cap="none" spc="0" normalizeH="0" baseline="0" noProof="0" dirty="0">
                  <a:ln>
                    <a:noFill/>
                  </a:ln>
                  <a:solidFill>
                    <a:srgbClr val="FFFFFF"/>
                  </a:solidFill>
                  <a:effectLst/>
                  <a:uLnTx/>
                  <a:uFillTx/>
                  <a:latin typeface="TSB Castledown Heavy"/>
                  <a:ea typeface="+mj-ea"/>
                  <a:cs typeface="+mj-cs"/>
                </a:rPr>
                <a:t>98m</a:t>
              </a:r>
            </a:p>
          </p:txBody>
        </p:sp>
        <p:pic>
          <p:nvPicPr>
            <p:cNvPr id="147" name="Graphic 146">
              <a:extLst>
                <a:ext uri="{FF2B5EF4-FFF2-40B4-BE49-F238E27FC236}">
                  <a16:creationId xmlns:a16="http://schemas.microsoft.com/office/drawing/2014/main" id="{B1EBA9C7-F336-4E35-9832-2A1B4E1BCEB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5400000">
              <a:off x="2410703" y="1672522"/>
              <a:ext cx="935211" cy="938485"/>
            </a:xfrm>
            <a:prstGeom prst="rect">
              <a:avLst/>
            </a:prstGeom>
          </p:spPr>
        </p:pic>
        <p:sp>
          <p:nvSpPr>
            <p:cNvPr id="148" name="Title 1">
              <a:extLst>
                <a:ext uri="{FF2B5EF4-FFF2-40B4-BE49-F238E27FC236}">
                  <a16:creationId xmlns:a16="http://schemas.microsoft.com/office/drawing/2014/main" id="{EB3239AB-30E0-459F-A4A5-122DA734D329}"/>
                </a:ext>
              </a:extLst>
            </p:cNvPr>
            <p:cNvSpPr txBox="1">
              <a:spLocks/>
            </p:cNvSpPr>
            <p:nvPr/>
          </p:nvSpPr>
          <p:spPr>
            <a:xfrm>
              <a:off x="2375765" y="1662729"/>
              <a:ext cx="1036629" cy="10070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1256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TSB Castledown Heavy"/>
                  <a:ea typeface="+mj-ea"/>
                  <a:cs typeface="+mj-cs"/>
                </a:rPr>
                <a:t>Web</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TSB Castledown Heavy"/>
                  <a:ea typeface="+mj-ea"/>
                  <a:cs typeface="+mj-cs"/>
                </a:rPr>
                <a:t>18m</a:t>
              </a:r>
            </a:p>
          </p:txBody>
        </p:sp>
        <p:pic>
          <p:nvPicPr>
            <p:cNvPr id="160" name="Graphic 159">
              <a:extLst>
                <a:ext uri="{FF2B5EF4-FFF2-40B4-BE49-F238E27FC236}">
                  <a16:creationId xmlns:a16="http://schemas.microsoft.com/office/drawing/2014/main" id="{B936E45A-C4E9-4525-8D0A-769D20D2E91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5400000">
              <a:off x="1948348" y="1630842"/>
              <a:ext cx="657448" cy="659749"/>
            </a:xfrm>
            <a:prstGeom prst="rect">
              <a:avLst/>
            </a:prstGeom>
          </p:spPr>
        </p:pic>
        <p:sp>
          <p:nvSpPr>
            <p:cNvPr id="161" name="Title 1">
              <a:extLst>
                <a:ext uri="{FF2B5EF4-FFF2-40B4-BE49-F238E27FC236}">
                  <a16:creationId xmlns:a16="http://schemas.microsoft.com/office/drawing/2014/main" id="{AD8D5F27-EAC4-456A-AC20-7CA3081C1FA0}"/>
                </a:ext>
              </a:extLst>
            </p:cNvPr>
            <p:cNvSpPr txBox="1">
              <a:spLocks/>
            </p:cNvSpPr>
            <p:nvPr/>
          </p:nvSpPr>
          <p:spPr>
            <a:xfrm>
              <a:off x="1689287" y="1407996"/>
              <a:ext cx="1145293" cy="108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1256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400" b="0" i="0" u="none" strike="noStrike" kern="1200" cap="none" spc="0" normalizeH="0" baseline="0" noProof="0" dirty="0">
                  <a:ln>
                    <a:noFill/>
                  </a:ln>
                  <a:solidFill>
                    <a:srgbClr val="0F265C"/>
                  </a:solidFill>
                  <a:effectLst/>
                  <a:uLnTx/>
                  <a:uFillTx/>
                  <a:latin typeface="TSB Castledown Heavy"/>
                  <a:ea typeface="+mj-ea"/>
                  <a:cs typeface="+mj-cs"/>
                </a:rPr>
                <a:t>Branch</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400" b="0" i="0" u="none" strike="noStrike" kern="1200" cap="none" spc="0" normalizeH="0" baseline="0" noProof="0" dirty="0">
                  <a:ln>
                    <a:noFill/>
                  </a:ln>
                  <a:solidFill>
                    <a:srgbClr val="0F265C"/>
                  </a:solidFill>
                  <a:effectLst/>
                  <a:uLnTx/>
                  <a:uFillTx/>
                  <a:latin typeface="TSB Castledown Heavy"/>
                  <a:ea typeface="+mj-ea"/>
                  <a:cs typeface="+mj-cs"/>
                </a:rPr>
                <a:t>9m</a:t>
              </a:r>
            </a:p>
          </p:txBody>
        </p:sp>
        <p:pic>
          <p:nvPicPr>
            <p:cNvPr id="162" name="Graphic 161">
              <a:extLst>
                <a:ext uri="{FF2B5EF4-FFF2-40B4-BE49-F238E27FC236}">
                  <a16:creationId xmlns:a16="http://schemas.microsoft.com/office/drawing/2014/main" id="{4CA16E32-827E-40B1-A2D8-C210E453429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5400000">
              <a:off x="932650" y="2936041"/>
              <a:ext cx="466126" cy="467758"/>
            </a:xfrm>
            <a:prstGeom prst="rect">
              <a:avLst/>
            </a:prstGeom>
          </p:spPr>
        </p:pic>
        <p:sp>
          <p:nvSpPr>
            <p:cNvPr id="163" name="Title 1">
              <a:extLst>
                <a:ext uri="{FF2B5EF4-FFF2-40B4-BE49-F238E27FC236}">
                  <a16:creationId xmlns:a16="http://schemas.microsoft.com/office/drawing/2014/main" id="{AC758B7E-5325-49B2-8394-9A3AEBE436F1}"/>
                </a:ext>
              </a:extLst>
            </p:cNvPr>
            <p:cNvSpPr txBox="1">
              <a:spLocks/>
            </p:cNvSpPr>
            <p:nvPr/>
          </p:nvSpPr>
          <p:spPr>
            <a:xfrm>
              <a:off x="647398" y="2687072"/>
              <a:ext cx="1036630" cy="10700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1256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800" b="0" i="0" u="none" strike="noStrike" kern="1200" cap="none" spc="0" normalizeH="0" baseline="0" noProof="0" dirty="0">
                  <a:ln>
                    <a:noFill/>
                  </a:ln>
                  <a:solidFill>
                    <a:srgbClr val="0F265C"/>
                  </a:solidFill>
                  <a:effectLst/>
                  <a:uLnTx/>
                  <a:uFillTx/>
                  <a:latin typeface="TSB Castledown Heavy"/>
                  <a:ea typeface="+mj-ea"/>
                  <a:cs typeface="+mj-cs"/>
                </a:rPr>
                <a:t>Telephony</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800" b="0" i="0" u="none" strike="noStrike" kern="1200" cap="none" spc="0" normalizeH="0" baseline="0" noProof="0" dirty="0">
                  <a:ln>
                    <a:noFill/>
                  </a:ln>
                  <a:solidFill>
                    <a:srgbClr val="0F265C"/>
                  </a:solidFill>
                  <a:effectLst/>
                  <a:uLnTx/>
                  <a:uFillTx/>
                  <a:latin typeface="TSB Castledown Heavy"/>
                  <a:ea typeface="+mj-ea"/>
                  <a:cs typeface="+mj-cs"/>
                </a:rPr>
                <a:t>1.3m</a:t>
              </a:r>
            </a:p>
          </p:txBody>
        </p:sp>
      </p:grpSp>
      <p:sp>
        <p:nvSpPr>
          <p:cNvPr id="98" name="Content Placeholder 2">
            <a:extLst>
              <a:ext uri="{FF2B5EF4-FFF2-40B4-BE49-F238E27FC236}">
                <a16:creationId xmlns:a16="http://schemas.microsoft.com/office/drawing/2014/main" id="{BDF5B498-F67F-4BDE-98E5-87B378F7DF35}"/>
              </a:ext>
            </a:extLst>
          </p:cNvPr>
          <p:cNvSpPr txBox="1">
            <a:spLocks/>
          </p:cNvSpPr>
          <p:nvPr/>
        </p:nvSpPr>
        <p:spPr>
          <a:xfrm>
            <a:off x="6709410" y="4441725"/>
            <a:ext cx="3253740" cy="6350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1256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1256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1256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1256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1256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1200"/>
              </a:spcAft>
              <a:buClr>
                <a:srgbClr val="037CBA"/>
              </a:buClr>
              <a:buSzTx/>
              <a:buFont typeface="Arial" panose="020B0604020202020204" pitchFamily="34" charset="0"/>
              <a:buNone/>
              <a:tabLst/>
              <a:defRPr/>
            </a:pPr>
            <a:r>
              <a:rPr kumimoji="0" lang="en-GB" sz="1400" b="1" i="0" u="none" strike="noStrike" kern="1200" cap="none" spc="0" normalizeH="0" baseline="0" noProof="0" dirty="0">
                <a:ln>
                  <a:noFill/>
                </a:ln>
                <a:solidFill>
                  <a:srgbClr val="0F265C"/>
                </a:solidFill>
                <a:effectLst/>
                <a:uLnTx/>
                <a:uFillTx/>
                <a:latin typeface="TSB Castledown"/>
                <a:ea typeface="+mn-ea"/>
                <a:cs typeface="+mn-cs"/>
              </a:rPr>
              <a:t>Transactions – </a:t>
            </a:r>
          </a:p>
          <a:p>
            <a:pPr marL="0" marR="0" lvl="0" indent="0" algn="ctr" defTabSz="914400" rtl="0" eaLnBrk="1" fontAlgn="auto" latinLnBrk="0" hangingPunct="1">
              <a:lnSpc>
                <a:spcPct val="90000"/>
              </a:lnSpc>
              <a:spcBef>
                <a:spcPts val="0"/>
              </a:spcBef>
              <a:spcAft>
                <a:spcPts val="1200"/>
              </a:spcAft>
              <a:buClr>
                <a:srgbClr val="037CBA"/>
              </a:buClr>
              <a:buSzTx/>
              <a:buFont typeface="Arial" panose="020B0604020202020204" pitchFamily="34" charset="0"/>
              <a:buNone/>
              <a:tabLst/>
              <a:defRPr/>
            </a:pPr>
            <a:r>
              <a:rPr kumimoji="0" lang="en-GB" sz="1400" b="1" i="0" u="none" strike="noStrike" kern="1200" cap="none" spc="0" normalizeH="0" baseline="0" noProof="0" dirty="0">
                <a:ln>
                  <a:noFill/>
                </a:ln>
                <a:solidFill>
                  <a:srgbClr val="0F265C"/>
                </a:solidFill>
                <a:effectLst/>
                <a:uLnTx/>
                <a:uFillTx/>
                <a:latin typeface="TSB Castledown"/>
                <a:ea typeface="+mn-ea"/>
                <a:cs typeface="+mn-cs"/>
              </a:rPr>
              <a:t>Mobile leading the way</a:t>
            </a:r>
          </a:p>
        </p:txBody>
      </p:sp>
      <p:sp>
        <p:nvSpPr>
          <p:cNvPr id="4" name="TextBox 3">
            <a:extLst>
              <a:ext uri="{FF2B5EF4-FFF2-40B4-BE49-F238E27FC236}">
                <a16:creationId xmlns:a16="http://schemas.microsoft.com/office/drawing/2014/main" id="{FD486B92-1003-9BCC-4ADC-8C1C4E545D62}"/>
              </a:ext>
            </a:extLst>
          </p:cNvPr>
          <p:cNvSpPr txBox="1"/>
          <p:nvPr/>
        </p:nvSpPr>
        <p:spPr>
          <a:xfrm>
            <a:off x="380978" y="820402"/>
            <a:ext cx="652480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478F"/>
                </a:solidFill>
                <a:effectLst/>
                <a:uLnTx/>
                <a:uFillTx/>
                <a:latin typeface="Arial" panose="020B0604020202020204"/>
                <a:ea typeface="+mn-ea"/>
                <a:cs typeface="+mn-cs"/>
              </a:rPr>
              <a:t>Delivered 30+ projects and 300+ CHRs in 20 releases, 440 Incidents triaged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4" name="object 9">
            <a:extLst>
              <a:ext uri="{FF2B5EF4-FFF2-40B4-BE49-F238E27FC236}">
                <a16:creationId xmlns:a16="http://schemas.microsoft.com/office/drawing/2014/main" id="{838B3EE4-9438-AF9E-0F09-45CDECEA2A66}"/>
              </a:ext>
            </a:extLst>
          </p:cNvPr>
          <p:cNvSpPr txBox="1"/>
          <p:nvPr/>
        </p:nvSpPr>
        <p:spPr>
          <a:xfrm>
            <a:off x="9682696" y="3970366"/>
            <a:ext cx="2442012" cy="2428165"/>
          </a:xfrm>
          <a:prstGeom prst="rect">
            <a:avLst/>
          </a:prstGeom>
          <a:solidFill>
            <a:schemeClr val="accent1">
              <a:lumMod val="20000"/>
              <a:lumOff val="80000"/>
            </a:schemeClr>
          </a:solidFill>
        </p:spPr>
        <p:txBody>
          <a:bodyPr vert="horz" wrap="square" lIns="0" tIns="13335" rIns="0" bIns="0" rtlCol="0">
            <a:spAutoFit/>
          </a:bodyPr>
          <a:lstStyle>
            <a:defPPr>
              <a:defRPr lang="en-US"/>
            </a:defPPr>
            <a:lvl1pPr marL="111125" indent="-111125" defTabSz="914363">
              <a:spcBef>
                <a:spcPts val="200"/>
              </a:spcBef>
              <a:spcAft>
                <a:spcPts val="500"/>
              </a:spcAft>
              <a:buFont typeface="Wingdings" panose="05000000000000000000" pitchFamily="2" charset="2"/>
              <a:buChar char="§"/>
              <a:defRPr sz="900">
                <a:solidFill>
                  <a:srgbClr val="000000"/>
                </a:solidFill>
                <a:latin typeface="IBM Plex Sans" panose="020B0503050203000203" pitchFamily="34" charset="0"/>
              </a:defRPr>
            </a:lvl1pPr>
          </a:lstStyle>
          <a:p>
            <a:pPr marL="0" marR="0" lvl="0" indent="0" algn="l" defTabSz="914363" rtl="0" eaLnBrk="1" fontAlgn="auto" latinLnBrk="0" hangingPunct="1">
              <a:lnSpc>
                <a:spcPct val="107000"/>
              </a:lnSpc>
              <a:spcBef>
                <a:spcPts val="200"/>
              </a:spcBef>
              <a:spcAft>
                <a:spcPts val="5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Supporting Payments</a:t>
            </a:r>
            <a:r>
              <a:rPr kumimoji="0" lang="en-SE" sz="1200" b="1" i="0" u="none" strike="noStrike" kern="1200" cap="none" spc="0" normalizeH="0" baseline="0" noProof="0">
                <a:ln>
                  <a:noFill/>
                </a:ln>
                <a:solidFill>
                  <a:srgbClr val="00478F"/>
                </a:solidFill>
                <a:effectLst/>
                <a:uLnTx/>
                <a:uFillTx/>
                <a:latin typeface="IBM Plex Sans" panose="020B0503050203000203" pitchFamily="34" charset="0"/>
                <a:ea typeface="+mn-ea"/>
                <a:cs typeface="+mn-cs"/>
              </a:rPr>
              <a:t> </a:t>
            </a:r>
            <a:endParaRPr kumimoji="0" lang="en-US" sz="1200" b="1"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endParaRP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GB"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Domestic and International Payments</a:t>
            </a: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GB"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Money Transfers – Within bank,  across banks, contacts</a:t>
            </a: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GB"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Card Payments</a:t>
            </a: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GB"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Scheduled Payment Instructions/ Standing Order Payments</a:t>
            </a:r>
          </a:p>
          <a:p>
            <a:pPr marL="111125" marR="0" lvl="0" indent="-111125" algn="l" defTabSz="914363" rtl="0" eaLnBrk="1" fontAlgn="auto" latinLnBrk="0" hangingPunct="1">
              <a:lnSpc>
                <a:spcPct val="107000"/>
              </a:lnSpc>
              <a:spcBef>
                <a:spcPts val="200"/>
              </a:spcBef>
              <a:spcAft>
                <a:spcPts val="500"/>
              </a:spcAft>
              <a:buClrTx/>
              <a:buSzTx/>
              <a:buFont typeface="Wingdings" panose="05000000000000000000" pitchFamily="2" charset="2"/>
              <a:buChar char="§"/>
              <a:tabLst/>
              <a:defRPr/>
            </a:pPr>
            <a:r>
              <a:rPr kumimoji="0" lang="en-GB" sz="1200" b="0" i="0" u="none" strike="noStrike" kern="1200" cap="none" spc="0" normalizeH="0" baseline="0" noProof="0" dirty="0">
                <a:ln>
                  <a:noFill/>
                </a:ln>
                <a:solidFill>
                  <a:srgbClr val="00478F"/>
                </a:solidFill>
                <a:effectLst/>
                <a:uLnTx/>
                <a:uFillTx/>
                <a:latin typeface="IBM Plex Sans" panose="020B0503050203000203" pitchFamily="34" charset="0"/>
                <a:ea typeface="+mn-ea"/>
                <a:cs typeface="+mn-cs"/>
              </a:rPr>
              <a:t>Wallet Provisioning  for Apple and Google Pay</a:t>
            </a:r>
          </a:p>
        </p:txBody>
      </p:sp>
    </p:spTree>
    <p:extLst>
      <p:ext uri="{BB962C8B-B14F-4D97-AF65-F5344CB8AC3E}">
        <p14:creationId xmlns:p14="http://schemas.microsoft.com/office/powerpoint/2010/main" val="17407075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1192E8"/>
        </a:solidFill>
        <a:ln w="19050">
          <a:no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0" tIns="0" rIns="0" bIns="0" rtlCol="0">
        <a:noAutofit/>
      </a:bodyPr>
      <a:lstStyle>
        <a:defPPr algn="l">
          <a:lnSpc>
            <a:spcPct val="110000"/>
          </a:lnSpc>
          <a:spcBef>
            <a:spcPts val="1800"/>
          </a:spcBef>
          <a:defRPr sz="1800" dirty="0" err="1" smtClean="0">
            <a:solidFill>
              <a:schemeClr val="tx1"/>
            </a:solidFill>
            <a:latin typeface="+mn-lt"/>
            <a:ea typeface="IBM Plex Sans" charset="0"/>
            <a:cs typeface="IBM Plex Sans"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Presentation_Template_2022_V01_Plex" id="{4C35AED2-0956-0D40-B36D-C06D62725AA8}" vid="{C4BA05BF-74B1-4B4C-B175-992815DE89C6}"/>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SB">
  <a:themeElements>
    <a:clrScheme name="Custom 124">
      <a:dk1>
        <a:sysClr val="windowText" lastClr="000000"/>
      </a:dk1>
      <a:lt1>
        <a:sysClr val="window" lastClr="FFFFFF"/>
      </a:lt1>
      <a:dk2>
        <a:srgbClr val="44546A"/>
      </a:dk2>
      <a:lt2>
        <a:srgbClr val="E7E6E6"/>
      </a:lt2>
      <a:accent1>
        <a:srgbClr val="0F265C"/>
      </a:accent1>
      <a:accent2>
        <a:srgbClr val="007CB9"/>
      </a:accent2>
      <a:accent3>
        <a:srgbClr val="97D5EF"/>
      </a:accent3>
      <a:accent4>
        <a:srgbClr val="F7D0E4"/>
      </a:accent4>
      <a:accent5>
        <a:srgbClr val="E8348B"/>
      </a:accent5>
      <a:accent6>
        <a:srgbClr val="969696"/>
      </a:accent6>
      <a:hlink>
        <a:srgbClr val="0563C1"/>
      </a:hlink>
      <a:folHlink>
        <a:srgbClr val="954F72"/>
      </a:folHlink>
    </a:clrScheme>
    <a:fontScheme name="Custom 13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chorCtr="1"/>
      <a:lstStyle>
        <a:defPPr algn="ctr">
          <a:defRPr b="1"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solidFill>
              <a:schemeClr val="accent1"/>
            </a:solidFill>
          </a:defRPr>
        </a:defPPr>
      </a:lstStyle>
    </a:txDef>
  </a:objectDefaults>
  <a:extraClrSchemeLst/>
  <a:extLst>
    <a:ext uri="{05A4C25C-085E-4340-85A3-A5531E510DB2}">
      <thm15:themeFamily xmlns:thm15="http://schemas.microsoft.com/office/thememl/2012/main" name="TSB-01_Template without images_v04.potx" id="{1AAFF9BA-5D35-40C4-A2FA-005824134B12}" vid="{D4B39B02-28E4-41C7-AEE0-9FAD136FA807}"/>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Dark Background">
  <a:themeElements>
    <a:clrScheme name="IBM Services Palette Final">
      <a:dk1>
        <a:srgbClr val="000000"/>
      </a:dk1>
      <a:lt1>
        <a:srgbClr val="051243"/>
      </a:lt1>
      <a:dk2>
        <a:srgbClr val="F3F3F3"/>
      </a:dk2>
      <a:lt2>
        <a:srgbClr val="FFFFFF"/>
      </a:lt2>
      <a:accent1>
        <a:srgbClr val="6EA6FF"/>
      </a:accent1>
      <a:accent2>
        <a:srgbClr val="0F6DFF"/>
      </a:accent2>
      <a:accent3>
        <a:srgbClr val="0530AD"/>
      </a:accent3>
      <a:accent4>
        <a:srgbClr val="00BAB6"/>
      </a:accent4>
      <a:accent5>
        <a:srgbClr val="924CFC"/>
      </a:accent5>
      <a:accent6>
        <a:srgbClr val="D7306D"/>
      </a:accent6>
      <a:hlink>
        <a:srgbClr val="0F6DFF"/>
      </a:hlink>
      <a:folHlink>
        <a:srgbClr val="E0E0E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a:defRPr sz="2000" dirty="0">
            <a:latin typeface="IBM Plex Sans" panose="020B0503050000000000"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2"/>
          </a:solidFill>
          <a:tailEnd type="triangle"/>
        </a:ln>
      </a:spPr>
      <a:bodyPr/>
      <a:lstStyle/>
      <a:style>
        <a:lnRef idx="1">
          <a:schemeClr val="accent1"/>
        </a:lnRef>
        <a:fillRef idx="0">
          <a:schemeClr val="accent1"/>
        </a:fillRef>
        <a:effectRef idx="0">
          <a:schemeClr val="accent1"/>
        </a:effectRef>
        <a:fontRef idx="minor">
          <a:schemeClr val="tx1"/>
        </a:fontRef>
      </a:style>
    </a:lnDef>
    <a:txDef>
      <a:spPr/>
      <a:bodyPr wrap="square" lIns="91440" tIns="45720" rIns="91440" bIns="45720" rtlCol="0">
        <a:noAutofit/>
      </a:bodyPr>
      <a:lstStyle>
        <a:defPPr>
          <a:lnSpc>
            <a:spcPct val="105000"/>
          </a:lnSpc>
          <a:spcBef>
            <a:spcPts val="1000"/>
          </a:spcBef>
          <a:defRPr sz="2000" dirty="0" err="1" smtClean="0">
            <a:solidFill>
              <a:schemeClr val="tx1"/>
            </a:solidFill>
            <a:latin typeface="IBM Plex Sans" charset="0"/>
            <a:ea typeface="IBM Plex Sans" charset="0"/>
            <a:cs typeface="IBM Plex Sans"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1407</TotalTime>
  <Words>1715</Words>
  <Application>Microsoft Macintosh PowerPoint</Application>
  <PresentationFormat>Widescreen</PresentationFormat>
  <Paragraphs>266</Paragraphs>
  <Slides>6</Slides>
  <Notes>6</Notes>
  <HiddenSlides>0</HiddenSlides>
  <MMClips>0</MMClips>
  <ScaleCrop>false</ScaleCrop>
  <HeadingPairs>
    <vt:vector size="8" baseType="variant">
      <vt:variant>
        <vt:lpstr>Fonts Used</vt:lpstr>
      </vt:variant>
      <vt:variant>
        <vt:i4>21</vt:i4>
      </vt:variant>
      <vt:variant>
        <vt:lpstr>Theme</vt:lpstr>
      </vt:variant>
      <vt:variant>
        <vt:i4>6</vt:i4>
      </vt:variant>
      <vt:variant>
        <vt:lpstr>Embedded OLE Servers</vt:lpstr>
      </vt:variant>
      <vt:variant>
        <vt:i4>1</vt:i4>
      </vt:variant>
      <vt:variant>
        <vt:lpstr>Slide Titles</vt:lpstr>
      </vt:variant>
      <vt:variant>
        <vt:i4>6</vt:i4>
      </vt:variant>
    </vt:vector>
  </HeadingPairs>
  <TitlesOfParts>
    <vt:vector size="34" baseType="lpstr">
      <vt:lpstr>Aptos</vt:lpstr>
      <vt:lpstr>Arial</vt:lpstr>
      <vt:lpstr>Arial Regular</vt:lpstr>
      <vt:lpstr>Calibri</vt:lpstr>
      <vt:lpstr>Calibri Light</vt:lpstr>
      <vt:lpstr>Century Gothic</vt:lpstr>
      <vt:lpstr>Helvetica Neue</vt:lpstr>
      <vt:lpstr>IBM Eliot Sans</vt:lpstr>
      <vt:lpstr>IBM Plex Sans</vt:lpstr>
      <vt:lpstr>IBM Plex Sans </vt:lpstr>
      <vt:lpstr>IBM Plex Sans ExtraLight</vt:lpstr>
      <vt:lpstr>IBM Plex Sans Light</vt:lpstr>
      <vt:lpstr>IBM Plex Sans Medium</vt:lpstr>
      <vt:lpstr>IBM Plex Sans SemiBold</vt:lpstr>
      <vt:lpstr>IBM Plex Sans Text</vt:lpstr>
      <vt:lpstr>Rockwell</vt:lpstr>
      <vt:lpstr>System Font</vt:lpstr>
      <vt:lpstr>TSB Castledown</vt:lpstr>
      <vt:lpstr>TSB Castledown Heavy</vt:lpstr>
      <vt:lpstr>Wingdings</vt:lpstr>
      <vt:lpstr>Wingdings 3</vt:lpstr>
      <vt:lpstr>IBM Brand Template 2022</vt:lpstr>
      <vt:lpstr>Wisp</vt:lpstr>
      <vt:lpstr>1_Office Theme</vt:lpstr>
      <vt:lpstr>TSB</vt:lpstr>
      <vt:lpstr>2_Office Theme</vt:lpstr>
      <vt:lpstr>2_Dark Background</vt:lpstr>
      <vt:lpstr>think-cell Slide</vt:lpstr>
      <vt:lpstr>Lloyds Banking Group</vt:lpstr>
      <vt:lpstr>PowerPoint Presentation</vt:lpstr>
      <vt:lpstr>PowerPoint Presentation</vt:lpstr>
      <vt:lpstr>PowerPoint Presentation</vt:lpstr>
      <vt:lpstr>PowerPoint Presentation</vt:lpstr>
      <vt:lpstr>TSB + IBM : Our Digital Achievements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RAMESH RAMANUJAM</dc:creator>
  <cp:lastModifiedBy>SURJIT DAS</cp:lastModifiedBy>
  <cp:revision>9</cp:revision>
  <dcterms:created xsi:type="dcterms:W3CDTF">2024-12-31T01:33:26Z</dcterms:created>
  <dcterms:modified xsi:type="dcterms:W3CDTF">2026-04-26T18:00:50Z</dcterms:modified>
</cp:coreProperties>
</file>