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2" r:id="rId2"/>
    <p:sldMasterId id="2147483691" r:id="rId3"/>
  </p:sldMasterIdLst>
  <p:notesMasterIdLst>
    <p:notesMasterId r:id="rId10"/>
  </p:notesMasterIdLst>
  <p:sldIdLst>
    <p:sldId id="2147479852" r:id="rId4"/>
    <p:sldId id="2147479840" r:id="rId5"/>
    <p:sldId id="2147479851" r:id="rId6"/>
    <p:sldId id="2147479846" r:id="rId7"/>
    <p:sldId id="2147479847" r:id="rId8"/>
    <p:sldId id="25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C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90"/>
    <p:restoredTop sz="96301"/>
  </p:normalViewPr>
  <p:slideViewPr>
    <p:cSldViewPr snapToGrid="0">
      <p:cViewPr varScale="1">
        <p:scale>
          <a:sx n="108" d="100"/>
          <a:sy n="108" d="100"/>
        </p:scale>
        <p:origin x="224"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7B2D92-EE86-D743-9465-B5EE32E23416}" type="datetimeFigureOut">
              <a:rPr lang="en-US" smtClean="0"/>
              <a:t>4/25/26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AFF4C-35DE-0E43-8710-9BB59ABB1C39}" type="slidenum">
              <a:rPr lang="en-US" smtClean="0"/>
              <a:t>‹#›</a:t>
            </a:fld>
            <a:endParaRPr lang="en-US" dirty="0"/>
          </a:p>
        </p:txBody>
      </p:sp>
    </p:spTree>
    <p:extLst>
      <p:ext uri="{BB962C8B-B14F-4D97-AF65-F5344CB8AC3E}">
        <p14:creationId xmlns:p14="http://schemas.microsoft.com/office/powerpoint/2010/main" val="1538473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defTabSz="389601">
              <a:spcBef>
                <a:spcPts val="500"/>
              </a:spcBef>
              <a:spcAft>
                <a:spcPts val="600"/>
              </a:spcAft>
              <a:buFont typeface="Wingdings,Sans-Serif"/>
              <a:buChar char=""/>
            </a:pPr>
            <a:r>
              <a:rPr lang="en-GB" b="1" dirty="0">
                <a:solidFill>
                  <a:srgbClr val="0F62FE"/>
                </a:solidFill>
              </a:rPr>
              <a:t>ODSPD Bot deployment </a:t>
            </a:r>
            <a:r>
              <a:rPr lang="en-GB" dirty="0">
                <a:solidFill>
                  <a:srgbClr val="0F62FE"/>
                </a:solidFill>
              </a:rPr>
              <a:t>– FCCEP project is providing the solution for Identification remediation for GBC customers. As part of Horizon 2 delivered in Q3, 2024, customer identification document was upload manually to ODSPD application. This document upload process was automated using a Pega Bot in Q2, 2024. This has reduced the efforts required by the </a:t>
            </a:r>
            <a:r>
              <a:rPr lang="en-GB" dirty="0" err="1">
                <a:solidFill>
                  <a:srgbClr val="0F62FE"/>
                </a:solidFill>
              </a:rPr>
              <a:t>RemOps</a:t>
            </a:r>
            <a:r>
              <a:rPr lang="en-GB" dirty="0">
                <a:solidFill>
                  <a:srgbClr val="0F62FE"/>
                </a:solidFill>
              </a:rPr>
              <a:t> team to upload the identification document through ODSPD application.</a:t>
            </a:r>
            <a:endParaRPr lang="en-US" dirty="0">
              <a:solidFill>
                <a:srgbClr val="0F62FE"/>
              </a:solidFill>
            </a:endParaRPr>
          </a:p>
          <a:p>
            <a:pPr marL="342900" indent="-342900" defTabSz="389601">
              <a:spcBef>
                <a:spcPts val="500"/>
              </a:spcBef>
              <a:spcAft>
                <a:spcPts val="600"/>
              </a:spcAft>
              <a:buFont typeface="Wingdings,Sans-Serif"/>
              <a:buChar char=""/>
            </a:pPr>
            <a:endParaRPr lang="en-IN" dirty="0">
              <a:solidFill>
                <a:srgbClr val="0F62FE"/>
              </a:solidFill>
            </a:endParaRPr>
          </a:p>
          <a:p>
            <a:pPr marL="342900" indent="-342900" defTabSz="389601">
              <a:spcBef>
                <a:spcPts val="500"/>
              </a:spcBef>
              <a:spcAft>
                <a:spcPts val="600"/>
              </a:spcAft>
              <a:buFont typeface="Wingdings,Sans-Serif"/>
              <a:buChar char=""/>
            </a:pPr>
            <a:r>
              <a:rPr lang="en-GB" b="1" dirty="0">
                <a:solidFill>
                  <a:srgbClr val="0F62FE"/>
                </a:solidFill>
              </a:rPr>
              <a:t>ID&amp;V BIP Phase A </a:t>
            </a:r>
            <a:r>
              <a:rPr lang="en-GB" dirty="0">
                <a:solidFill>
                  <a:srgbClr val="0F62FE"/>
                </a:solidFill>
              </a:rPr>
              <a:t>– To further improve the efficiency of Identification document upload and GBC members data update in CIS application, ID&amp;V BIP Phase A is providing the solution using Risk Hub and BIP services. This solution will update GBC member details directly to CIS. This will eliminate the requirement of manually triggering the ODSPD bot and the data will be updated 24x7. The technical solution for ID&amp;V BIP Phase A is deployed in production with Business Go Live expected by 31st Jan 2025.</a:t>
            </a:r>
            <a:endParaRPr lang="en-IN" dirty="0">
              <a:solidFill>
                <a:srgbClr val="0F62FE"/>
              </a:solidFill>
            </a:endParaRPr>
          </a:p>
          <a:p>
            <a:pPr marL="342900" indent="-342900" defTabSz="389601">
              <a:spcBef>
                <a:spcPts val="500"/>
              </a:spcBef>
              <a:spcAft>
                <a:spcPts val="600"/>
              </a:spcAft>
              <a:buFont typeface="Wingdings,Sans-Serif"/>
              <a:buChar char=""/>
            </a:pPr>
            <a:endParaRPr lang="en-US" dirty="0">
              <a:solidFill>
                <a:srgbClr val="0F62FE"/>
              </a:solidFill>
            </a:endParaRPr>
          </a:p>
          <a:p>
            <a:pPr marL="342900" indent="-342900" defTabSz="389601">
              <a:spcBef>
                <a:spcPts val="500"/>
              </a:spcBef>
              <a:spcAft>
                <a:spcPts val="600"/>
              </a:spcAft>
              <a:buFont typeface="Wingdings,Sans-Serif"/>
              <a:buChar char=""/>
            </a:pPr>
            <a:r>
              <a:rPr lang="en-US" b="1" dirty="0">
                <a:solidFill>
                  <a:srgbClr val="0F62FE"/>
                </a:solidFill>
              </a:rPr>
              <a:t>Business Savings </a:t>
            </a:r>
            <a:r>
              <a:rPr lang="en-US" dirty="0">
                <a:solidFill>
                  <a:srgbClr val="0F62FE"/>
                </a:solidFill>
              </a:rPr>
              <a:t>– Since FCCEP team is already working on Identification remediation solution for Retail customers, GBC has requested FCCEP team to work on Identification remediation solution for Business Saving customers as well. As part of the solution, we are creating a Workflow tool for Business Savings workstream which will enable the business to track the progress of Identification remediation process.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11F7CF-44A9-064D-8252-50FA1901B6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9085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17F08-0483-D2DA-4B61-01E84F87E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B24EF-2592-25EF-8081-B3022C3DA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A8A92-E030-9796-A14D-BC8671830708}"/>
              </a:ext>
            </a:extLst>
          </p:cNvPr>
          <p:cNvSpPr>
            <a:spLocks noGrp="1"/>
          </p:cNvSpPr>
          <p:nvPr>
            <p:ph type="body" idx="1"/>
          </p:nvPr>
        </p:nvSpPr>
        <p:spPr/>
        <p:txBody>
          <a:bodyPr/>
          <a:lstStyle/>
          <a:p>
            <a:pPr defTabSz="389601" hangingPunct="0"/>
            <a:r>
              <a:rPr lang="en-US" sz="1400" dirty="0">
                <a:solidFill>
                  <a:srgbClr val="0F62FE"/>
                </a:solidFill>
                <a:latin typeface="IBM Plex Sans Medm" panose="020B0503050203000203" pitchFamily="34" charset="0"/>
                <a:sym typeface="Arial"/>
              </a:rPr>
              <a:t>Enhance Conversational AI</a:t>
            </a:r>
          </a:p>
          <a:p>
            <a:pPr marL="228594" indent="-228594" defTabSz="389601" hangingPunct="0">
              <a:buFontTx/>
              <a:buChar char="-"/>
            </a:pPr>
            <a:r>
              <a:rPr lang="en-US" sz="1200" dirty="0">
                <a:solidFill>
                  <a:srgbClr val="000000"/>
                </a:solidFill>
                <a:latin typeface="IBM Plex Sans" panose="020B0503050203000203" pitchFamily="34" charset="0"/>
                <a:sym typeface="Arial"/>
              </a:rPr>
              <a:t>Augment structured dialogs with generative responses</a:t>
            </a:r>
          </a:p>
          <a:p>
            <a:pPr marL="228594" indent="-228594" defTabSz="389601" hangingPunct="0">
              <a:buFontTx/>
              <a:buChar char="-"/>
            </a:pPr>
            <a:r>
              <a:rPr lang="en-US" sz="1200" dirty="0">
                <a:solidFill>
                  <a:srgbClr val="000000"/>
                </a:solidFill>
                <a:latin typeface="IBM Plex Sans" panose="020B0503050203000203" pitchFamily="34" charset="0"/>
                <a:sym typeface="Arial"/>
              </a:rPr>
              <a:t>Auto-generate dialog flows from articles &amp; prompt</a:t>
            </a:r>
          </a:p>
          <a:p>
            <a:pPr marL="228594" indent="-228594" defTabSz="389601" hangingPunct="0">
              <a:buFontTx/>
              <a:buChar char="-"/>
            </a:pPr>
            <a:r>
              <a:rPr lang="en-US" sz="1200" dirty="0">
                <a:solidFill>
                  <a:srgbClr val="000000"/>
                </a:solidFill>
                <a:latin typeface="IBM Plex Sans" panose="020B0503050203000203" pitchFamily="34" charset="0"/>
                <a:sym typeface="Arial"/>
              </a:rPr>
              <a:t>Answer generation from knowledge base</a:t>
            </a:r>
          </a:p>
          <a:p>
            <a:pPr marL="228594" indent="-228594" defTabSz="389601" hangingPunct="0">
              <a:buFontTx/>
              <a:buChar char="-"/>
            </a:pPr>
            <a:r>
              <a:rPr lang="en-US" sz="1200" dirty="0">
                <a:solidFill>
                  <a:srgbClr val="000000"/>
                </a:solidFill>
                <a:latin typeface="IBM Plex Sans" panose="020B0503050203000203" pitchFamily="34" charset="0"/>
                <a:sym typeface="Arial"/>
              </a:rPr>
              <a:t>Analyze product descriptions &amp; compare</a:t>
            </a:r>
          </a:p>
          <a:p>
            <a:pPr marL="228594" indent="-228594" defTabSz="389601" hangingPunct="0">
              <a:buFontTx/>
              <a:buChar char="-"/>
            </a:pPr>
            <a:r>
              <a:rPr lang="en-US" sz="1200" dirty="0">
                <a:solidFill>
                  <a:srgbClr val="000000"/>
                </a:solidFill>
                <a:latin typeface="IBM Plex Sans" panose="020B0503050203000203" pitchFamily="34" charset="0"/>
                <a:sym typeface="Arial"/>
              </a:rPr>
              <a:t>Generate Conv. AI test and training data</a:t>
            </a:r>
          </a:p>
          <a:p>
            <a:pPr marL="228594" indent="-228594" defTabSz="389601" hangingPunct="0">
              <a:buFontTx/>
              <a:buChar char="-"/>
            </a:pPr>
            <a:r>
              <a:rPr lang="en-US" sz="1200" dirty="0">
                <a:solidFill>
                  <a:srgbClr val="000000"/>
                </a:solidFill>
                <a:latin typeface="IBM Plex Sans" panose="020B0503050203000203" pitchFamily="34" charset="0"/>
                <a:sym typeface="Arial"/>
              </a:rPr>
              <a:t>Augment intent recognition with LLMs</a:t>
            </a:r>
          </a:p>
          <a:p>
            <a:pPr marL="228594" indent="-228594" defTabSz="389601" hangingPunct="0">
              <a:buFontTx/>
              <a:buChar char="-"/>
            </a:pPr>
            <a:r>
              <a:rPr lang="en-US" sz="1200" dirty="0">
                <a:solidFill>
                  <a:srgbClr val="000000"/>
                </a:solidFill>
                <a:latin typeface="IBM Plex Sans" panose="020B0503050203000203" pitchFamily="34" charset="0"/>
                <a:sym typeface="Arial"/>
              </a:rPr>
              <a:t>Enhance bot analytics for agent transfer reasons</a:t>
            </a:r>
          </a:p>
          <a:p>
            <a:pPr marL="228594" indent="-228594" defTabSz="389601" hangingPunct="0">
              <a:buFontTx/>
              <a:buChar char="-"/>
            </a:pPr>
            <a:r>
              <a:rPr lang="en-US" sz="1200" dirty="0">
                <a:solidFill>
                  <a:srgbClr val="000000"/>
                </a:solidFill>
                <a:latin typeface="IBM Plex Sans" panose="020B0503050203000203" pitchFamily="34" charset="0"/>
                <a:sym typeface="Arial"/>
              </a:rPr>
              <a:t>Sentiment &amp; tone analysis</a:t>
            </a:r>
          </a:p>
          <a:p>
            <a:pPr marL="228594" indent="-228594" defTabSz="389601" hangingPunct="0">
              <a:buFontTx/>
              <a:buChar char="-"/>
            </a:pPr>
            <a:r>
              <a:rPr lang="en-US" sz="1200" dirty="0">
                <a:solidFill>
                  <a:srgbClr val="000000"/>
                </a:solidFill>
                <a:latin typeface="IBM Plex Sans" panose="020B0503050203000203" pitchFamily="34" charset="0"/>
                <a:sym typeface="Arial"/>
              </a:rPr>
              <a:t>Language translation</a:t>
            </a:r>
          </a:p>
          <a:p>
            <a:pPr marL="228594" indent="-228594" defTabSz="389601" hangingPunct="0">
              <a:buFontTx/>
              <a:buChar char="-"/>
            </a:pPr>
            <a:endParaRPr lang="en-US" sz="1200" dirty="0">
              <a:solidFill>
                <a:srgbClr val="0064FF"/>
              </a:solidFill>
              <a:latin typeface="IBM Plex Sans" panose="020B0503050203000203" pitchFamily="34" charset="0"/>
              <a:sym typeface="Arial"/>
            </a:endParaRPr>
          </a:p>
          <a:p>
            <a:pPr defTabSz="389601" hangingPunct="0"/>
            <a:r>
              <a:rPr lang="en-US" sz="1400" dirty="0">
                <a:solidFill>
                  <a:srgbClr val="0F62FE"/>
                </a:solidFill>
                <a:latin typeface="IBM Plex Sans Medm" panose="020B0503050203000203" pitchFamily="34" charset="0"/>
                <a:sym typeface="Arial"/>
              </a:rPr>
              <a:t>Agent Experience</a:t>
            </a:r>
          </a:p>
          <a:p>
            <a:pPr marL="228594" indent="-228594" defTabSz="389601" hangingPunct="0">
              <a:buFontTx/>
              <a:buChar char="-"/>
            </a:pPr>
            <a:r>
              <a:rPr lang="en-US" sz="1200" dirty="0">
                <a:solidFill>
                  <a:srgbClr val="000000"/>
                </a:solidFill>
                <a:latin typeface="IBM Plex Sans" panose="020B0503050203000203" pitchFamily="34" charset="0"/>
                <a:sym typeface="Arial"/>
              </a:rPr>
              <a:t>Auto summarization of chat/call for after call notes</a:t>
            </a:r>
          </a:p>
          <a:p>
            <a:pPr marL="228594" indent="-228594" defTabSz="389601" hangingPunct="0">
              <a:buFontTx/>
              <a:buChar char="-"/>
            </a:pPr>
            <a:r>
              <a:rPr lang="en-US" sz="1200" dirty="0">
                <a:solidFill>
                  <a:srgbClr val="000000"/>
                </a:solidFill>
                <a:latin typeface="IBM Plex Sans" panose="020B0503050203000203" pitchFamily="34" charset="0"/>
                <a:sym typeface="Arial"/>
              </a:rPr>
              <a:t>Answer generation from Knowledge base</a:t>
            </a:r>
          </a:p>
          <a:p>
            <a:pPr marL="228594" indent="-228594" defTabSz="389601" hangingPunct="0">
              <a:buFontTx/>
              <a:buChar char="-"/>
            </a:pPr>
            <a:r>
              <a:rPr lang="en-US" sz="1200" dirty="0">
                <a:solidFill>
                  <a:srgbClr val="000000"/>
                </a:solidFill>
                <a:latin typeface="IBM Plex Sans" panose="020B0503050203000203" pitchFamily="34" charset="0"/>
                <a:sym typeface="Arial"/>
              </a:rPr>
              <a:t>Conversational search against documents</a:t>
            </a:r>
          </a:p>
          <a:p>
            <a:pPr marL="228594" indent="-228594" defTabSz="389601" hangingPunct="0">
              <a:buFontTx/>
              <a:buChar char="-"/>
            </a:pPr>
            <a:r>
              <a:rPr lang="en-US" sz="1200" dirty="0">
                <a:solidFill>
                  <a:srgbClr val="000000"/>
                </a:solidFill>
                <a:latin typeface="IBM Plex Sans" panose="020B0503050203000203" pitchFamily="34" charset="0"/>
                <a:sym typeface="Arial"/>
              </a:rPr>
              <a:t>Sentiment &amp; tone analysis</a:t>
            </a:r>
          </a:p>
          <a:p>
            <a:pPr marL="228594" indent="-228594" defTabSz="389601" hangingPunct="0">
              <a:buFontTx/>
              <a:buChar char="-"/>
            </a:pPr>
            <a:r>
              <a:rPr lang="en-US" sz="1200" dirty="0">
                <a:solidFill>
                  <a:srgbClr val="000000"/>
                </a:solidFill>
                <a:latin typeface="IBM Plex Sans" panose="020B0503050203000203" pitchFamily="34" charset="0"/>
                <a:sym typeface="Arial"/>
              </a:rPr>
              <a:t>Quality Assurance &amp; Compliance</a:t>
            </a:r>
          </a:p>
          <a:p>
            <a:pPr marL="228594" indent="-228594" defTabSz="389601" hangingPunct="0">
              <a:buFontTx/>
              <a:buChar char="-"/>
            </a:pPr>
            <a:r>
              <a:rPr lang="en-US" sz="1200" dirty="0">
                <a:solidFill>
                  <a:srgbClr val="000000"/>
                </a:solidFill>
                <a:latin typeface="IBM Plex Sans" panose="020B0503050203000203" pitchFamily="34" charset="0"/>
                <a:sym typeface="Arial"/>
              </a:rPr>
              <a:t>Auto generate email responses</a:t>
            </a:r>
          </a:p>
          <a:p>
            <a:pPr marL="228594" indent="-228594" defTabSz="389601" hangingPunct="0">
              <a:buFontTx/>
              <a:buChar char="-"/>
            </a:pPr>
            <a:r>
              <a:rPr lang="en-US" sz="1200" dirty="0">
                <a:solidFill>
                  <a:srgbClr val="000000"/>
                </a:solidFill>
                <a:latin typeface="IBM Plex Sans" panose="020B0503050203000203" pitchFamily="34" charset="0"/>
                <a:sym typeface="Arial"/>
              </a:rPr>
              <a:t>Auto suggest contextual responses</a:t>
            </a:r>
          </a:p>
          <a:p>
            <a:pPr marL="228594" indent="-228594" defTabSz="389601" hangingPunct="0">
              <a:buFontTx/>
              <a:buChar char="-"/>
            </a:pPr>
            <a:r>
              <a:rPr lang="en-US" sz="1200" dirty="0">
                <a:solidFill>
                  <a:srgbClr val="000000"/>
                </a:solidFill>
                <a:latin typeface="IBM Plex Sans" panose="020B0503050203000203" pitchFamily="34" charset="0"/>
                <a:sym typeface="Arial"/>
              </a:rPr>
              <a:t>Recommend tone variations of text</a:t>
            </a:r>
          </a:p>
          <a:p>
            <a:pPr marL="228594" indent="-228594" defTabSz="389601" hangingPunct="0">
              <a:buFontTx/>
              <a:buChar char="-"/>
            </a:pPr>
            <a:r>
              <a:rPr lang="en-US" sz="1200" dirty="0">
                <a:solidFill>
                  <a:srgbClr val="000000"/>
                </a:solidFill>
                <a:latin typeface="IBM Plex Sans" panose="020B0503050203000203" pitchFamily="34" charset="0"/>
                <a:sym typeface="Arial"/>
              </a:rPr>
              <a:t>Explain bill, charges, account status etc.</a:t>
            </a:r>
          </a:p>
          <a:p>
            <a:pPr marL="228594" indent="-228594" defTabSz="389601" hangingPunct="0">
              <a:buFontTx/>
              <a:buChar char="-"/>
            </a:pPr>
            <a:endParaRPr lang="en-US" sz="1200" dirty="0">
              <a:solidFill>
                <a:srgbClr val="0064FF"/>
              </a:solidFill>
              <a:latin typeface="IBM Plex Sans" panose="020B0503050203000203" pitchFamily="34" charset="0"/>
              <a:sym typeface="Arial"/>
            </a:endParaRPr>
          </a:p>
          <a:p>
            <a:pPr defTabSz="389601" hangingPunct="0"/>
            <a:r>
              <a:rPr lang="en-US" sz="1400" dirty="0">
                <a:solidFill>
                  <a:srgbClr val="0F62FE"/>
                </a:solidFill>
                <a:latin typeface="IBM Plex Sans Medm" panose="020B0503050203000203" pitchFamily="34" charset="0"/>
                <a:sym typeface="Arial"/>
              </a:rPr>
              <a:t>Call center operations &amp; Data</a:t>
            </a:r>
          </a:p>
          <a:p>
            <a:pPr marL="228594" indent="-228594" defTabSz="389601" hangingPunct="0">
              <a:buFontTx/>
              <a:buChar char="-"/>
            </a:pPr>
            <a:r>
              <a:rPr lang="en-US" sz="1200" dirty="0">
                <a:solidFill>
                  <a:srgbClr val="000000"/>
                </a:solidFill>
                <a:latin typeface="IBM Plex Sans" panose="020B0503050203000203" pitchFamily="34" charset="0"/>
                <a:sym typeface="Arial"/>
              </a:rPr>
              <a:t>Call center analytics</a:t>
            </a:r>
          </a:p>
          <a:p>
            <a:pPr marL="228594" indent="-228594" defTabSz="389601" hangingPunct="0">
              <a:buFontTx/>
              <a:buChar char="-"/>
            </a:pPr>
            <a:r>
              <a:rPr lang="en-US" sz="1200" dirty="0">
                <a:solidFill>
                  <a:srgbClr val="000000"/>
                </a:solidFill>
                <a:latin typeface="IBM Plex Sans" panose="020B0503050203000203" pitchFamily="34" charset="0"/>
                <a:sym typeface="Arial"/>
              </a:rPr>
              <a:t>Complaints analytics</a:t>
            </a:r>
          </a:p>
          <a:p>
            <a:pPr marL="228594" indent="-228594" defTabSz="389601" hangingPunct="0">
              <a:buFontTx/>
              <a:buChar char="-"/>
            </a:pPr>
            <a:r>
              <a:rPr lang="en-US" sz="1200" dirty="0">
                <a:solidFill>
                  <a:srgbClr val="000000"/>
                </a:solidFill>
                <a:latin typeface="IBM Plex Sans" panose="020B0503050203000203" pitchFamily="34" charset="0"/>
                <a:sym typeface="Arial"/>
              </a:rPr>
              <a:t>Journey analytics</a:t>
            </a:r>
          </a:p>
          <a:p>
            <a:pPr marL="228594" indent="-228594" defTabSz="389601" hangingPunct="0">
              <a:buFontTx/>
              <a:buChar char="-"/>
            </a:pPr>
            <a:r>
              <a:rPr lang="en-US" sz="1200" dirty="0">
                <a:solidFill>
                  <a:srgbClr val="000000"/>
                </a:solidFill>
                <a:latin typeface="IBM Plex Sans" panose="020B0503050203000203" pitchFamily="34" charset="0"/>
                <a:sym typeface="Arial"/>
              </a:rPr>
              <a:t>Natural Language for reporting</a:t>
            </a:r>
          </a:p>
          <a:p>
            <a:pPr marL="228594" indent="-228594" defTabSz="389601" hangingPunct="0">
              <a:buFontTx/>
              <a:buChar char="-"/>
            </a:pPr>
            <a:r>
              <a:rPr lang="en-US" sz="1200" dirty="0">
                <a:solidFill>
                  <a:srgbClr val="000000"/>
                </a:solidFill>
                <a:latin typeface="IBM Plex Sans" panose="020B0503050203000203" pitchFamily="34" charset="0"/>
                <a:sym typeface="Arial"/>
              </a:rPr>
              <a:t>Post-call analytics</a:t>
            </a:r>
          </a:p>
          <a:p>
            <a:pPr marL="228594" indent="-228594" defTabSz="389601" hangingPunct="0">
              <a:buFontTx/>
              <a:buChar char="-"/>
            </a:pPr>
            <a:r>
              <a:rPr lang="en-US" sz="1200" dirty="0">
                <a:solidFill>
                  <a:srgbClr val="000000"/>
                </a:solidFill>
                <a:latin typeface="IBM Plex Sans" panose="020B0503050203000203" pitchFamily="34" charset="0"/>
                <a:sym typeface="Arial"/>
              </a:rPr>
              <a:t>Agent performance analysis</a:t>
            </a:r>
          </a:p>
          <a:p>
            <a:endParaRPr lang="en-US" dirty="0"/>
          </a:p>
        </p:txBody>
      </p:sp>
      <p:sp>
        <p:nvSpPr>
          <p:cNvPr id="4" name="Slide Number Placeholder 3">
            <a:extLst>
              <a:ext uri="{FF2B5EF4-FFF2-40B4-BE49-F238E27FC236}">
                <a16:creationId xmlns:a16="http://schemas.microsoft.com/office/drawing/2014/main" id="{4C52A77C-CF4D-C737-17C9-99B2DE912C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11F7CF-44A9-064D-8252-50FA1901B6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225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389601" hangingPunct="0"/>
            <a:r>
              <a:rPr lang="en-US" sz="1400" dirty="0">
                <a:solidFill>
                  <a:srgbClr val="0F62FE"/>
                </a:solidFill>
                <a:latin typeface="IBM Plex Sans Medm" panose="020B0503050203000203" pitchFamily="34" charset="0"/>
                <a:sym typeface="Arial"/>
              </a:rPr>
              <a:t>Enhance Conversational AI</a:t>
            </a:r>
          </a:p>
          <a:p>
            <a:pPr marL="228594" indent="-228594" defTabSz="389601" hangingPunct="0">
              <a:buFontTx/>
              <a:buChar char="-"/>
            </a:pPr>
            <a:r>
              <a:rPr lang="en-US" sz="1200" dirty="0">
                <a:solidFill>
                  <a:srgbClr val="000000"/>
                </a:solidFill>
                <a:latin typeface="IBM Plex Sans" panose="020B0503050203000203" pitchFamily="34" charset="0"/>
                <a:sym typeface="Arial"/>
              </a:rPr>
              <a:t>Augment structured dialogs with generative responses</a:t>
            </a:r>
          </a:p>
          <a:p>
            <a:pPr marL="228594" indent="-228594" defTabSz="389601" hangingPunct="0">
              <a:buFontTx/>
              <a:buChar char="-"/>
            </a:pPr>
            <a:r>
              <a:rPr lang="en-US" sz="1200" dirty="0">
                <a:solidFill>
                  <a:srgbClr val="000000"/>
                </a:solidFill>
                <a:latin typeface="IBM Plex Sans" panose="020B0503050203000203" pitchFamily="34" charset="0"/>
                <a:sym typeface="Arial"/>
              </a:rPr>
              <a:t>Auto-generate dialog flows from articles &amp; prompt</a:t>
            </a:r>
          </a:p>
          <a:p>
            <a:pPr marL="228594" indent="-228594" defTabSz="389601" hangingPunct="0">
              <a:buFontTx/>
              <a:buChar char="-"/>
            </a:pPr>
            <a:r>
              <a:rPr lang="en-US" sz="1200" dirty="0">
                <a:solidFill>
                  <a:srgbClr val="000000"/>
                </a:solidFill>
                <a:latin typeface="IBM Plex Sans" panose="020B0503050203000203" pitchFamily="34" charset="0"/>
                <a:sym typeface="Arial"/>
              </a:rPr>
              <a:t>Answer generation from knowledge base</a:t>
            </a:r>
          </a:p>
          <a:p>
            <a:pPr marL="228594" indent="-228594" defTabSz="389601" hangingPunct="0">
              <a:buFontTx/>
              <a:buChar char="-"/>
            </a:pPr>
            <a:r>
              <a:rPr lang="en-US" sz="1200" dirty="0">
                <a:solidFill>
                  <a:srgbClr val="000000"/>
                </a:solidFill>
                <a:latin typeface="IBM Plex Sans" panose="020B0503050203000203" pitchFamily="34" charset="0"/>
                <a:sym typeface="Arial"/>
              </a:rPr>
              <a:t>Analyze product descriptions &amp; compare</a:t>
            </a:r>
          </a:p>
          <a:p>
            <a:pPr marL="228594" indent="-228594" defTabSz="389601" hangingPunct="0">
              <a:buFontTx/>
              <a:buChar char="-"/>
            </a:pPr>
            <a:r>
              <a:rPr lang="en-US" sz="1200" dirty="0">
                <a:solidFill>
                  <a:srgbClr val="000000"/>
                </a:solidFill>
                <a:latin typeface="IBM Plex Sans" panose="020B0503050203000203" pitchFamily="34" charset="0"/>
                <a:sym typeface="Arial"/>
              </a:rPr>
              <a:t>Generate Conv. AI test and training data</a:t>
            </a:r>
          </a:p>
          <a:p>
            <a:pPr marL="228594" indent="-228594" defTabSz="389601" hangingPunct="0">
              <a:buFontTx/>
              <a:buChar char="-"/>
            </a:pPr>
            <a:r>
              <a:rPr lang="en-US" sz="1200" dirty="0">
                <a:solidFill>
                  <a:srgbClr val="000000"/>
                </a:solidFill>
                <a:latin typeface="IBM Plex Sans" panose="020B0503050203000203" pitchFamily="34" charset="0"/>
                <a:sym typeface="Arial"/>
              </a:rPr>
              <a:t>Augment intent recognition with LLMs</a:t>
            </a:r>
          </a:p>
          <a:p>
            <a:pPr marL="228594" indent="-228594" defTabSz="389601" hangingPunct="0">
              <a:buFontTx/>
              <a:buChar char="-"/>
            </a:pPr>
            <a:r>
              <a:rPr lang="en-US" sz="1200" dirty="0">
                <a:solidFill>
                  <a:srgbClr val="000000"/>
                </a:solidFill>
                <a:latin typeface="IBM Plex Sans" panose="020B0503050203000203" pitchFamily="34" charset="0"/>
                <a:sym typeface="Arial"/>
              </a:rPr>
              <a:t>Enhance bot analytics for agent transfer reasons</a:t>
            </a:r>
          </a:p>
          <a:p>
            <a:pPr marL="228594" indent="-228594" defTabSz="389601" hangingPunct="0">
              <a:buFontTx/>
              <a:buChar char="-"/>
            </a:pPr>
            <a:r>
              <a:rPr lang="en-US" sz="1200" dirty="0">
                <a:solidFill>
                  <a:srgbClr val="000000"/>
                </a:solidFill>
                <a:latin typeface="IBM Plex Sans" panose="020B0503050203000203" pitchFamily="34" charset="0"/>
                <a:sym typeface="Arial"/>
              </a:rPr>
              <a:t>Sentiment &amp; tone analysis</a:t>
            </a:r>
          </a:p>
          <a:p>
            <a:pPr marL="228594" indent="-228594" defTabSz="389601" hangingPunct="0">
              <a:buFontTx/>
              <a:buChar char="-"/>
            </a:pPr>
            <a:r>
              <a:rPr lang="en-US" sz="1200" dirty="0">
                <a:solidFill>
                  <a:srgbClr val="000000"/>
                </a:solidFill>
                <a:latin typeface="IBM Plex Sans" panose="020B0503050203000203" pitchFamily="34" charset="0"/>
                <a:sym typeface="Arial"/>
              </a:rPr>
              <a:t>Language translation</a:t>
            </a:r>
          </a:p>
          <a:p>
            <a:pPr marL="228594" indent="-228594" defTabSz="389601" hangingPunct="0">
              <a:buFontTx/>
              <a:buChar char="-"/>
            </a:pPr>
            <a:endParaRPr lang="en-US" sz="1200" dirty="0">
              <a:solidFill>
                <a:srgbClr val="0064FF"/>
              </a:solidFill>
              <a:latin typeface="IBM Plex Sans" panose="020B0503050203000203" pitchFamily="34" charset="0"/>
              <a:sym typeface="Arial"/>
            </a:endParaRPr>
          </a:p>
          <a:p>
            <a:pPr defTabSz="389601" hangingPunct="0"/>
            <a:r>
              <a:rPr lang="en-US" sz="1400" dirty="0">
                <a:solidFill>
                  <a:srgbClr val="0F62FE"/>
                </a:solidFill>
                <a:latin typeface="IBM Plex Sans Medm" panose="020B0503050203000203" pitchFamily="34" charset="0"/>
                <a:sym typeface="Arial"/>
              </a:rPr>
              <a:t>Agent Experience</a:t>
            </a:r>
          </a:p>
          <a:p>
            <a:pPr marL="228594" indent="-228594" defTabSz="389601" hangingPunct="0">
              <a:buFontTx/>
              <a:buChar char="-"/>
            </a:pPr>
            <a:r>
              <a:rPr lang="en-US" sz="1200" dirty="0">
                <a:solidFill>
                  <a:srgbClr val="000000"/>
                </a:solidFill>
                <a:latin typeface="IBM Plex Sans" panose="020B0503050203000203" pitchFamily="34" charset="0"/>
                <a:sym typeface="Arial"/>
              </a:rPr>
              <a:t>Auto summarization of chat/call for after call notes</a:t>
            </a:r>
          </a:p>
          <a:p>
            <a:pPr marL="228594" indent="-228594" defTabSz="389601" hangingPunct="0">
              <a:buFontTx/>
              <a:buChar char="-"/>
            </a:pPr>
            <a:r>
              <a:rPr lang="en-US" sz="1200" dirty="0">
                <a:solidFill>
                  <a:srgbClr val="000000"/>
                </a:solidFill>
                <a:latin typeface="IBM Plex Sans" panose="020B0503050203000203" pitchFamily="34" charset="0"/>
                <a:sym typeface="Arial"/>
              </a:rPr>
              <a:t>Answer generation from Knowledge base</a:t>
            </a:r>
          </a:p>
          <a:p>
            <a:pPr marL="228594" indent="-228594" defTabSz="389601" hangingPunct="0">
              <a:buFontTx/>
              <a:buChar char="-"/>
            </a:pPr>
            <a:r>
              <a:rPr lang="en-US" sz="1200" dirty="0">
                <a:solidFill>
                  <a:srgbClr val="000000"/>
                </a:solidFill>
                <a:latin typeface="IBM Plex Sans" panose="020B0503050203000203" pitchFamily="34" charset="0"/>
                <a:sym typeface="Arial"/>
              </a:rPr>
              <a:t>Conversational search against documents</a:t>
            </a:r>
          </a:p>
          <a:p>
            <a:pPr marL="228594" indent="-228594" defTabSz="389601" hangingPunct="0">
              <a:buFontTx/>
              <a:buChar char="-"/>
            </a:pPr>
            <a:r>
              <a:rPr lang="en-US" sz="1200" dirty="0">
                <a:solidFill>
                  <a:srgbClr val="000000"/>
                </a:solidFill>
                <a:latin typeface="IBM Plex Sans" panose="020B0503050203000203" pitchFamily="34" charset="0"/>
                <a:sym typeface="Arial"/>
              </a:rPr>
              <a:t>Sentiment &amp; tone analysis</a:t>
            </a:r>
          </a:p>
          <a:p>
            <a:pPr marL="228594" indent="-228594" defTabSz="389601" hangingPunct="0">
              <a:buFontTx/>
              <a:buChar char="-"/>
            </a:pPr>
            <a:r>
              <a:rPr lang="en-US" sz="1200" dirty="0">
                <a:solidFill>
                  <a:srgbClr val="000000"/>
                </a:solidFill>
                <a:latin typeface="IBM Plex Sans" panose="020B0503050203000203" pitchFamily="34" charset="0"/>
                <a:sym typeface="Arial"/>
              </a:rPr>
              <a:t>Quality Assurance &amp; Compliance</a:t>
            </a:r>
          </a:p>
          <a:p>
            <a:pPr marL="228594" indent="-228594" defTabSz="389601" hangingPunct="0">
              <a:buFontTx/>
              <a:buChar char="-"/>
            </a:pPr>
            <a:r>
              <a:rPr lang="en-US" sz="1200" dirty="0">
                <a:solidFill>
                  <a:srgbClr val="000000"/>
                </a:solidFill>
                <a:latin typeface="IBM Plex Sans" panose="020B0503050203000203" pitchFamily="34" charset="0"/>
                <a:sym typeface="Arial"/>
              </a:rPr>
              <a:t>Auto generate email responses</a:t>
            </a:r>
          </a:p>
          <a:p>
            <a:pPr marL="228594" indent="-228594" defTabSz="389601" hangingPunct="0">
              <a:buFontTx/>
              <a:buChar char="-"/>
            </a:pPr>
            <a:r>
              <a:rPr lang="en-US" sz="1200" dirty="0">
                <a:solidFill>
                  <a:srgbClr val="000000"/>
                </a:solidFill>
                <a:latin typeface="IBM Plex Sans" panose="020B0503050203000203" pitchFamily="34" charset="0"/>
                <a:sym typeface="Arial"/>
              </a:rPr>
              <a:t>Auto suggest contextual responses</a:t>
            </a:r>
          </a:p>
          <a:p>
            <a:pPr marL="228594" indent="-228594" defTabSz="389601" hangingPunct="0">
              <a:buFontTx/>
              <a:buChar char="-"/>
            </a:pPr>
            <a:r>
              <a:rPr lang="en-US" sz="1200" dirty="0">
                <a:solidFill>
                  <a:srgbClr val="000000"/>
                </a:solidFill>
                <a:latin typeface="IBM Plex Sans" panose="020B0503050203000203" pitchFamily="34" charset="0"/>
                <a:sym typeface="Arial"/>
              </a:rPr>
              <a:t>Recommend tone variations of text</a:t>
            </a:r>
          </a:p>
          <a:p>
            <a:pPr marL="228594" indent="-228594" defTabSz="389601" hangingPunct="0">
              <a:buFontTx/>
              <a:buChar char="-"/>
            </a:pPr>
            <a:r>
              <a:rPr lang="en-US" sz="1200" dirty="0">
                <a:solidFill>
                  <a:srgbClr val="000000"/>
                </a:solidFill>
                <a:latin typeface="IBM Plex Sans" panose="020B0503050203000203" pitchFamily="34" charset="0"/>
                <a:sym typeface="Arial"/>
              </a:rPr>
              <a:t>Explain bill, charges, account status etc.</a:t>
            </a:r>
          </a:p>
          <a:p>
            <a:pPr marL="228594" indent="-228594" defTabSz="389601" hangingPunct="0">
              <a:buFontTx/>
              <a:buChar char="-"/>
            </a:pPr>
            <a:endParaRPr lang="en-US" sz="1200" dirty="0">
              <a:solidFill>
                <a:srgbClr val="0064FF"/>
              </a:solidFill>
              <a:latin typeface="IBM Plex Sans" panose="020B0503050203000203" pitchFamily="34" charset="0"/>
              <a:sym typeface="Arial"/>
            </a:endParaRPr>
          </a:p>
          <a:p>
            <a:pPr defTabSz="389601" hangingPunct="0"/>
            <a:r>
              <a:rPr lang="en-US" sz="1400" dirty="0">
                <a:solidFill>
                  <a:srgbClr val="0F62FE"/>
                </a:solidFill>
                <a:latin typeface="IBM Plex Sans Medm" panose="020B0503050203000203" pitchFamily="34" charset="0"/>
                <a:sym typeface="Arial"/>
              </a:rPr>
              <a:t>Call center operations &amp; Data</a:t>
            </a:r>
          </a:p>
          <a:p>
            <a:pPr marL="228594" indent="-228594" defTabSz="389601" hangingPunct="0">
              <a:buFontTx/>
              <a:buChar char="-"/>
            </a:pPr>
            <a:r>
              <a:rPr lang="en-US" sz="1200" dirty="0">
                <a:solidFill>
                  <a:srgbClr val="000000"/>
                </a:solidFill>
                <a:latin typeface="IBM Plex Sans" panose="020B0503050203000203" pitchFamily="34" charset="0"/>
                <a:sym typeface="Arial"/>
              </a:rPr>
              <a:t>Call center analytics</a:t>
            </a:r>
          </a:p>
          <a:p>
            <a:pPr marL="228594" indent="-228594" defTabSz="389601" hangingPunct="0">
              <a:buFontTx/>
              <a:buChar char="-"/>
            </a:pPr>
            <a:r>
              <a:rPr lang="en-US" sz="1200" dirty="0">
                <a:solidFill>
                  <a:srgbClr val="000000"/>
                </a:solidFill>
                <a:latin typeface="IBM Plex Sans" panose="020B0503050203000203" pitchFamily="34" charset="0"/>
                <a:sym typeface="Arial"/>
              </a:rPr>
              <a:t>Complaints analytics</a:t>
            </a:r>
          </a:p>
          <a:p>
            <a:pPr marL="228594" indent="-228594" defTabSz="389601" hangingPunct="0">
              <a:buFontTx/>
              <a:buChar char="-"/>
            </a:pPr>
            <a:r>
              <a:rPr lang="en-US" sz="1200" dirty="0">
                <a:solidFill>
                  <a:srgbClr val="000000"/>
                </a:solidFill>
                <a:latin typeface="IBM Plex Sans" panose="020B0503050203000203" pitchFamily="34" charset="0"/>
                <a:sym typeface="Arial"/>
              </a:rPr>
              <a:t>Journey analytics</a:t>
            </a:r>
          </a:p>
          <a:p>
            <a:pPr marL="228594" indent="-228594" defTabSz="389601" hangingPunct="0">
              <a:buFontTx/>
              <a:buChar char="-"/>
            </a:pPr>
            <a:r>
              <a:rPr lang="en-US" sz="1200" dirty="0">
                <a:solidFill>
                  <a:srgbClr val="000000"/>
                </a:solidFill>
                <a:latin typeface="IBM Plex Sans" panose="020B0503050203000203" pitchFamily="34" charset="0"/>
                <a:sym typeface="Arial"/>
              </a:rPr>
              <a:t>Natural Language for reporting</a:t>
            </a:r>
          </a:p>
          <a:p>
            <a:pPr marL="228594" indent="-228594" defTabSz="389601" hangingPunct="0">
              <a:buFontTx/>
              <a:buChar char="-"/>
            </a:pPr>
            <a:r>
              <a:rPr lang="en-US" sz="1200" dirty="0">
                <a:solidFill>
                  <a:srgbClr val="000000"/>
                </a:solidFill>
                <a:latin typeface="IBM Plex Sans" panose="020B0503050203000203" pitchFamily="34" charset="0"/>
                <a:sym typeface="Arial"/>
              </a:rPr>
              <a:t>Post-call analytics</a:t>
            </a:r>
          </a:p>
          <a:p>
            <a:pPr marL="228594" indent="-228594" defTabSz="389601" hangingPunct="0">
              <a:buFontTx/>
              <a:buChar char="-"/>
            </a:pPr>
            <a:r>
              <a:rPr lang="en-US" sz="1200" dirty="0">
                <a:solidFill>
                  <a:srgbClr val="000000"/>
                </a:solidFill>
                <a:latin typeface="IBM Plex Sans" panose="020B0503050203000203" pitchFamily="34" charset="0"/>
                <a:sym typeface="Arial"/>
              </a:rPr>
              <a:t>Agent performance analysis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11F7CF-44A9-064D-8252-50FA1901B6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32836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389601" hangingPunct="0"/>
            <a:endParaRPr lang="en-US" sz="1400" dirty="0">
              <a:solidFill>
                <a:srgbClr val="0F62FE"/>
              </a:solidFill>
              <a:latin typeface="IBM Plex Sans Medm"/>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11F7CF-44A9-064D-8252-50FA1901B6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39348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00A9D6-5F47-3203-468A-3A2906DE3F38}"/>
              </a:ext>
            </a:extLst>
          </p:cNvPr>
          <p:cNvPicPr>
            <a:picLocks noChangeAspect="1"/>
          </p:cNvPicPr>
          <p:nvPr userDrawn="1"/>
        </p:nvPicPr>
        <p:blipFill>
          <a:blip r:embed="rId2"/>
          <a:srcRect/>
          <a:stretch/>
        </p:blipFill>
        <p:spPr>
          <a:xfrm>
            <a:off x="10756475" y="279634"/>
            <a:ext cx="1223225" cy="331472"/>
          </a:xfrm>
          <a:prstGeom prst="rect">
            <a:avLst/>
          </a:prstGeom>
        </p:spPr>
      </p:pic>
      <p:sp>
        <p:nvSpPr>
          <p:cNvPr id="3" name="Title Placeholder 1">
            <a:extLst>
              <a:ext uri="{FF2B5EF4-FFF2-40B4-BE49-F238E27FC236}">
                <a16:creationId xmlns:a16="http://schemas.microsoft.com/office/drawing/2014/main" id="{41CF4878-5B0D-CF5A-E40B-EB4C59C9A74B}"/>
              </a:ext>
            </a:extLst>
          </p:cNvPr>
          <p:cNvSpPr>
            <a:spLocks noGrp="1"/>
          </p:cNvSpPr>
          <p:nvPr>
            <p:ph type="title"/>
          </p:nvPr>
        </p:nvSpPr>
        <p:spPr>
          <a:xfrm>
            <a:off x="331704" y="141298"/>
            <a:ext cx="11642581" cy="1023610"/>
          </a:xfrm>
          <a:prstGeom prst="rect">
            <a:avLst/>
          </a:prstGeom>
        </p:spPr>
        <p:txBody>
          <a:bodyPr vert="horz" lIns="91440" tIns="45720" rIns="91440" bIns="45720" rtlCol="0" anchor="t">
            <a:normAutofit/>
          </a:bodyPr>
          <a:lstStyle>
            <a:lvl1pPr>
              <a:defRPr>
                <a:solidFill>
                  <a:srgbClr val="111C46"/>
                </a:solidFill>
              </a:defRPr>
            </a:lvl1pPr>
          </a:lstStyle>
          <a:p>
            <a:pPr lvl="0"/>
            <a:r>
              <a:rPr lang="en-GB" dirty="0"/>
              <a:t>Click to edit Master title style</a:t>
            </a:r>
            <a:endParaRPr lang="en-US" dirty="0"/>
          </a:p>
        </p:txBody>
      </p:sp>
      <p:sp>
        <p:nvSpPr>
          <p:cNvPr id="4" name="Text Placeholder 2">
            <a:extLst>
              <a:ext uri="{FF2B5EF4-FFF2-40B4-BE49-F238E27FC236}">
                <a16:creationId xmlns:a16="http://schemas.microsoft.com/office/drawing/2014/main" id="{A0820AFF-3C75-E551-EB25-F920EB4F7845}"/>
              </a:ext>
            </a:extLst>
          </p:cNvPr>
          <p:cNvSpPr>
            <a:spLocks noGrp="1"/>
          </p:cNvSpPr>
          <p:nvPr>
            <p:ph idx="1"/>
          </p:nvPr>
        </p:nvSpPr>
        <p:spPr>
          <a:xfrm>
            <a:off x="331705" y="1299844"/>
            <a:ext cx="11642580" cy="491154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CE22DCD9-9B02-0D11-22A3-481094B4A4F7}"/>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8" name="Footer Placeholder 4">
            <a:extLst>
              <a:ext uri="{FF2B5EF4-FFF2-40B4-BE49-F238E27FC236}">
                <a16:creationId xmlns:a16="http://schemas.microsoft.com/office/drawing/2014/main" id="{B0B20D26-E6EE-94EC-EFCE-74C63085D416}"/>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1905795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F9027CD-AAB1-6BAA-88D0-A42B031A51A2}"/>
              </a:ext>
            </a:extLst>
          </p:cNvPr>
          <p:cNvSpPr>
            <a:spLocks noGrp="1"/>
          </p:cNvSpPr>
          <p:nvPr>
            <p:ph type="title"/>
          </p:nvPr>
        </p:nvSpPr>
        <p:spPr>
          <a:xfrm>
            <a:off x="331704" y="141298"/>
            <a:ext cx="11642581" cy="1023610"/>
          </a:xfrm>
          <a:prstGeom prst="rect">
            <a:avLst/>
          </a:prstGeom>
        </p:spPr>
        <p:txBody>
          <a:bodyPr vert="horz" lIns="91440" tIns="45720" rIns="91440" bIns="45720" rtlCol="0" anchor="t">
            <a:normAutofit/>
          </a:bodyPr>
          <a:lstStyle>
            <a:lvl1pPr>
              <a:defRPr>
                <a:solidFill>
                  <a:srgbClr val="111C46"/>
                </a:solidFill>
              </a:defRPr>
            </a:lvl1pPr>
          </a:lstStyle>
          <a:p>
            <a:pPr lvl="0"/>
            <a:r>
              <a:rPr lang="en-GB" dirty="0"/>
              <a:t>Click to edit Master title style</a:t>
            </a:r>
            <a:endParaRPr lang="en-US" dirty="0"/>
          </a:p>
        </p:txBody>
      </p:sp>
      <p:sp>
        <p:nvSpPr>
          <p:cNvPr id="7" name="Text Placeholder 2">
            <a:extLst>
              <a:ext uri="{FF2B5EF4-FFF2-40B4-BE49-F238E27FC236}">
                <a16:creationId xmlns:a16="http://schemas.microsoft.com/office/drawing/2014/main" id="{84F6FBCB-0FF3-FF91-99EC-61963D4C4B90}"/>
              </a:ext>
            </a:extLst>
          </p:cNvPr>
          <p:cNvSpPr>
            <a:spLocks noGrp="1"/>
          </p:cNvSpPr>
          <p:nvPr>
            <p:ph idx="1"/>
          </p:nvPr>
        </p:nvSpPr>
        <p:spPr>
          <a:xfrm>
            <a:off x="331705" y="1299844"/>
            <a:ext cx="11642580" cy="491154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Slide Number Placeholder 5">
            <a:extLst>
              <a:ext uri="{FF2B5EF4-FFF2-40B4-BE49-F238E27FC236}">
                <a16:creationId xmlns:a16="http://schemas.microsoft.com/office/drawing/2014/main" id="{1B9972A6-DDE9-157B-B717-EF85F1831AAA}"/>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3" name="Footer Placeholder 4">
            <a:extLst>
              <a:ext uri="{FF2B5EF4-FFF2-40B4-BE49-F238E27FC236}">
                <a16:creationId xmlns:a16="http://schemas.microsoft.com/office/drawing/2014/main" id="{B864A8BB-3E09-5B02-3837-140C77E6A144}"/>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896043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A4EA96-0BB1-5E44-8E9C-BBBCBBCEB487}"/>
              </a:ext>
            </a:extLst>
          </p:cNvPr>
          <p:cNvSpPr>
            <a:spLocks noGrp="1"/>
          </p:cNvSpPr>
          <p:nvPr>
            <p:ph sz="half" idx="1"/>
          </p:nvPr>
        </p:nvSpPr>
        <p:spPr>
          <a:xfrm>
            <a:off x="326571" y="1402715"/>
            <a:ext cx="5181600" cy="43513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a:extLst>
              <a:ext uri="{FF2B5EF4-FFF2-40B4-BE49-F238E27FC236}">
                <a16:creationId xmlns:a16="http://schemas.microsoft.com/office/drawing/2014/main" id="{CDB9AF95-DDCD-A44B-ACDD-73FD0A56DE7C}"/>
              </a:ext>
            </a:extLst>
          </p:cNvPr>
          <p:cNvSpPr>
            <a:spLocks noGrp="1"/>
          </p:cNvSpPr>
          <p:nvPr>
            <p:ph sz="half" idx="2"/>
          </p:nvPr>
        </p:nvSpPr>
        <p:spPr>
          <a:xfrm>
            <a:off x="5660571" y="140271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Placeholder 1">
            <a:extLst>
              <a:ext uri="{FF2B5EF4-FFF2-40B4-BE49-F238E27FC236}">
                <a16:creationId xmlns:a16="http://schemas.microsoft.com/office/drawing/2014/main" id="{E422EA8A-8C87-22C2-FA56-27463885E7E7}"/>
              </a:ext>
            </a:extLst>
          </p:cNvPr>
          <p:cNvSpPr>
            <a:spLocks noGrp="1"/>
          </p:cNvSpPr>
          <p:nvPr>
            <p:ph type="title"/>
          </p:nvPr>
        </p:nvSpPr>
        <p:spPr>
          <a:xfrm>
            <a:off x="331704" y="141298"/>
            <a:ext cx="11642581" cy="1023610"/>
          </a:xfrm>
          <a:prstGeom prst="rect">
            <a:avLst/>
          </a:prstGeom>
        </p:spPr>
        <p:txBody>
          <a:bodyPr vert="horz" lIns="91440" tIns="45720" rIns="91440" bIns="45720" rtlCol="0" anchor="t">
            <a:normAutofit/>
          </a:bodyPr>
          <a:lstStyle/>
          <a:p>
            <a:pPr lvl="0"/>
            <a:r>
              <a:rPr lang="en-GB" dirty="0"/>
              <a:t>Click to edit Master title style</a:t>
            </a:r>
            <a:endParaRPr lang="en-US" dirty="0"/>
          </a:p>
        </p:txBody>
      </p:sp>
      <p:sp>
        <p:nvSpPr>
          <p:cNvPr id="2" name="Slide Number Placeholder 5">
            <a:extLst>
              <a:ext uri="{FF2B5EF4-FFF2-40B4-BE49-F238E27FC236}">
                <a16:creationId xmlns:a16="http://schemas.microsoft.com/office/drawing/2014/main" id="{E559D3CB-91A0-E46E-DC51-6A70CDD5595F}"/>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8" name="Footer Placeholder 4">
            <a:extLst>
              <a:ext uri="{FF2B5EF4-FFF2-40B4-BE49-F238E27FC236}">
                <a16:creationId xmlns:a16="http://schemas.microsoft.com/office/drawing/2014/main" id="{DEC828FA-740F-A158-36BD-7252728D66F8}"/>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2512885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9485E33-F158-5647-A9B4-BB7AB67099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6275B6-7B33-6942-B0B1-1BC2875EADE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C9C401-BF94-CA47-A79F-0D06161C3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3CE79A1-C4FA-0A41-9C9F-AF1E52EF1D2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Placeholder 1">
            <a:extLst>
              <a:ext uri="{FF2B5EF4-FFF2-40B4-BE49-F238E27FC236}">
                <a16:creationId xmlns:a16="http://schemas.microsoft.com/office/drawing/2014/main" id="{29939B38-3A2C-CEFF-2A2B-CCC0595DC663}"/>
              </a:ext>
            </a:extLst>
          </p:cNvPr>
          <p:cNvSpPr>
            <a:spLocks noGrp="1"/>
          </p:cNvSpPr>
          <p:nvPr>
            <p:ph type="title"/>
          </p:nvPr>
        </p:nvSpPr>
        <p:spPr>
          <a:xfrm>
            <a:off x="331704" y="141298"/>
            <a:ext cx="11642581" cy="1023610"/>
          </a:xfrm>
          <a:prstGeom prst="rect">
            <a:avLst/>
          </a:prstGeom>
        </p:spPr>
        <p:txBody>
          <a:bodyPr vert="horz" lIns="91440" tIns="45720" rIns="91440" bIns="45720" rtlCol="0" anchor="t">
            <a:normAutofit/>
          </a:bodyPr>
          <a:lstStyle/>
          <a:p>
            <a:pPr lvl="0"/>
            <a:r>
              <a:rPr lang="en-GB" dirty="0"/>
              <a:t>Click to edit Master title style</a:t>
            </a:r>
            <a:endParaRPr lang="en-US" dirty="0"/>
          </a:p>
        </p:txBody>
      </p:sp>
      <p:sp>
        <p:nvSpPr>
          <p:cNvPr id="2" name="Slide Number Placeholder 5">
            <a:extLst>
              <a:ext uri="{FF2B5EF4-FFF2-40B4-BE49-F238E27FC236}">
                <a16:creationId xmlns:a16="http://schemas.microsoft.com/office/drawing/2014/main" id="{D622DACB-6F78-9B36-0F71-539B3990C509}"/>
              </a:ext>
            </a:extLst>
          </p:cNvPr>
          <p:cNvSpPr>
            <a:spLocks noGrp="1"/>
          </p:cNvSpPr>
          <p:nvPr>
            <p:ph type="sldNum" sz="quarter" idx="10"/>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10" name="Footer Placeholder 4">
            <a:extLst>
              <a:ext uri="{FF2B5EF4-FFF2-40B4-BE49-F238E27FC236}">
                <a16:creationId xmlns:a16="http://schemas.microsoft.com/office/drawing/2014/main" id="{55504B9E-71D7-1E9D-4C38-195E070BD843}"/>
              </a:ext>
            </a:extLst>
          </p:cNvPr>
          <p:cNvSpPr>
            <a:spLocks noGrp="1"/>
          </p:cNvSpPr>
          <p:nvPr>
            <p:ph type="ftr" sz="quarter" idx="11"/>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3558027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DC3BC-4139-DD4C-AA85-5C9E38750092}"/>
              </a:ext>
            </a:extLst>
          </p:cNvPr>
          <p:cNvSpPr>
            <a:spLocks noGrp="1"/>
          </p:cNvSpPr>
          <p:nvPr>
            <p:ph type="title"/>
          </p:nvPr>
        </p:nvSpPr>
        <p:spPr/>
        <p:txBody>
          <a:bodyPr/>
          <a:lstStyle>
            <a:lvl1pPr>
              <a:defRPr>
                <a:solidFill>
                  <a:srgbClr val="111C46"/>
                </a:solidFill>
              </a:defRPr>
            </a:lvl1pPr>
          </a:lstStyle>
          <a:p>
            <a:r>
              <a:rPr lang="en-GB" dirty="0"/>
              <a:t>Click to edit Master title style</a:t>
            </a:r>
            <a:endParaRPr lang="en-US" dirty="0"/>
          </a:p>
        </p:txBody>
      </p:sp>
      <p:sp>
        <p:nvSpPr>
          <p:cNvPr id="3" name="Slide Number Placeholder 5">
            <a:extLst>
              <a:ext uri="{FF2B5EF4-FFF2-40B4-BE49-F238E27FC236}">
                <a16:creationId xmlns:a16="http://schemas.microsoft.com/office/drawing/2014/main" id="{27BBE223-F8AE-DEF7-D3D1-D7494AC3535D}"/>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6" name="Footer Placeholder 4">
            <a:extLst>
              <a:ext uri="{FF2B5EF4-FFF2-40B4-BE49-F238E27FC236}">
                <a16:creationId xmlns:a16="http://schemas.microsoft.com/office/drawing/2014/main" id="{0D9DC192-421E-C07E-B572-5220F199CE34}"/>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1582331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E6824C3-7D01-4EB0-6B0E-7C1152EB0F23}"/>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3" name="Footer Placeholder 4">
            <a:extLst>
              <a:ext uri="{FF2B5EF4-FFF2-40B4-BE49-F238E27FC236}">
                <a16:creationId xmlns:a16="http://schemas.microsoft.com/office/drawing/2014/main" id="{24442925-256C-5829-AF41-7FF5499A7F60}"/>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1553866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B6F385C-0902-DD08-3E73-FD814687CC7A}"/>
              </a:ext>
            </a:extLst>
          </p:cNvPr>
          <p:cNvPicPr>
            <a:picLocks noChangeAspect="1"/>
          </p:cNvPicPr>
          <p:nvPr userDrawn="1"/>
        </p:nvPicPr>
        <p:blipFill rotWithShape="1">
          <a:blip r:embed="rId2"/>
          <a:srcRect l="3786" t="7127" r="10191" b="13421"/>
          <a:stretch/>
        </p:blipFill>
        <p:spPr>
          <a:xfrm>
            <a:off x="0" y="-62753"/>
            <a:ext cx="12192000" cy="6410544"/>
          </a:xfrm>
          <a:prstGeom prst="rect">
            <a:avLst/>
          </a:prstGeom>
        </p:spPr>
      </p:pic>
      <p:sp>
        <p:nvSpPr>
          <p:cNvPr id="2" name="Title 1">
            <a:extLst>
              <a:ext uri="{FF2B5EF4-FFF2-40B4-BE49-F238E27FC236}">
                <a16:creationId xmlns:a16="http://schemas.microsoft.com/office/drawing/2014/main" id="{48D04062-2719-FF4A-9BCB-6BF9E8E1EADE}"/>
              </a:ext>
            </a:extLst>
          </p:cNvPr>
          <p:cNvSpPr>
            <a:spLocks noGrp="1"/>
          </p:cNvSpPr>
          <p:nvPr>
            <p:ph type="title"/>
          </p:nvPr>
        </p:nvSpPr>
        <p:spPr>
          <a:xfrm>
            <a:off x="342247" y="87364"/>
            <a:ext cx="4539035" cy="2560908"/>
          </a:xfrm>
        </p:spPr>
        <p:txBody>
          <a:bodyPr anchor="ctr">
            <a:noAutofit/>
          </a:bodyPr>
          <a:lstStyle>
            <a:lvl1pPr>
              <a:defRPr sz="4400" b="0">
                <a:solidFill>
                  <a:schemeClr val="bg1"/>
                </a:solidFill>
              </a:defRPr>
            </a:lvl1pPr>
          </a:lstStyle>
          <a:p>
            <a:r>
              <a:rPr lang="en-GB" dirty="0"/>
              <a:t>Click to edit Master title style</a:t>
            </a:r>
            <a:endParaRPr lang="en-US" dirty="0"/>
          </a:p>
        </p:txBody>
      </p:sp>
      <p:sp>
        <p:nvSpPr>
          <p:cNvPr id="4" name="Text Placeholder 3">
            <a:extLst>
              <a:ext uri="{FF2B5EF4-FFF2-40B4-BE49-F238E27FC236}">
                <a16:creationId xmlns:a16="http://schemas.microsoft.com/office/drawing/2014/main" id="{02E7E228-A4FB-2A44-874F-6529C899481F}"/>
              </a:ext>
            </a:extLst>
          </p:cNvPr>
          <p:cNvSpPr>
            <a:spLocks noGrp="1"/>
          </p:cNvSpPr>
          <p:nvPr>
            <p:ph type="body" sz="half" idx="2" hasCustomPrompt="1"/>
          </p:nvPr>
        </p:nvSpPr>
        <p:spPr>
          <a:xfrm>
            <a:off x="342247" y="2865200"/>
            <a:ext cx="3932237" cy="2702963"/>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Speaker Name here</a:t>
            </a:r>
          </a:p>
        </p:txBody>
      </p:sp>
      <p:sp>
        <p:nvSpPr>
          <p:cNvPr id="5" name="Slide Number Placeholder 5">
            <a:extLst>
              <a:ext uri="{FF2B5EF4-FFF2-40B4-BE49-F238E27FC236}">
                <a16:creationId xmlns:a16="http://schemas.microsoft.com/office/drawing/2014/main" id="{52CFAC28-5141-085A-F4B7-16009B7B812D}"/>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8" name="Footer Placeholder 4">
            <a:extLst>
              <a:ext uri="{FF2B5EF4-FFF2-40B4-BE49-F238E27FC236}">
                <a16:creationId xmlns:a16="http://schemas.microsoft.com/office/drawing/2014/main" id="{BD229C69-D210-7E57-5EDC-EB9A0C8D7406}"/>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4028639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86038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04062-2719-FF4A-9BCB-6BF9E8E1EADE}"/>
              </a:ext>
            </a:extLst>
          </p:cNvPr>
          <p:cNvSpPr>
            <a:spLocks noGrp="1"/>
          </p:cNvSpPr>
          <p:nvPr>
            <p:ph type="title"/>
          </p:nvPr>
        </p:nvSpPr>
        <p:spPr>
          <a:xfrm>
            <a:off x="276933" y="244869"/>
            <a:ext cx="3886853" cy="5894674"/>
          </a:xfrm>
        </p:spPr>
        <p:txBody>
          <a:bodyPr anchor="ctr">
            <a:noAutofit/>
          </a:bodyPr>
          <a:lstStyle>
            <a:lvl1pPr>
              <a:defRPr sz="4000" b="0">
                <a:solidFill>
                  <a:schemeClr val="tx1"/>
                </a:solidFill>
              </a:defRPr>
            </a:lvl1pPr>
          </a:lstStyle>
          <a:p>
            <a:r>
              <a:rPr lang="en-GB" dirty="0"/>
              <a:t>Click to edit Master title style</a:t>
            </a:r>
            <a:endParaRPr lang="en-US" dirty="0"/>
          </a:p>
        </p:txBody>
      </p:sp>
      <p:sp>
        <p:nvSpPr>
          <p:cNvPr id="5" name="Slide Number Placeholder 5">
            <a:extLst>
              <a:ext uri="{FF2B5EF4-FFF2-40B4-BE49-F238E27FC236}">
                <a16:creationId xmlns:a16="http://schemas.microsoft.com/office/drawing/2014/main" id="{5483138D-0B6A-F457-B81E-9D00E2327E96}"/>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6" name="Footer Placeholder 4">
            <a:extLst>
              <a:ext uri="{FF2B5EF4-FFF2-40B4-BE49-F238E27FC236}">
                <a16:creationId xmlns:a16="http://schemas.microsoft.com/office/drawing/2014/main" id="{3ED88E4E-2CD6-DBBF-C077-47A9D2471A6B}"/>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1354299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ADF84-6167-E14E-8857-95A5615B61E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4" name="Text Placeholder 3">
            <a:extLst>
              <a:ext uri="{FF2B5EF4-FFF2-40B4-BE49-F238E27FC236}">
                <a16:creationId xmlns:a16="http://schemas.microsoft.com/office/drawing/2014/main" id="{927AD394-1BBB-334E-AAB6-498C19F017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Slide Number Placeholder 5">
            <a:extLst>
              <a:ext uri="{FF2B5EF4-FFF2-40B4-BE49-F238E27FC236}">
                <a16:creationId xmlns:a16="http://schemas.microsoft.com/office/drawing/2014/main" id="{537DAD2F-3B8E-A8DE-1EE4-2D2389F4D0A8}"/>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7" name="Footer Placeholder 4">
            <a:extLst>
              <a:ext uri="{FF2B5EF4-FFF2-40B4-BE49-F238E27FC236}">
                <a16:creationId xmlns:a16="http://schemas.microsoft.com/office/drawing/2014/main" id="{23502AD1-6B1E-34CC-DC63-DC296207EC00}"/>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3391739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A2A0F-5914-C247-9EEB-A4CFDED93DF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A98682C-C71C-5E4F-977E-652A774856D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Slide Number Placeholder 5">
            <a:extLst>
              <a:ext uri="{FF2B5EF4-FFF2-40B4-BE49-F238E27FC236}">
                <a16:creationId xmlns:a16="http://schemas.microsoft.com/office/drawing/2014/main" id="{DD94603D-A7E5-CAA2-612D-30E47FA84CE0}"/>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5" name="Footer Placeholder 4">
            <a:extLst>
              <a:ext uri="{FF2B5EF4-FFF2-40B4-BE49-F238E27FC236}">
                <a16:creationId xmlns:a16="http://schemas.microsoft.com/office/drawing/2014/main" id="{3B469066-AE16-CA58-6A40-670BA3148CF7}"/>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2659356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FF867D-577D-4A47-92DF-DA46A973798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D2FE9B5-D776-9548-A917-4D084410B18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Slide Number Placeholder 5">
            <a:extLst>
              <a:ext uri="{FF2B5EF4-FFF2-40B4-BE49-F238E27FC236}">
                <a16:creationId xmlns:a16="http://schemas.microsoft.com/office/drawing/2014/main" id="{6095F28D-3503-7253-C958-8CE9222C85E9}"/>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7" name="Footer Placeholder 4">
            <a:extLst>
              <a:ext uri="{FF2B5EF4-FFF2-40B4-BE49-F238E27FC236}">
                <a16:creationId xmlns:a16="http://schemas.microsoft.com/office/drawing/2014/main" id="{1D3BE90F-2DCE-2C87-7692-1DFE1B36AA4D}"/>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3458629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3-3_Title and Content">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381000" y="-441960"/>
            <a:ext cx="5486400" cy="228600"/>
          </a:xfrm>
        </p:spPr>
        <p:txBody>
          <a:bodyPr lIns="0" tIns="0" r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5" name="Content Placeholder 2"/>
          <p:cNvSpPr>
            <a:spLocks noGrp="1"/>
          </p:cNvSpPr>
          <p:nvPr>
            <p:ph idx="1"/>
          </p:nvPr>
        </p:nvSpPr>
        <p:spPr>
          <a:xfrm>
            <a:off x="379048" y="1714500"/>
            <a:ext cx="11430000" cy="4381500"/>
          </a:xfrm>
        </p:spPr>
        <p:txBody>
          <a:bodyPr lIns="0" r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D3F2BA58-B871-AC2C-AB5D-B8AD43BC00DF}"/>
              </a:ext>
            </a:extLst>
          </p:cNvPr>
          <p:cNvSpPr>
            <a:spLocks noGrp="1"/>
          </p:cNvSpPr>
          <p:nvPr>
            <p:ph type="title"/>
          </p:nvPr>
        </p:nvSpPr>
        <p:spPr>
          <a:xfrm>
            <a:off x="331704" y="141298"/>
            <a:ext cx="11642581" cy="1023610"/>
          </a:xfrm>
          <a:prstGeom prst="rect">
            <a:avLst/>
          </a:prstGeom>
        </p:spPr>
        <p:txBody>
          <a:bodyPr vert="horz" lIns="91440" tIns="45720" rIns="91440" bIns="45720" rtlCol="0" anchor="t">
            <a:normAutofit/>
          </a:bodyPr>
          <a:lstStyle/>
          <a:p>
            <a:pPr lvl="0"/>
            <a:r>
              <a:rPr lang="en-GB" dirty="0"/>
              <a:t>Click to edit Master title style</a:t>
            </a:r>
            <a:endParaRPr lang="en-US" dirty="0"/>
          </a:p>
        </p:txBody>
      </p:sp>
      <p:sp>
        <p:nvSpPr>
          <p:cNvPr id="3" name="Slide Number Placeholder 5">
            <a:extLst>
              <a:ext uri="{FF2B5EF4-FFF2-40B4-BE49-F238E27FC236}">
                <a16:creationId xmlns:a16="http://schemas.microsoft.com/office/drawing/2014/main" id="{327A230E-3ADE-1544-F693-F74DEE6DB9C6}"/>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4" name="Footer Placeholder 4">
            <a:extLst>
              <a:ext uri="{FF2B5EF4-FFF2-40B4-BE49-F238E27FC236}">
                <a16:creationId xmlns:a16="http://schemas.microsoft.com/office/drawing/2014/main" id="{76381C87-F7D5-EDE7-0189-80D8C531BE1D}"/>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624881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4-5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C44C1C-1AD6-AA41-AE61-3DABDCE0C70B}"/>
              </a:ext>
            </a:extLst>
          </p:cNvPr>
          <p:cNvSpPr txBox="1"/>
          <p:nvPr userDrawn="1"/>
        </p:nvSpPr>
        <p:spPr>
          <a:xfrm>
            <a:off x="381000" y="6653561"/>
            <a:ext cx="0" cy="0"/>
          </a:xfrm>
          <a:prstGeom prst="rect">
            <a:avLst/>
          </a:prstGeom>
        </p:spPr>
        <p:txBody>
          <a:bodyPr wrap="none" lIns="76200" tIns="38100" rIns="76200" bIns="38100" rtlCol="0">
            <a:noAutofit/>
          </a:bodyPr>
          <a:lstStyle/>
          <a:p>
            <a:pPr>
              <a:lnSpc>
                <a:spcPct val="105000"/>
              </a:lnSpc>
              <a:spcBef>
                <a:spcPts val="833"/>
              </a:spcBef>
            </a:pPr>
            <a:endParaRPr lang="en-US" sz="1667" dirty="0">
              <a:solidFill>
                <a:schemeClr val="tx1"/>
              </a:solidFill>
              <a:latin typeface="IBM Plex Sans" charset="0"/>
              <a:ea typeface="IBM Plex Sans" charset="0"/>
              <a:cs typeface="IBM Plex Sans" charset="0"/>
            </a:endParaRPr>
          </a:p>
        </p:txBody>
      </p:sp>
      <p:sp>
        <p:nvSpPr>
          <p:cNvPr id="3" name="Title Placeholder 1">
            <a:extLst>
              <a:ext uri="{FF2B5EF4-FFF2-40B4-BE49-F238E27FC236}">
                <a16:creationId xmlns:a16="http://schemas.microsoft.com/office/drawing/2014/main" id="{300BCA76-A36A-43FE-F961-B1F1AE83534F}"/>
              </a:ext>
            </a:extLst>
          </p:cNvPr>
          <p:cNvSpPr>
            <a:spLocks noGrp="1"/>
          </p:cNvSpPr>
          <p:nvPr>
            <p:ph type="title"/>
          </p:nvPr>
        </p:nvSpPr>
        <p:spPr>
          <a:xfrm>
            <a:off x="331704" y="141298"/>
            <a:ext cx="11642581" cy="1023610"/>
          </a:xfrm>
          <a:prstGeom prst="rect">
            <a:avLst/>
          </a:prstGeom>
        </p:spPr>
        <p:txBody>
          <a:bodyPr vert="horz" lIns="91440" tIns="45720" rIns="91440" bIns="45720" rtlCol="0" anchor="t">
            <a:normAutofit/>
          </a:bodyPr>
          <a:lstStyle/>
          <a:p>
            <a:pPr lvl="0"/>
            <a:r>
              <a:rPr lang="en-GB" dirty="0"/>
              <a:t>Click to edit Master title style</a:t>
            </a:r>
            <a:endParaRPr lang="en-US" dirty="0"/>
          </a:p>
        </p:txBody>
      </p:sp>
      <p:sp>
        <p:nvSpPr>
          <p:cNvPr id="2" name="Slide Number Placeholder 5">
            <a:extLst>
              <a:ext uri="{FF2B5EF4-FFF2-40B4-BE49-F238E27FC236}">
                <a16:creationId xmlns:a16="http://schemas.microsoft.com/office/drawing/2014/main" id="{2D2986F9-C1A1-B901-EC42-7F4A48226328}"/>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5" name="Footer Placeholder 4">
            <a:extLst>
              <a:ext uri="{FF2B5EF4-FFF2-40B4-BE49-F238E27FC236}">
                <a16:creationId xmlns:a16="http://schemas.microsoft.com/office/drawing/2014/main" id="{C4E572C0-9CEE-3553-FF60-83BFD23A47AD}"/>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1931793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3_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555811"/>
            <a:ext cx="5486400" cy="5524500"/>
          </a:xfrm>
        </p:spPr>
        <p:txBody>
          <a:bodyPr>
            <a:noAutofit/>
          </a:bodyPr>
          <a:lstStyle>
            <a:lvl1pPr>
              <a:spcBef>
                <a:spcPts val="500"/>
              </a:spcBef>
              <a:defRPr>
                <a:solidFill>
                  <a:schemeClr val="tx1"/>
                </a:solidFill>
                <a:latin typeface="IBM Plex Sans" charset="0"/>
                <a:ea typeface="IBM Plex Sans" charset="0"/>
                <a:cs typeface="IBM Plex Sans" charset="0"/>
              </a:defRPr>
            </a:lvl1p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a:prstGeom prst="rect">
            <a:avLst/>
          </a:prstGeom>
        </p:spPr>
        <p:txBody>
          <a:bodyPr lIns="0" tIns="0" rIns="0" bIns="0">
            <a:noAutofit/>
          </a:bodyPr>
          <a:lstStyle>
            <a:lvl1pPr marL="0" indent="0">
              <a:tabLst/>
              <a:defRPr sz="1333" b="0" i="0">
                <a:solidFill>
                  <a:schemeClr val="accent1"/>
                </a:solidFill>
                <a:latin typeface="IBM Plex Sans" charset="0"/>
                <a:ea typeface="IBM Plex Sans" charset="0"/>
                <a:cs typeface="IBM Plex Sans" charset="0"/>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8" name="Content Placeholder 9"/>
          <p:cNvSpPr>
            <a:spLocks noGrp="1"/>
          </p:cNvSpPr>
          <p:nvPr>
            <p:ph sz="quarter" idx="16"/>
          </p:nvPr>
        </p:nvSpPr>
        <p:spPr>
          <a:xfrm>
            <a:off x="6096000" y="3406589"/>
            <a:ext cx="3048000" cy="3467100"/>
          </a:xfrm>
          <a:prstGeom prst="rect">
            <a:avLst/>
          </a:prstGeom>
          <a:solidFill>
            <a:schemeClr val="tx1"/>
          </a:solidFill>
          <a:ln>
            <a:noFill/>
          </a:ln>
        </p:spPr>
        <p:txBody>
          <a:bodyPr lIns="228600" tIns="228600" rIns="228600" bIns="228600"/>
          <a:lstStyle>
            <a:lvl1pPr marL="0" indent="0">
              <a:spcBef>
                <a:spcPts val="500"/>
              </a:spcBef>
              <a:defRPr sz="1667" b="0" i="0">
                <a:solidFill>
                  <a:schemeClr val="bg2"/>
                </a:solidFill>
                <a:latin typeface="IBM Plex Sans" charset="0"/>
                <a:ea typeface="IBM Plex Sans" charset="0"/>
                <a:cs typeface="IBM Plex Sans" charset="0"/>
              </a:defRPr>
            </a:lvl1pPr>
          </a:lstStyle>
          <a:p>
            <a:pPr lvl="0"/>
            <a:r>
              <a:rPr lang="en-US" dirty="0"/>
              <a:t>Click to edit Master text styles</a:t>
            </a:r>
          </a:p>
        </p:txBody>
      </p:sp>
      <p:sp>
        <p:nvSpPr>
          <p:cNvPr id="9" name="Content Placeholder 7"/>
          <p:cNvSpPr>
            <a:spLocks noGrp="1"/>
          </p:cNvSpPr>
          <p:nvPr>
            <p:ph sz="quarter" idx="15"/>
          </p:nvPr>
        </p:nvSpPr>
        <p:spPr>
          <a:xfrm>
            <a:off x="9144000" y="3406589"/>
            <a:ext cx="3048000" cy="3467100"/>
          </a:xfrm>
          <a:prstGeom prst="rect">
            <a:avLst/>
          </a:prstGeom>
          <a:solidFill>
            <a:schemeClr val="bg2"/>
          </a:solidFill>
          <a:ln>
            <a:noFill/>
          </a:ln>
        </p:spPr>
        <p:txBody>
          <a:bodyPr lIns="228600" tIns="228600" rIns="228600" bIns="228600"/>
          <a:lstStyle>
            <a:lvl1pPr marL="0" indent="0">
              <a:spcBef>
                <a:spcPts val="500"/>
              </a:spcBef>
              <a:defRPr sz="1667" b="0" i="0">
                <a:solidFill>
                  <a:schemeClr val="tx1"/>
                </a:solidFill>
                <a:latin typeface="IBM Plex Sans" charset="0"/>
                <a:ea typeface="IBM Plex Sans" charset="0"/>
                <a:cs typeface="IBM Plex Sans" charset="0"/>
              </a:defRPr>
            </a:lvl1pPr>
          </a:lstStyle>
          <a:p>
            <a:pPr lvl="0"/>
            <a:r>
              <a:rPr lang="en-US" dirty="0"/>
              <a:t>Click to edit Master text styles</a:t>
            </a:r>
          </a:p>
        </p:txBody>
      </p:sp>
      <p:sp>
        <p:nvSpPr>
          <p:cNvPr id="11" name="Content Placeholder 13"/>
          <p:cNvSpPr>
            <a:spLocks noGrp="1"/>
          </p:cNvSpPr>
          <p:nvPr>
            <p:ph sz="quarter" idx="17"/>
          </p:nvPr>
        </p:nvSpPr>
        <p:spPr>
          <a:xfrm>
            <a:off x="6096000" y="-14067"/>
            <a:ext cx="6096000" cy="3429000"/>
          </a:xfrm>
          <a:prstGeom prst="rect">
            <a:avLst/>
          </a:prstGeom>
          <a:solidFill>
            <a:schemeClr val="accent2"/>
          </a:solidFill>
          <a:ln>
            <a:noFill/>
          </a:ln>
        </p:spPr>
        <p:txBody>
          <a:bodyPr lIns="228600" tIns="228600" rIns="228600" bIns="228600"/>
          <a:lstStyle>
            <a:lvl1pPr marL="0" indent="0">
              <a:spcBef>
                <a:spcPts val="500"/>
              </a:spcBef>
              <a:defRPr sz="1667" b="0" i="0">
                <a:solidFill>
                  <a:schemeClr val="bg2"/>
                </a:solidFill>
                <a:latin typeface="IBM Plex Sans" charset="0"/>
                <a:ea typeface="IBM Plex Sans" charset="0"/>
                <a:cs typeface="IBM Plex Sans" charset="0"/>
              </a:defRPr>
            </a:lvl1pPr>
          </a:lstStyle>
          <a:p>
            <a:pPr lvl="0"/>
            <a:r>
              <a:rPr lang="en-US" dirty="0"/>
              <a:t>Click to edit Master text styles</a:t>
            </a:r>
          </a:p>
        </p:txBody>
      </p:sp>
      <p:pic>
        <p:nvPicPr>
          <p:cNvPr id="18" name="Picture 1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 y="6477000"/>
            <a:ext cx="956819" cy="381000"/>
          </a:xfrm>
          <a:prstGeom prst="rect">
            <a:avLst/>
          </a:prstGeom>
        </p:spPr>
      </p:pic>
      <p:sp>
        <p:nvSpPr>
          <p:cNvPr id="26" name="Text Placeholder 23"/>
          <p:cNvSpPr>
            <a:spLocks noGrp="1"/>
          </p:cNvSpPr>
          <p:nvPr>
            <p:ph type="body" sz="quarter" idx="14" hasCustomPrompt="1"/>
          </p:nvPr>
        </p:nvSpPr>
        <p:spPr>
          <a:xfrm>
            <a:off x="381000" y="6118860"/>
            <a:ext cx="5486400" cy="381000"/>
          </a:xfrm>
          <a:prstGeom prst="rect">
            <a:avLst/>
          </a:prstGeom>
        </p:spPr>
        <p:txBody>
          <a:bodyPr lIns="0" tIns="0" rIns="0" bIns="0" anchor="b"/>
          <a:lstStyle>
            <a:lvl1pPr marL="0" indent="0">
              <a:tabLst/>
              <a:defRPr sz="667" b="0" i="0">
                <a:solidFill>
                  <a:schemeClr val="tx1">
                    <a:alpha val="70000"/>
                  </a:schemeClr>
                </a:solidFill>
                <a:latin typeface="IBM Plex Sans" charset="0"/>
                <a:ea typeface="IBM Plex Sans" charset="0"/>
                <a:cs typeface="IBM Plex Sans" charset="0"/>
              </a:defRPr>
            </a:lvl1pPr>
            <a:lvl2pPr>
              <a:defRPr sz="751"/>
            </a:lvl2pPr>
            <a:lvl3pPr>
              <a:defRPr sz="751"/>
            </a:lvl3pPr>
            <a:lvl4pPr>
              <a:defRPr sz="751"/>
            </a:lvl4pPr>
            <a:lvl5pPr>
              <a:defRPr sz="751"/>
            </a:lvl5pPr>
          </a:lstStyle>
          <a:p>
            <a:pPr lvl="0"/>
            <a:r>
              <a:rPr lang="en-US" dirty="0"/>
              <a:t>Source: Edit source here</a:t>
            </a:r>
          </a:p>
        </p:txBody>
      </p:sp>
    </p:spTree>
    <p:extLst>
      <p:ext uri="{BB962C8B-B14F-4D97-AF65-F5344CB8AC3E}">
        <p14:creationId xmlns:p14="http://schemas.microsoft.com/office/powerpoint/2010/main" val="3323253555"/>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White Background_Blue Bar">
  <p:cSld name="White Background_Blue Bar">
    <p:bg>
      <p:bgPr>
        <a:solidFill>
          <a:schemeClr val="lt1"/>
        </a:solidFill>
        <a:effectLst/>
      </p:bgPr>
    </p:bg>
    <p:spTree>
      <p:nvGrpSpPr>
        <p:cNvPr id="1" name="Shape 2144"/>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0A839D3-259C-7F16-D17C-9E29A33A5C54}"/>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5" name="Footer Placeholder 4">
            <a:extLst>
              <a:ext uri="{FF2B5EF4-FFF2-40B4-BE49-F238E27FC236}">
                <a16:creationId xmlns:a16="http://schemas.microsoft.com/office/drawing/2014/main" id="{46E6FC10-E1C5-5DF1-588D-6A8BBFBC55C2}"/>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1957279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ibm sign-off">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C2A979DA-E213-10B1-1009-D1CA0041465F}"/>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5" name="Footer Placeholder 4">
            <a:extLst>
              <a:ext uri="{FF2B5EF4-FFF2-40B4-BE49-F238E27FC236}">
                <a16:creationId xmlns:a16="http://schemas.microsoft.com/office/drawing/2014/main" id="{3355C9F5-E8BA-CE96-81EB-BC5F26B79DFB}"/>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1950070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s">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282979" y="256032"/>
            <a:ext cx="5522976" cy="1066800"/>
          </a:xfrm>
        </p:spPr>
        <p:txBody>
          <a:bodyPr/>
          <a:lstStyle>
            <a:lvl1pPr>
              <a:defRPr>
                <a:solidFill>
                  <a:srgbClr val="0043CE"/>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306155" y="1669096"/>
            <a:ext cx="5498592" cy="4336288"/>
          </a:xfrm>
        </p:spPr>
        <p:txBody>
          <a:bodyPr/>
          <a:lstStyle>
            <a:lvl1pPr>
              <a:spcBef>
                <a:spcPts val="0"/>
              </a:spcBef>
              <a:defRPr>
                <a:solidFill>
                  <a:srgbClr val="0043CE"/>
                </a:solidFill>
              </a:defRPr>
            </a:lvl1pPr>
            <a:lvl2pPr marL="0" indent="0">
              <a:spcBef>
                <a:spcPts val="0"/>
              </a:spcBef>
              <a:buNone/>
              <a:defRPr>
                <a:solidFill>
                  <a:srgbClr val="0043CE"/>
                </a:solidFill>
              </a:defRPr>
            </a:lvl2pPr>
            <a:lvl3pPr marL="268813" indent="0">
              <a:buNone/>
              <a:defRPr>
                <a:solidFill>
                  <a:srgbClr val="0043CE"/>
                </a:solidFill>
              </a:defRPr>
            </a:lvl3pPr>
            <a:lvl4pPr marL="579960" indent="0">
              <a:buNone/>
              <a:defRPr>
                <a:solidFill>
                  <a:srgbClr val="0043CE"/>
                </a:solidFill>
              </a:defRPr>
            </a:lvl4pPr>
            <a:lvl5pPr marL="842423" indent="0">
              <a:buNone/>
              <a:defRPr>
                <a:solidFill>
                  <a:srgbClr val="0043CE"/>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6402155" y="1669096"/>
            <a:ext cx="5498592" cy="4336288"/>
          </a:xfrm>
        </p:spPr>
        <p:txBody>
          <a:bodyPr/>
          <a:lstStyle>
            <a:lvl1pPr>
              <a:spcBef>
                <a:spcPts val="0"/>
              </a:spcBef>
              <a:defRPr>
                <a:solidFill>
                  <a:srgbClr val="0043CE"/>
                </a:solidFill>
              </a:defRPr>
            </a:lvl1pPr>
            <a:lvl2pPr marL="0" indent="0">
              <a:spcBef>
                <a:spcPts val="0"/>
              </a:spcBef>
              <a:buNone/>
              <a:defRPr>
                <a:solidFill>
                  <a:srgbClr val="0043CE"/>
                </a:solidFill>
              </a:defRPr>
            </a:lvl2pPr>
            <a:lvl3pPr marL="268813" indent="0">
              <a:buNone/>
              <a:defRPr>
                <a:solidFill>
                  <a:srgbClr val="0043CE"/>
                </a:solidFill>
              </a:defRPr>
            </a:lvl3pPr>
            <a:lvl4pPr marL="579960" indent="0">
              <a:buNone/>
              <a:defRPr>
                <a:solidFill>
                  <a:srgbClr val="0043CE"/>
                </a:solidFill>
              </a:defRPr>
            </a:lvl4pPr>
            <a:lvl5pPr marL="842423" indent="0">
              <a:buNone/>
              <a:defRPr>
                <a:solidFill>
                  <a:srgbClr val="0043CE"/>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AF0D74AD-E308-804A-23D4-36BD70BC3F54}"/>
              </a:ext>
            </a:extLst>
          </p:cNvPr>
          <p:cNvSpPr>
            <a:spLocks noGrp="1"/>
          </p:cNvSpPr>
          <p:nvPr>
            <p:ph type="sldNum" sz="quarter" idx="4"/>
          </p:nvPr>
        </p:nvSpPr>
        <p:spPr>
          <a:xfrm>
            <a:off x="3912543" y="6444209"/>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7" name="Footer Placeholder 4">
            <a:extLst>
              <a:ext uri="{FF2B5EF4-FFF2-40B4-BE49-F238E27FC236}">
                <a16:creationId xmlns:a16="http://schemas.microsoft.com/office/drawing/2014/main" id="{20F8EA4D-5398-F750-1E5D-D1F49F941F42}"/>
              </a:ext>
            </a:extLst>
          </p:cNvPr>
          <p:cNvSpPr>
            <a:spLocks noGrp="1"/>
          </p:cNvSpPr>
          <p:nvPr>
            <p:ph type="ftr" sz="quarter" idx="3"/>
          </p:nvPr>
        </p:nvSpPr>
        <p:spPr>
          <a:xfrm>
            <a:off x="6757343" y="6445390"/>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189680946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Blank w/page #">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787741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ACD46E6-90C9-5A94-5A35-1C98F051F60F}"/>
              </a:ext>
            </a:extLst>
          </p:cNvPr>
          <p:cNvSpPr>
            <a:spLocks noGrp="1"/>
          </p:cNvSpPr>
          <p:nvPr>
            <p:ph type="title" hasCustomPrompt="1"/>
          </p:nvPr>
        </p:nvSpPr>
        <p:spPr>
          <a:xfrm>
            <a:off x="791022" y="416577"/>
            <a:ext cx="10643616" cy="717279"/>
          </a:xfrm>
          <a:prstGeom prst="rect">
            <a:avLst/>
          </a:prstGeom>
        </p:spPr>
        <p:txBody>
          <a:bodyPr>
            <a:normAutofit/>
          </a:bodyPr>
          <a:lstStyle>
            <a:lvl1pPr>
              <a:defRPr sz="3600" cap="all" baseline="0"/>
            </a:lvl1pPr>
          </a:lstStyle>
          <a:p>
            <a:pPr algn="ctr"/>
            <a:r>
              <a:rPr lang="en-US" dirty="0">
                <a:solidFill>
                  <a:srgbClr val="4D5BE2"/>
                </a:solidFill>
              </a:rPr>
              <a:t>ADD TITLE HERE</a:t>
            </a:r>
          </a:p>
        </p:txBody>
      </p:sp>
      <p:sp>
        <p:nvSpPr>
          <p:cNvPr id="7" name="Text Placeholder 6">
            <a:extLst>
              <a:ext uri="{FF2B5EF4-FFF2-40B4-BE49-F238E27FC236}">
                <a16:creationId xmlns:a16="http://schemas.microsoft.com/office/drawing/2014/main" id="{C47D4AE5-C0C9-3ADD-96CD-4F646C40ECDE}"/>
              </a:ext>
            </a:extLst>
          </p:cNvPr>
          <p:cNvSpPr>
            <a:spLocks noGrp="1"/>
          </p:cNvSpPr>
          <p:nvPr>
            <p:ph type="body" sz="quarter" idx="10" hasCustomPrompt="1"/>
          </p:nvPr>
        </p:nvSpPr>
        <p:spPr>
          <a:xfrm>
            <a:off x="869315" y="1181873"/>
            <a:ext cx="2787650" cy="1154112"/>
          </a:xfrm>
          <a:solidFill>
            <a:schemeClr val="accent1"/>
          </a:solidFill>
        </p:spPr>
        <p:txBody>
          <a:bodyPr lIns="320040" tIns="457200">
            <a:noAutofit/>
          </a:bodyPr>
          <a:lstStyle>
            <a:lvl1pPr marL="0" indent="0">
              <a:lnSpc>
                <a:spcPct val="90000"/>
              </a:lnSpc>
              <a:buNone/>
              <a:defRPr sz="1200" b="0">
                <a:solidFill>
                  <a:schemeClr val="accent1">
                    <a:lumMod val="25000"/>
                  </a:schemeClr>
                </a:solidFill>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dirty="0"/>
              <a:t>Add text here</a:t>
            </a:r>
          </a:p>
        </p:txBody>
      </p:sp>
      <p:sp>
        <p:nvSpPr>
          <p:cNvPr id="11" name="Text Placeholder 10">
            <a:extLst>
              <a:ext uri="{FF2B5EF4-FFF2-40B4-BE49-F238E27FC236}">
                <a16:creationId xmlns:a16="http://schemas.microsoft.com/office/drawing/2014/main" id="{9C840F69-82D1-BA5D-BCDE-065BCBD763CC}"/>
              </a:ext>
            </a:extLst>
          </p:cNvPr>
          <p:cNvSpPr>
            <a:spLocks noGrp="1"/>
          </p:cNvSpPr>
          <p:nvPr>
            <p:ph type="body" sz="quarter" idx="13" hasCustomPrompt="1"/>
          </p:nvPr>
        </p:nvSpPr>
        <p:spPr>
          <a:xfrm>
            <a:off x="1076960" y="1347291"/>
            <a:ext cx="2265363" cy="304800"/>
          </a:xfrm>
        </p:spPr>
        <p:txBody>
          <a:bodyPr>
            <a:noAutofit/>
          </a:bodyPr>
          <a:lstStyle>
            <a:lvl1pPr marL="0" indent="0">
              <a:buNone/>
              <a:defRPr sz="1400" b="1">
                <a:solidFill>
                  <a:schemeClr val="accent1">
                    <a:lumMod val="25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Add text here</a:t>
            </a:r>
          </a:p>
        </p:txBody>
      </p:sp>
      <p:sp>
        <p:nvSpPr>
          <p:cNvPr id="8" name="Text Placeholder 6">
            <a:extLst>
              <a:ext uri="{FF2B5EF4-FFF2-40B4-BE49-F238E27FC236}">
                <a16:creationId xmlns:a16="http://schemas.microsoft.com/office/drawing/2014/main" id="{2E6E650B-9763-2E1B-83A3-D40D92876A32}"/>
              </a:ext>
            </a:extLst>
          </p:cNvPr>
          <p:cNvSpPr>
            <a:spLocks noGrp="1"/>
          </p:cNvSpPr>
          <p:nvPr>
            <p:ph type="body" sz="quarter" idx="11" hasCustomPrompt="1"/>
          </p:nvPr>
        </p:nvSpPr>
        <p:spPr>
          <a:xfrm>
            <a:off x="3737610" y="1181873"/>
            <a:ext cx="4532630" cy="1154112"/>
          </a:xfrm>
          <a:solidFill>
            <a:schemeClr val="accent1"/>
          </a:solidFill>
        </p:spPr>
        <p:txBody>
          <a:bodyPr lIns="274320" tIns="457200" rIns="457200">
            <a:noAutofit/>
          </a:bodyPr>
          <a:lstStyle>
            <a:lvl1pPr marL="0" indent="0">
              <a:lnSpc>
                <a:spcPct val="90000"/>
              </a:lnSpc>
              <a:buNone/>
              <a:defRPr sz="1200" b="0">
                <a:solidFill>
                  <a:schemeClr val="accent1">
                    <a:lumMod val="25000"/>
                  </a:schemeClr>
                </a:solidFill>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dirty="0"/>
              <a:t>Add text here</a:t>
            </a:r>
          </a:p>
        </p:txBody>
      </p:sp>
      <p:sp>
        <p:nvSpPr>
          <p:cNvPr id="12" name="Text Placeholder 10">
            <a:extLst>
              <a:ext uri="{FF2B5EF4-FFF2-40B4-BE49-F238E27FC236}">
                <a16:creationId xmlns:a16="http://schemas.microsoft.com/office/drawing/2014/main" id="{F0365650-4538-97BE-682C-4FEE50D5B36D}"/>
              </a:ext>
            </a:extLst>
          </p:cNvPr>
          <p:cNvSpPr>
            <a:spLocks noGrp="1"/>
          </p:cNvSpPr>
          <p:nvPr>
            <p:ph type="body" sz="quarter" idx="14" hasCustomPrompt="1"/>
          </p:nvPr>
        </p:nvSpPr>
        <p:spPr>
          <a:xfrm>
            <a:off x="3915410" y="1347291"/>
            <a:ext cx="2265363" cy="304800"/>
          </a:xfrm>
        </p:spPr>
        <p:txBody>
          <a:bodyPr>
            <a:noAutofit/>
          </a:bodyPr>
          <a:lstStyle>
            <a:lvl1pPr marL="0" indent="0">
              <a:buNone/>
              <a:defRPr sz="1400" b="1" spc="40" baseline="0">
                <a:solidFill>
                  <a:schemeClr val="accent1">
                    <a:lumMod val="25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Add text here</a:t>
            </a:r>
          </a:p>
        </p:txBody>
      </p:sp>
      <p:sp>
        <p:nvSpPr>
          <p:cNvPr id="9" name="Text Placeholder 6">
            <a:extLst>
              <a:ext uri="{FF2B5EF4-FFF2-40B4-BE49-F238E27FC236}">
                <a16:creationId xmlns:a16="http://schemas.microsoft.com/office/drawing/2014/main" id="{E605A104-600A-E6C4-A7F3-4C6E6E8B6230}"/>
              </a:ext>
            </a:extLst>
          </p:cNvPr>
          <p:cNvSpPr>
            <a:spLocks noGrp="1"/>
          </p:cNvSpPr>
          <p:nvPr>
            <p:ph type="body" sz="quarter" idx="12" hasCustomPrompt="1"/>
          </p:nvPr>
        </p:nvSpPr>
        <p:spPr>
          <a:xfrm>
            <a:off x="8350250" y="1181873"/>
            <a:ext cx="3084388" cy="1154112"/>
          </a:xfrm>
          <a:solidFill>
            <a:schemeClr val="accent1"/>
          </a:solidFill>
        </p:spPr>
        <p:txBody>
          <a:bodyPr lIns="274320" tIns="457200">
            <a:noAutofit/>
          </a:bodyPr>
          <a:lstStyle>
            <a:lvl1pPr marL="0" indent="0">
              <a:lnSpc>
                <a:spcPct val="90000"/>
              </a:lnSpc>
              <a:buNone/>
              <a:defRPr sz="1200" b="0">
                <a:solidFill>
                  <a:schemeClr val="accent1">
                    <a:lumMod val="25000"/>
                  </a:schemeClr>
                </a:solidFill>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dirty="0"/>
              <a:t>Add text here</a:t>
            </a:r>
          </a:p>
        </p:txBody>
      </p:sp>
      <p:sp>
        <p:nvSpPr>
          <p:cNvPr id="13" name="Text Placeholder 10">
            <a:extLst>
              <a:ext uri="{FF2B5EF4-FFF2-40B4-BE49-F238E27FC236}">
                <a16:creationId xmlns:a16="http://schemas.microsoft.com/office/drawing/2014/main" id="{D53846D8-2231-F40F-1840-B4D3ECF5575D}"/>
              </a:ext>
            </a:extLst>
          </p:cNvPr>
          <p:cNvSpPr>
            <a:spLocks noGrp="1"/>
          </p:cNvSpPr>
          <p:nvPr>
            <p:ph type="body" sz="quarter" idx="15" hasCustomPrompt="1"/>
          </p:nvPr>
        </p:nvSpPr>
        <p:spPr>
          <a:xfrm>
            <a:off x="8542020" y="1347291"/>
            <a:ext cx="2265363" cy="304800"/>
          </a:xfrm>
        </p:spPr>
        <p:txBody>
          <a:bodyPr>
            <a:noAutofit/>
          </a:bodyPr>
          <a:lstStyle>
            <a:lvl1pPr marL="0" indent="0">
              <a:buNone/>
              <a:defRPr sz="1400" b="1" spc="40" baseline="0">
                <a:solidFill>
                  <a:schemeClr val="accent1">
                    <a:lumMod val="25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Add text here</a:t>
            </a:r>
          </a:p>
        </p:txBody>
      </p:sp>
      <p:sp>
        <p:nvSpPr>
          <p:cNvPr id="14" name="Text Placeholder 10">
            <a:extLst>
              <a:ext uri="{FF2B5EF4-FFF2-40B4-BE49-F238E27FC236}">
                <a16:creationId xmlns:a16="http://schemas.microsoft.com/office/drawing/2014/main" id="{0328A27F-4D37-7494-A00B-931B4AF98F3C}"/>
              </a:ext>
            </a:extLst>
          </p:cNvPr>
          <p:cNvSpPr>
            <a:spLocks noGrp="1"/>
          </p:cNvSpPr>
          <p:nvPr>
            <p:ph type="body" sz="quarter" idx="16" hasCustomPrompt="1"/>
          </p:nvPr>
        </p:nvSpPr>
        <p:spPr>
          <a:xfrm>
            <a:off x="1026161" y="2744409"/>
            <a:ext cx="1554480" cy="839183"/>
          </a:xfrm>
        </p:spPr>
        <p:txBody>
          <a:bodyPr>
            <a:noAutofit/>
          </a:bodyPr>
          <a:lstStyle>
            <a:lvl1pPr marL="0" indent="0">
              <a:lnSpc>
                <a:spcPts val="1500"/>
              </a:lnSpc>
              <a:spcBef>
                <a:spcPts val="0"/>
              </a:spcBef>
              <a:buNone/>
              <a:defRPr sz="1200" b="0" spc="0" baseline="0">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Add text here</a:t>
            </a:r>
          </a:p>
        </p:txBody>
      </p:sp>
      <p:sp>
        <p:nvSpPr>
          <p:cNvPr id="15" name="Text Placeholder 10">
            <a:extLst>
              <a:ext uri="{FF2B5EF4-FFF2-40B4-BE49-F238E27FC236}">
                <a16:creationId xmlns:a16="http://schemas.microsoft.com/office/drawing/2014/main" id="{B72A2B16-E242-6548-CD5D-53E9964738AB}"/>
              </a:ext>
            </a:extLst>
          </p:cNvPr>
          <p:cNvSpPr>
            <a:spLocks noGrp="1"/>
          </p:cNvSpPr>
          <p:nvPr>
            <p:ph type="body" sz="quarter" idx="17" hasCustomPrompt="1"/>
          </p:nvPr>
        </p:nvSpPr>
        <p:spPr>
          <a:xfrm>
            <a:off x="3154120" y="2744409"/>
            <a:ext cx="1554480" cy="839183"/>
          </a:xfrm>
        </p:spPr>
        <p:txBody>
          <a:bodyPr>
            <a:noAutofit/>
          </a:bodyPr>
          <a:lstStyle>
            <a:lvl1pPr marL="0" indent="0">
              <a:lnSpc>
                <a:spcPts val="1500"/>
              </a:lnSpc>
              <a:spcBef>
                <a:spcPts val="0"/>
              </a:spcBef>
              <a:buNone/>
              <a:defRPr sz="1200" b="0" spc="0" baseline="0">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Add text here</a:t>
            </a:r>
          </a:p>
        </p:txBody>
      </p:sp>
      <p:sp>
        <p:nvSpPr>
          <p:cNvPr id="16" name="Text Placeholder 10">
            <a:extLst>
              <a:ext uri="{FF2B5EF4-FFF2-40B4-BE49-F238E27FC236}">
                <a16:creationId xmlns:a16="http://schemas.microsoft.com/office/drawing/2014/main" id="{AA825916-F570-17B8-0B3F-0C3FC2D74643}"/>
              </a:ext>
            </a:extLst>
          </p:cNvPr>
          <p:cNvSpPr>
            <a:spLocks noGrp="1"/>
          </p:cNvSpPr>
          <p:nvPr>
            <p:ph type="body" sz="quarter" idx="18" hasCustomPrompt="1"/>
          </p:nvPr>
        </p:nvSpPr>
        <p:spPr>
          <a:xfrm>
            <a:off x="5282079" y="2744409"/>
            <a:ext cx="1554480" cy="839183"/>
          </a:xfrm>
        </p:spPr>
        <p:txBody>
          <a:bodyPr>
            <a:noAutofit/>
          </a:bodyPr>
          <a:lstStyle>
            <a:lvl1pPr marL="0" indent="0">
              <a:lnSpc>
                <a:spcPts val="1500"/>
              </a:lnSpc>
              <a:spcBef>
                <a:spcPts val="0"/>
              </a:spcBef>
              <a:buNone/>
              <a:defRPr sz="1200" b="0" spc="0" baseline="0">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Add text here</a:t>
            </a:r>
          </a:p>
        </p:txBody>
      </p:sp>
      <p:sp>
        <p:nvSpPr>
          <p:cNvPr id="17" name="Text Placeholder 10">
            <a:extLst>
              <a:ext uri="{FF2B5EF4-FFF2-40B4-BE49-F238E27FC236}">
                <a16:creationId xmlns:a16="http://schemas.microsoft.com/office/drawing/2014/main" id="{936D7BCE-44E5-237E-196D-3CCF2508CE47}"/>
              </a:ext>
            </a:extLst>
          </p:cNvPr>
          <p:cNvSpPr>
            <a:spLocks noGrp="1"/>
          </p:cNvSpPr>
          <p:nvPr>
            <p:ph type="body" sz="quarter" idx="19" hasCustomPrompt="1"/>
          </p:nvPr>
        </p:nvSpPr>
        <p:spPr>
          <a:xfrm>
            <a:off x="7410038" y="2744409"/>
            <a:ext cx="1554480" cy="839183"/>
          </a:xfrm>
        </p:spPr>
        <p:txBody>
          <a:bodyPr>
            <a:noAutofit/>
          </a:bodyPr>
          <a:lstStyle>
            <a:lvl1pPr marL="0" indent="0">
              <a:lnSpc>
                <a:spcPts val="1500"/>
              </a:lnSpc>
              <a:spcBef>
                <a:spcPts val="0"/>
              </a:spcBef>
              <a:buNone/>
              <a:defRPr sz="1200" b="0" spc="0" baseline="0">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Add text here</a:t>
            </a:r>
          </a:p>
        </p:txBody>
      </p:sp>
      <p:sp>
        <p:nvSpPr>
          <p:cNvPr id="18" name="Text Placeholder 10">
            <a:extLst>
              <a:ext uri="{FF2B5EF4-FFF2-40B4-BE49-F238E27FC236}">
                <a16:creationId xmlns:a16="http://schemas.microsoft.com/office/drawing/2014/main" id="{FF3883B4-1028-4C70-B921-8FBE334E7F38}"/>
              </a:ext>
            </a:extLst>
          </p:cNvPr>
          <p:cNvSpPr>
            <a:spLocks noGrp="1"/>
          </p:cNvSpPr>
          <p:nvPr>
            <p:ph type="body" sz="quarter" idx="20" hasCustomPrompt="1"/>
          </p:nvPr>
        </p:nvSpPr>
        <p:spPr>
          <a:xfrm>
            <a:off x="9537996" y="2744409"/>
            <a:ext cx="1554480" cy="839183"/>
          </a:xfrm>
        </p:spPr>
        <p:txBody>
          <a:bodyPr>
            <a:noAutofit/>
          </a:bodyPr>
          <a:lstStyle>
            <a:lvl1pPr marL="0" indent="0">
              <a:lnSpc>
                <a:spcPts val="1500"/>
              </a:lnSpc>
              <a:spcBef>
                <a:spcPts val="0"/>
              </a:spcBef>
              <a:buNone/>
              <a:defRPr sz="1200" b="0" spc="0" baseline="0">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Add text here</a:t>
            </a:r>
          </a:p>
        </p:txBody>
      </p:sp>
      <p:sp>
        <p:nvSpPr>
          <p:cNvPr id="19" name="Text Placeholder 10">
            <a:extLst>
              <a:ext uri="{FF2B5EF4-FFF2-40B4-BE49-F238E27FC236}">
                <a16:creationId xmlns:a16="http://schemas.microsoft.com/office/drawing/2014/main" id="{2538B7A0-40F3-1C50-E2D0-32A910FA7E69}"/>
              </a:ext>
            </a:extLst>
          </p:cNvPr>
          <p:cNvSpPr>
            <a:spLocks noGrp="1"/>
          </p:cNvSpPr>
          <p:nvPr>
            <p:ph type="body" sz="quarter" idx="21" hasCustomPrompt="1"/>
          </p:nvPr>
        </p:nvSpPr>
        <p:spPr>
          <a:xfrm>
            <a:off x="195581" y="4431347"/>
            <a:ext cx="1186179" cy="678064"/>
          </a:xfrm>
        </p:spPr>
        <p:txBody>
          <a:bodyPr>
            <a:noAutofit/>
          </a:bodyPr>
          <a:lstStyle>
            <a:lvl1pPr marL="0" indent="0" algn="ctr">
              <a:buNone/>
              <a:defRPr sz="5400" b="1">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X</a:t>
            </a:r>
          </a:p>
        </p:txBody>
      </p:sp>
      <p:sp>
        <p:nvSpPr>
          <p:cNvPr id="20" name="Text Placeholder 10">
            <a:extLst>
              <a:ext uri="{FF2B5EF4-FFF2-40B4-BE49-F238E27FC236}">
                <a16:creationId xmlns:a16="http://schemas.microsoft.com/office/drawing/2014/main" id="{E7A61A86-EC14-71A1-4F13-8B5BC4DD2CD7}"/>
              </a:ext>
            </a:extLst>
          </p:cNvPr>
          <p:cNvSpPr>
            <a:spLocks noGrp="1"/>
          </p:cNvSpPr>
          <p:nvPr>
            <p:ph type="body" sz="quarter" idx="22" hasCustomPrompt="1"/>
          </p:nvPr>
        </p:nvSpPr>
        <p:spPr>
          <a:xfrm>
            <a:off x="2338706" y="5667186"/>
            <a:ext cx="1186179" cy="678064"/>
          </a:xfrm>
        </p:spPr>
        <p:txBody>
          <a:bodyPr>
            <a:noAutofit/>
          </a:bodyPr>
          <a:lstStyle>
            <a:lvl1pPr marL="0" indent="0" algn="ctr">
              <a:buNone/>
              <a:defRPr sz="5400" b="1">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X</a:t>
            </a:r>
          </a:p>
        </p:txBody>
      </p:sp>
      <p:sp>
        <p:nvSpPr>
          <p:cNvPr id="23" name="Text Placeholder 10">
            <a:extLst>
              <a:ext uri="{FF2B5EF4-FFF2-40B4-BE49-F238E27FC236}">
                <a16:creationId xmlns:a16="http://schemas.microsoft.com/office/drawing/2014/main" id="{8AB8BDC8-1B18-C92E-002C-8E803D447435}"/>
              </a:ext>
            </a:extLst>
          </p:cNvPr>
          <p:cNvSpPr>
            <a:spLocks noGrp="1"/>
          </p:cNvSpPr>
          <p:nvPr>
            <p:ph type="body" sz="quarter" idx="23" hasCustomPrompt="1"/>
          </p:nvPr>
        </p:nvSpPr>
        <p:spPr>
          <a:xfrm>
            <a:off x="4465161" y="5079585"/>
            <a:ext cx="1186179" cy="678064"/>
          </a:xfrm>
        </p:spPr>
        <p:txBody>
          <a:bodyPr>
            <a:noAutofit/>
          </a:bodyPr>
          <a:lstStyle>
            <a:lvl1pPr marL="0" indent="0" algn="ctr">
              <a:buNone/>
              <a:defRPr sz="5400" b="1">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X</a:t>
            </a:r>
          </a:p>
        </p:txBody>
      </p:sp>
      <p:sp>
        <p:nvSpPr>
          <p:cNvPr id="24" name="Text Placeholder 10">
            <a:extLst>
              <a:ext uri="{FF2B5EF4-FFF2-40B4-BE49-F238E27FC236}">
                <a16:creationId xmlns:a16="http://schemas.microsoft.com/office/drawing/2014/main" id="{33C067A7-180C-CF1A-D355-AD9EFC1F30E3}"/>
              </a:ext>
            </a:extLst>
          </p:cNvPr>
          <p:cNvSpPr>
            <a:spLocks noGrp="1"/>
          </p:cNvSpPr>
          <p:nvPr>
            <p:ph type="body" sz="quarter" idx="24" hasCustomPrompt="1"/>
          </p:nvPr>
        </p:nvSpPr>
        <p:spPr>
          <a:xfrm>
            <a:off x="6531906" y="3583592"/>
            <a:ext cx="1186179" cy="678064"/>
          </a:xfrm>
        </p:spPr>
        <p:txBody>
          <a:bodyPr>
            <a:noAutofit/>
          </a:bodyPr>
          <a:lstStyle>
            <a:lvl1pPr marL="0" indent="0" algn="ctr">
              <a:buNone/>
              <a:defRPr sz="5400" b="1">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X</a:t>
            </a:r>
          </a:p>
        </p:txBody>
      </p:sp>
      <p:sp>
        <p:nvSpPr>
          <p:cNvPr id="25" name="Text Placeholder 10">
            <a:extLst>
              <a:ext uri="{FF2B5EF4-FFF2-40B4-BE49-F238E27FC236}">
                <a16:creationId xmlns:a16="http://schemas.microsoft.com/office/drawing/2014/main" id="{89E3E312-6617-D826-24CF-F63DC3CC30D4}"/>
              </a:ext>
            </a:extLst>
          </p:cNvPr>
          <p:cNvSpPr>
            <a:spLocks noGrp="1"/>
          </p:cNvSpPr>
          <p:nvPr>
            <p:ph type="body" sz="quarter" idx="25" hasCustomPrompt="1"/>
          </p:nvPr>
        </p:nvSpPr>
        <p:spPr>
          <a:xfrm>
            <a:off x="8706265" y="3837782"/>
            <a:ext cx="1186179" cy="678064"/>
          </a:xfrm>
        </p:spPr>
        <p:txBody>
          <a:bodyPr>
            <a:noAutofit/>
          </a:bodyPr>
          <a:lstStyle>
            <a:lvl1pPr marL="0" indent="0" algn="ctr">
              <a:buNone/>
              <a:defRPr sz="5400" b="1">
                <a:solidFill>
                  <a:schemeClr val="tx2"/>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X</a:t>
            </a:r>
          </a:p>
        </p:txBody>
      </p:sp>
      <p:sp>
        <p:nvSpPr>
          <p:cNvPr id="28" name="Picture Placeholder 27">
            <a:extLst>
              <a:ext uri="{FF2B5EF4-FFF2-40B4-BE49-F238E27FC236}">
                <a16:creationId xmlns:a16="http://schemas.microsoft.com/office/drawing/2014/main" id="{7917E37C-ED1D-4637-B0A8-CAECDD7D93AA}"/>
              </a:ext>
            </a:extLst>
          </p:cNvPr>
          <p:cNvSpPr>
            <a:spLocks noGrp="1"/>
          </p:cNvSpPr>
          <p:nvPr>
            <p:ph type="pic" sz="quarter" idx="26"/>
          </p:nvPr>
        </p:nvSpPr>
        <p:spPr>
          <a:xfrm>
            <a:off x="6606164" y="4551608"/>
            <a:ext cx="4828474" cy="2306392"/>
          </a:xfrm>
        </p:spPr>
        <p:txBody>
          <a:bodyPr/>
          <a:lstStyle>
            <a:lvl1pPr marL="0" indent="0" algn="ctr">
              <a:buNone/>
              <a:defRPr/>
            </a:lvl1pPr>
          </a:lstStyle>
          <a:p>
            <a:r>
              <a:rPr lang="en-US"/>
              <a:t>Click icon to add picture</a:t>
            </a:r>
            <a:endParaRPr lang="en-US" dirty="0"/>
          </a:p>
        </p:txBody>
      </p:sp>
      <p:grpSp>
        <p:nvGrpSpPr>
          <p:cNvPr id="2" name="Group 1">
            <a:extLst>
              <a:ext uri="{FF2B5EF4-FFF2-40B4-BE49-F238E27FC236}">
                <a16:creationId xmlns:a16="http://schemas.microsoft.com/office/drawing/2014/main" id="{47F4481A-F390-506E-4D63-DCAF6A49957F}"/>
              </a:ext>
              <a:ext uri="{C183D7F6-B498-43B3-948B-1728B52AA6E4}">
                <adec:decorative xmlns:adec="http://schemas.microsoft.com/office/drawing/2017/decorative" val="1"/>
              </a:ext>
            </a:extLst>
          </p:cNvPr>
          <p:cNvGrpSpPr/>
          <p:nvPr userDrawn="1"/>
        </p:nvGrpSpPr>
        <p:grpSpPr>
          <a:xfrm>
            <a:off x="700708" y="2352259"/>
            <a:ext cx="10816491" cy="3363296"/>
            <a:chOff x="700708" y="2352259"/>
            <a:chExt cx="10816491" cy="3363296"/>
          </a:xfrm>
        </p:grpSpPr>
        <p:cxnSp>
          <p:nvCxnSpPr>
            <p:cNvPr id="3" name="Straight Connector 2">
              <a:extLst>
                <a:ext uri="{FF2B5EF4-FFF2-40B4-BE49-F238E27FC236}">
                  <a16:creationId xmlns:a16="http://schemas.microsoft.com/office/drawing/2014/main" id="{7C823AA8-87A2-6001-8638-F343F400A907}"/>
                </a:ext>
              </a:extLst>
            </p:cNvPr>
            <p:cNvCxnSpPr/>
            <p:nvPr/>
          </p:nvCxnSpPr>
          <p:spPr>
            <a:xfrm flipV="1">
              <a:off x="774192" y="2451652"/>
              <a:ext cx="10643616" cy="0"/>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AD0F530E-03E0-7D35-0708-C47F20465254}"/>
                </a:ext>
              </a:extLst>
            </p:cNvPr>
            <p:cNvSpPr/>
            <p:nvPr/>
          </p:nvSpPr>
          <p:spPr>
            <a:xfrm>
              <a:off x="700708" y="2355117"/>
              <a:ext cx="198783" cy="19878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25A788A8-1C4E-8BDE-6C51-E311BF3124E3}"/>
                </a:ext>
              </a:extLst>
            </p:cNvPr>
            <p:cNvSpPr/>
            <p:nvPr/>
          </p:nvSpPr>
          <p:spPr>
            <a:xfrm>
              <a:off x="11318416" y="2352259"/>
              <a:ext cx="198783" cy="19878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0B1C1373-9DDB-2372-515C-67A4497F18F3}"/>
                </a:ext>
              </a:extLst>
            </p:cNvPr>
            <p:cNvSpPr/>
            <p:nvPr/>
          </p:nvSpPr>
          <p:spPr>
            <a:xfrm>
              <a:off x="2824250" y="2360833"/>
              <a:ext cx="198783" cy="19878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260ED27-416C-9721-BEEA-92FC9C6AFE0E}"/>
                </a:ext>
              </a:extLst>
            </p:cNvPr>
            <p:cNvSpPr/>
            <p:nvPr/>
          </p:nvSpPr>
          <p:spPr>
            <a:xfrm>
              <a:off x="7071334" y="2366548"/>
              <a:ext cx="198783" cy="19878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AFF3DAA4-1C0B-AB02-F0B7-AB04EEC80102}"/>
                </a:ext>
              </a:extLst>
            </p:cNvPr>
            <p:cNvSpPr/>
            <p:nvPr/>
          </p:nvSpPr>
          <p:spPr>
            <a:xfrm>
              <a:off x="9194876" y="2357975"/>
              <a:ext cx="198783" cy="19878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4A6169A7-8DDB-F115-7D7E-F3F5AE9B0DE0}"/>
                </a:ext>
              </a:extLst>
            </p:cNvPr>
            <p:cNvCxnSpPr>
              <a:cxnSpLocks/>
            </p:cNvCxnSpPr>
            <p:nvPr/>
          </p:nvCxnSpPr>
          <p:spPr>
            <a:xfrm flipH="1">
              <a:off x="799303" y="2451650"/>
              <a:ext cx="1592" cy="183899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0D69B09-D0BB-952F-77DD-FCCA81D1923E}"/>
                </a:ext>
              </a:extLst>
            </p:cNvPr>
            <p:cNvCxnSpPr>
              <a:cxnSpLocks/>
            </p:cNvCxnSpPr>
            <p:nvPr/>
          </p:nvCxnSpPr>
          <p:spPr>
            <a:xfrm flipH="1">
              <a:off x="2921650" y="2528842"/>
              <a:ext cx="1592" cy="29848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3322965-77FF-0956-83EE-ADA9AFCC2F19}"/>
                </a:ext>
              </a:extLst>
            </p:cNvPr>
            <p:cNvCxnSpPr>
              <a:cxnSpLocks/>
            </p:cNvCxnSpPr>
            <p:nvPr/>
          </p:nvCxnSpPr>
          <p:spPr>
            <a:xfrm>
              <a:off x="7166344" y="2496185"/>
              <a:ext cx="0" cy="932815"/>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D744AE-A2B8-150A-697C-7B187BF232E9}"/>
                </a:ext>
              </a:extLst>
            </p:cNvPr>
            <p:cNvCxnSpPr>
              <a:cxnSpLocks/>
            </p:cNvCxnSpPr>
            <p:nvPr/>
          </p:nvCxnSpPr>
          <p:spPr>
            <a:xfrm>
              <a:off x="9287099" y="2447199"/>
              <a:ext cx="2067" cy="122673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83F6EBDE-BEBF-BD05-1C3E-6D9CC3A8AA09}"/>
                </a:ext>
              </a:extLst>
            </p:cNvPr>
            <p:cNvSpPr/>
            <p:nvPr/>
          </p:nvSpPr>
          <p:spPr>
            <a:xfrm>
              <a:off x="704140" y="4297941"/>
              <a:ext cx="198783" cy="198783"/>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35038F8-201A-2CE5-4F96-F5D0E07662F3}"/>
                </a:ext>
              </a:extLst>
            </p:cNvPr>
            <p:cNvSpPr/>
            <p:nvPr/>
          </p:nvSpPr>
          <p:spPr>
            <a:xfrm>
              <a:off x="2817657" y="5516772"/>
              <a:ext cx="198783" cy="198783"/>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C152144A-0227-81C8-5EB0-4217CF1CEEE7}"/>
                </a:ext>
              </a:extLst>
            </p:cNvPr>
            <p:cNvSpPr/>
            <p:nvPr/>
          </p:nvSpPr>
          <p:spPr>
            <a:xfrm>
              <a:off x="7066553" y="3435384"/>
              <a:ext cx="198783" cy="198783"/>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C30680FA-8F0F-C8F7-B721-95071536CA7B}"/>
                </a:ext>
              </a:extLst>
            </p:cNvPr>
            <p:cNvSpPr/>
            <p:nvPr/>
          </p:nvSpPr>
          <p:spPr>
            <a:xfrm>
              <a:off x="9194875" y="3679366"/>
              <a:ext cx="198783" cy="198783"/>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C0A1FBC1-3297-E024-39A0-EAA69D56BF0E}"/>
                </a:ext>
              </a:extLst>
            </p:cNvPr>
            <p:cNvSpPr/>
            <p:nvPr/>
          </p:nvSpPr>
          <p:spPr>
            <a:xfrm>
              <a:off x="4947792" y="2363691"/>
              <a:ext cx="198783" cy="19878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Connector 35">
              <a:extLst>
                <a:ext uri="{FF2B5EF4-FFF2-40B4-BE49-F238E27FC236}">
                  <a16:creationId xmlns:a16="http://schemas.microsoft.com/office/drawing/2014/main" id="{2BE65DC2-ECCC-4D86-835A-D8496935F50C}"/>
                </a:ext>
              </a:extLst>
            </p:cNvPr>
            <p:cNvCxnSpPr>
              <a:cxnSpLocks/>
              <a:stCxn id="35" idx="4"/>
            </p:cNvCxnSpPr>
            <p:nvPr/>
          </p:nvCxnSpPr>
          <p:spPr>
            <a:xfrm flipH="1">
              <a:off x="5043997" y="2562474"/>
              <a:ext cx="3187" cy="2348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8877BD28-BE76-FA51-3EE0-19344A0C1BDE}"/>
                </a:ext>
              </a:extLst>
            </p:cNvPr>
            <p:cNvSpPr/>
            <p:nvPr/>
          </p:nvSpPr>
          <p:spPr>
            <a:xfrm>
              <a:off x="4944605" y="4911060"/>
              <a:ext cx="198783" cy="198783"/>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3708431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1"/>
            </a:lvl1pPr>
          </a:lstStyle>
          <a:p>
            <a:r>
              <a:rPr lang="en-US" dirty="0"/>
              <a:t>Click to edit Master title style</a:t>
            </a:r>
          </a:p>
        </p:txBody>
      </p:sp>
      <p:sp>
        <p:nvSpPr>
          <p:cNvPr id="12" name="Footer Placeholder">
            <a:extLst>
              <a:ext uri="{FF2B5EF4-FFF2-40B4-BE49-F238E27FC236}">
                <a16:creationId xmlns:a16="http://schemas.microsoft.com/office/drawing/2014/main" id="{2A1164D7-7E48-4A08-AFC0-86517AAA3B4E}"/>
              </a:ext>
            </a:extLst>
          </p:cNvPr>
          <p:cNvSpPr>
            <a:spLocks noGrp="1"/>
          </p:cNvSpPr>
          <p:nvPr>
            <p:ph type="ftr" sz="quarter" idx="3"/>
          </p:nvPr>
        </p:nvSpPr>
        <p:spPr>
          <a:xfrm>
            <a:off x="313724" y="6639839"/>
            <a:ext cx="5486313" cy="222250"/>
          </a:xfrm>
          <a:prstGeom prst="rect">
            <a:avLst/>
          </a:prstGeom>
        </p:spPr>
        <p:txBody>
          <a:bodyPr vert="horz" lIns="0" tIns="0" rIns="0" bIns="0" rtlCol="0" anchor="b"/>
          <a:lstStyle>
            <a:lvl1pPr marL="0" marR="0" indent="0" algn="l" defTabSz="913741" rtl="0" eaLnBrk="1" fontAlgn="auto" latinLnBrk="0" hangingPunct="1">
              <a:lnSpc>
                <a:spcPct val="100000"/>
              </a:lnSpc>
              <a:spcBef>
                <a:spcPts val="0"/>
              </a:spcBef>
              <a:spcAft>
                <a:spcPts val="0"/>
              </a:spcAft>
              <a:buClrTx/>
              <a:buSzTx/>
              <a:buFontTx/>
              <a:buNone/>
              <a:tabLst/>
              <a:defRPr sz="799" b="0" i="0">
                <a:solidFill>
                  <a:schemeClr val="tx1"/>
                </a:solidFill>
                <a:latin typeface="IBM Plex Sans Light" panose="020B0403050203000203" pitchFamily="34" charset="0"/>
              </a:defRPr>
            </a:lvl1pPr>
          </a:lstStyle>
          <a:p>
            <a:r>
              <a:rPr lang="en-US" dirty="0"/>
              <a:t>IBM Automation / © 2021 TechPartner Inc</a:t>
            </a:r>
          </a:p>
        </p:txBody>
      </p:sp>
      <p:sp>
        <p:nvSpPr>
          <p:cNvPr id="13" name="Slide Number Placeholder">
            <a:extLst>
              <a:ext uri="{FF2B5EF4-FFF2-40B4-BE49-F238E27FC236}">
                <a16:creationId xmlns:a16="http://schemas.microsoft.com/office/drawing/2014/main" id="{AFF9DDC4-73C6-4780-A198-25367108554B}"/>
              </a:ext>
            </a:extLst>
          </p:cNvPr>
          <p:cNvSpPr>
            <a:spLocks noGrp="1"/>
          </p:cNvSpPr>
          <p:nvPr>
            <p:ph type="sldNum" sz="quarter" idx="4"/>
          </p:nvPr>
        </p:nvSpPr>
        <p:spPr>
          <a:xfrm>
            <a:off x="9448802" y="6639836"/>
            <a:ext cx="2438309" cy="222250"/>
          </a:xfrm>
          <a:prstGeom prst="rect">
            <a:avLst/>
          </a:prstGeom>
        </p:spPr>
        <p:txBody>
          <a:bodyPr vert="horz" lIns="0" tIns="0" rIns="0" bIns="0" rtlCol="0" anchor="b"/>
          <a:lstStyle>
            <a:lvl1pPr algn="r">
              <a:defRPr sz="799" b="0" i="0">
                <a:solidFill>
                  <a:schemeClr val="tx1"/>
                </a:solidFill>
                <a:latin typeface="IBM Plex Sans Light" panose="020B0403050203000203" pitchFamily="34" charset="0"/>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1949523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Cover Slide">
    <p:bg>
      <p:bgPr>
        <a:solidFill>
          <a:srgbClr val="FFFFFF"/>
        </a:solidFill>
        <a:effectLst/>
      </p:bgPr>
    </p:bg>
    <p:spTree>
      <p:nvGrpSpPr>
        <p:cNvPr id="1" name=""/>
        <p:cNvGrpSpPr/>
        <p:nvPr/>
      </p:nvGrpSpPr>
      <p:grpSpPr>
        <a:xfrm>
          <a:off x="0" y="0"/>
          <a:ext cx="0" cy="0"/>
          <a:chOff x="0" y="0"/>
          <a:chExt cx="0" cy="0"/>
        </a:xfrm>
      </p:grpSpPr>
      <p:sp>
        <p:nvSpPr>
          <p:cNvPr id="13" name="Content Placeholder 2"/>
          <p:cNvSpPr txBox="1">
            <a:spLocks noGrp="1"/>
          </p:cNvSpPr>
          <p:nvPr>
            <p:ph type="body" sz="quarter" idx="13"/>
          </p:nvPr>
        </p:nvSpPr>
        <p:spPr>
          <a:xfrm>
            <a:off x="5124259" y="4299671"/>
            <a:ext cx="4129839" cy="1513107"/>
          </a:xfrm>
          <a:prstGeom prst="rect">
            <a:avLst/>
          </a:prstGeom>
          <a:ln w="25400"/>
        </p:spPr>
        <p:txBody>
          <a:bodyPr>
            <a:spAutoFit/>
          </a:bodyPr>
          <a:lstStyle>
            <a:lvl1pPr defTabSz="1218005">
              <a:lnSpc>
                <a:spcPct val="120000"/>
              </a:lnSpc>
              <a:spcBef>
                <a:spcPts val="0"/>
              </a:spcBef>
              <a:defRPr sz="2800">
                <a:solidFill>
                  <a:srgbClr val="000000"/>
                </a:solidFill>
                <a:latin typeface="IBM Plex Sans Light"/>
                <a:sym typeface="IBM Plex Sans Light"/>
              </a:defRPr>
            </a:lvl1pPr>
          </a:lstStyle>
          <a:p>
            <a:pPr defTabSz="1828836">
              <a:lnSpc>
                <a:spcPct val="120000"/>
              </a:lnSpc>
              <a:spcBef>
                <a:spcPts val="0"/>
              </a:spcBef>
              <a:defRPr sz="2800">
                <a:solidFill>
                  <a:srgbClr val="000000"/>
                </a:solidFill>
                <a:latin typeface="IBM Plex Sans Light"/>
                <a:ea typeface="IBM Plex Sans Light"/>
                <a:cs typeface="IBM Plex Sans Light"/>
                <a:sym typeface="IBM Plex Sans Light"/>
              </a:defRPr>
            </a:pPr>
            <a:r>
              <a:rPr>
                <a:latin typeface="IBM Plex Sans SmBld"/>
                <a:ea typeface="IBM Plex Sans SmBld"/>
                <a:cs typeface="IBM Plex Sans SmBld"/>
                <a:sym typeface="IBM Plex Sans SemiBold"/>
              </a:rPr>
              <a:t>First Last Name</a:t>
            </a:r>
            <a:r>
              <a:t> | TechPartner Job title</a:t>
            </a:r>
            <a:br/>
            <a:r>
              <a:t>Month 2020</a:t>
            </a:r>
          </a:p>
        </p:txBody>
      </p:sp>
      <p:pic>
        <p:nvPicPr>
          <p:cNvPr id="14" name="Image" descr="Image"/>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290" y="-4398"/>
            <a:ext cx="4634457" cy="4746510"/>
          </a:xfrm>
          <a:prstGeom prst="rect">
            <a:avLst/>
          </a:prstGeom>
          <a:ln w="12700">
            <a:miter lim="400000"/>
          </a:ln>
        </p:spPr>
      </p:pic>
      <p:sp>
        <p:nvSpPr>
          <p:cNvPr id="15" name="Prepare yourself for the Future of Work"/>
          <p:cNvSpPr txBox="1">
            <a:spLocks noGrp="1"/>
          </p:cNvSpPr>
          <p:nvPr>
            <p:ph type="body" sz="quarter" idx="14"/>
          </p:nvPr>
        </p:nvSpPr>
        <p:spPr>
          <a:xfrm>
            <a:off x="5094681" y="2488025"/>
            <a:ext cx="5394837" cy="1445212"/>
          </a:xfrm>
          <a:prstGeom prst="rect">
            <a:avLst/>
          </a:prstGeom>
          <a:ln w="25400"/>
        </p:spPr>
        <p:txBody>
          <a:bodyPr anchor="b">
            <a:spAutoFit/>
          </a:bodyPr>
          <a:lstStyle>
            <a:lvl1pPr defTabSz="412337">
              <a:spcBef>
                <a:spcPts val="1199"/>
              </a:spcBef>
              <a:defRPr sz="4695">
                <a:solidFill>
                  <a:srgbClr val="252525"/>
                </a:solidFill>
                <a:latin typeface="IBM Plex Sans Light"/>
                <a:ea typeface="IBM Plex Sans Light"/>
                <a:cs typeface="IBM Plex Sans Light"/>
                <a:sym typeface="IBM Plex Sans Light"/>
              </a:defRPr>
            </a:lvl1pPr>
          </a:lstStyle>
          <a:p>
            <a:r>
              <a:t>Prepare yourself for the Future of Work</a:t>
            </a:r>
          </a:p>
        </p:txBody>
      </p:sp>
      <p:pic>
        <p:nvPicPr>
          <p:cNvPr id="16" name="Picture 7" descr="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11712" y="6345936"/>
            <a:ext cx="470917" cy="190158"/>
          </a:xfrm>
          <a:prstGeom prst="rect">
            <a:avLst/>
          </a:prstGeom>
          <a:ln w="12700">
            <a:miter lim="400000"/>
          </a:ln>
        </p:spPr>
      </p:pic>
      <p:sp>
        <p:nvSpPr>
          <p:cNvPr id="17" name="IBM Automation"/>
          <p:cNvSpPr txBox="1"/>
          <p:nvPr/>
        </p:nvSpPr>
        <p:spPr>
          <a:xfrm>
            <a:off x="293681" y="6414963"/>
            <a:ext cx="2443675" cy="14812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defTabSz="261147">
              <a:spcBef>
                <a:spcPts val="549"/>
              </a:spcBef>
              <a:buClr>
                <a:srgbClr val="FFA0C2"/>
              </a:buClr>
              <a:defRPr sz="1826"/>
            </a:pPr>
            <a:r>
              <a:rPr sz="912" dirty="0"/>
              <a:t>IBM </a:t>
            </a:r>
            <a:r>
              <a:rPr sz="912" b="1" dirty="0">
                <a:latin typeface="IBM Plex Sans"/>
                <a:ea typeface="IBM Plex Sans"/>
                <a:cs typeface="IBM Plex Sans"/>
                <a:sym typeface="IBM Plex Sans"/>
              </a:rPr>
              <a:t>Automation</a:t>
            </a:r>
          </a:p>
        </p:txBody>
      </p:sp>
    </p:spTree>
    <p:extLst>
      <p:ext uri="{BB962C8B-B14F-4D97-AF65-F5344CB8AC3E}">
        <p14:creationId xmlns:p14="http://schemas.microsoft.com/office/powerpoint/2010/main" val="415337208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End Slide">
    <p:bg>
      <p:bgPr>
        <a:solidFill>
          <a:srgbClr val="F4F4F4"/>
        </a:solidFill>
        <a:effectLst/>
      </p:bgPr>
    </p:bg>
    <p:spTree>
      <p:nvGrpSpPr>
        <p:cNvPr id="1" name=""/>
        <p:cNvGrpSpPr/>
        <p:nvPr/>
      </p:nvGrpSpPr>
      <p:grpSpPr>
        <a:xfrm>
          <a:off x="0" y="0"/>
          <a:ext cx="0" cy="0"/>
          <a:chOff x="0" y="0"/>
          <a:chExt cx="0" cy="0"/>
        </a:xfrm>
      </p:grpSpPr>
      <p:pic>
        <p:nvPicPr>
          <p:cNvPr id="539" name="Picture 3" descr="Picture 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91789" y="3227140"/>
            <a:ext cx="1008422" cy="407205"/>
          </a:xfrm>
          <a:prstGeom prst="rect">
            <a:avLst/>
          </a:prstGeom>
          <a:ln w="12700">
            <a:miter lim="400000"/>
          </a:ln>
        </p:spPr>
      </p:pic>
    </p:spTree>
    <p:extLst>
      <p:ext uri="{BB962C8B-B14F-4D97-AF65-F5344CB8AC3E}">
        <p14:creationId xmlns:p14="http://schemas.microsoft.com/office/powerpoint/2010/main" val="1210258699"/>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 bar content">
    <p:spTree>
      <p:nvGrpSpPr>
        <p:cNvPr id="1" name=""/>
        <p:cNvGrpSpPr/>
        <p:nvPr/>
      </p:nvGrpSpPr>
      <p:grpSpPr>
        <a:xfrm>
          <a:off x="0" y="0"/>
          <a:ext cx="0" cy="0"/>
          <a:chOff x="0" y="0"/>
          <a:chExt cx="0" cy="0"/>
        </a:xfrm>
      </p:grpSpPr>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3048000" y="0"/>
            <a:ext cx="9144000" cy="6858000"/>
          </a:xfrm>
          <a:prstGeom prst="rect">
            <a:avLst/>
          </a:prstGeom>
          <a:solidFill>
            <a:schemeClr val="bg1"/>
          </a:solidFill>
        </p:spPr>
        <p:txBody>
          <a:bodyPr wrap="square" lIns="0" tIns="0" rIns="0" bIns="0" rtlCol="0" anchor="ctr">
            <a:noAutofit/>
          </a:bodyPr>
          <a:lstStyle/>
          <a:p>
            <a:pPr algn="ctr"/>
            <a:endParaRPr lang="en-US" sz="1598" b="0" i="0" dirty="0">
              <a:solidFill>
                <a:srgbClr val="FFFFFF"/>
              </a:solidFill>
              <a:latin typeface="IBM Plex Sans" panose="020B0503050203000203" pitchFamily="34" charset="0"/>
              <a:cs typeface="Arial"/>
            </a:endParaRPr>
          </a:p>
        </p:txBody>
      </p:sp>
      <p:sp>
        <p:nvSpPr>
          <p:cNvPr id="6" name="Text Placeholder"/>
          <p:cNvSpPr>
            <a:spLocks noGrp="1"/>
          </p:cNvSpPr>
          <p:nvPr>
            <p:ph type="body" sz="quarter" idx="12"/>
          </p:nvPr>
        </p:nvSpPr>
        <p:spPr>
          <a:xfrm>
            <a:off x="3346704" y="819144"/>
            <a:ext cx="6102096" cy="5174998"/>
          </a:xfrm>
        </p:spPr>
        <p:txBody>
          <a:bodyPr/>
          <a:lstStyle>
            <a:lvl1pPr>
              <a:buClr>
                <a:schemeClr val="bg1"/>
              </a:buClr>
              <a:defRPr>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a:extLst>
              <a:ext uri="{FF2B5EF4-FFF2-40B4-BE49-F238E27FC236}">
                <a16:creationId xmlns:a16="http://schemas.microsoft.com/office/drawing/2014/main" id="{396CAD4D-2997-2E42-86C9-23581085C3DE}"/>
              </a:ext>
            </a:extLst>
          </p:cNvPr>
          <p:cNvSpPr>
            <a:spLocks noGrp="1"/>
          </p:cNvSpPr>
          <p:nvPr>
            <p:ph type="body" sz="quarter" idx="13"/>
          </p:nvPr>
        </p:nvSpPr>
        <p:spPr>
          <a:xfrm>
            <a:off x="292608" y="267976"/>
            <a:ext cx="2450592" cy="604342"/>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7FADEF06-A32A-ED42-90BA-0781490D3B9E}"/>
              </a:ext>
            </a:extLst>
          </p:cNvPr>
          <p:cNvSpPr>
            <a:spLocks noGrp="1"/>
          </p:cNvSpPr>
          <p:nvPr>
            <p:ph type="body" sz="quarter" idx="14"/>
          </p:nvPr>
        </p:nvSpPr>
        <p:spPr>
          <a:xfrm>
            <a:off x="304800" y="820678"/>
            <a:ext cx="2454111" cy="51734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a:extLst>
              <a:ext uri="{FF2B5EF4-FFF2-40B4-BE49-F238E27FC236}">
                <a16:creationId xmlns:a16="http://schemas.microsoft.com/office/drawing/2014/main" id="{870583CC-2F3F-4A70-A959-3557DCFEF785}"/>
              </a:ext>
            </a:extLst>
          </p:cNvPr>
          <p:cNvSpPr>
            <a:spLocks noGrp="1"/>
          </p:cNvSpPr>
          <p:nvPr>
            <p:ph type="ftr" sz="quarter" idx="3"/>
          </p:nvPr>
        </p:nvSpPr>
        <p:spPr>
          <a:xfrm>
            <a:off x="313724" y="6639839"/>
            <a:ext cx="5486313" cy="222250"/>
          </a:xfrm>
          <a:prstGeom prst="rect">
            <a:avLst/>
          </a:prstGeom>
        </p:spPr>
        <p:txBody>
          <a:bodyPr vert="horz" lIns="0" tIns="0" rIns="0" bIns="0" rtlCol="0" anchor="b"/>
          <a:lstStyle>
            <a:lvl1pPr marL="0" marR="0" indent="0" algn="l" defTabSz="913741" rtl="0" eaLnBrk="1" fontAlgn="auto" latinLnBrk="0" hangingPunct="1">
              <a:lnSpc>
                <a:spcPct val="100000"/>
              </a:lnSpc>
              <a:spcBef>
                <a:spcPts val="0"/>
              </a:spcBef>
              <a:spcAft>
                <a:spcPts val="0"/>
              </a:spcAft>
              <a:buClrTx/>
              <a:buSzTx/>
              <a:buFontTx/>
              <a:buNone/>
              <a:tabLst/>
              <a:defRPr sz="799" b="0" i="0">
                <a:solidFill>
                  <a:schemeClr val="tx1"/>
                </a:solidFill>
                <a:latin typeface="IBM Plex Sans Light" panose="020B0403050203000203" pitchFamily="34" charset="0"/>
              </a:defRPr>
            </a:lvl1pPr>
          </a:lstStyle>
          <a:p>
            <a:r>
              <a:rPr lang="en-US" dirty="0"/>
              <a:t>IBM Automation / © 2021 TechPartner Inc</a:t>
            </a:r>
          </a:p>
        </p:txBody>
      </p:sp>
      <p:sp>
        <p:nvSpPr>
          <p:cNvPr id="13" name="Slide Number Placeholder">
            <a:extLst>
              <a:ext uri="{FF2B5EF4-FFF2-40B4-BE49-F238E27FC236}">
                <a16:creationId xmlns:a16="http://schemas.microsoft.com/office/drawing/2014/main" id="{17FC725B-0BC1-45E2-8757-21B2D0F59FCB}"/>
              </a:ext>
            </a:extLst>
          </p:cNvPr>
          <p:cNvSpPr>
            <a:spLocks noGrp="1"/>
          </p:cNvSpPr>
          <p:nvPr>
            <p:ph type="sldNum" sz="quarter" idx="4"/>
          </p:nvPr>
        </p:nvSpPr>
        <p:spPr>
          <a:xfrm>
            <a:off x="9448802" y="6639836"/>
            <a:ext cx="2438309" cy="222250"/>
          </a:xfrm>
          <a:prstGeom prst="rect">
            <a:avLst/>
          </a:prstGeom>
        </p:spPr>
        <p:txBody>
          <a:bodyPr vert="horz" lIns="0" tIns="0" rIns="0" bIns="0" rtlCol="0" anchor="b"/>
          <a:lstStyle>
            <a:lvl1pPr algn="r">
              <a:defRPr sz="799" b="0" i="0">
                <a:solidFill>
                  <a:schemeClr val="tx1"/>
                </a:solidFill>
                <a:latin typeface="IBM Plex Sans Light" panose="020B0403050203000203" pitchFamily="34" charset="0"/>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25269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blank (with footer)">
    <p:spTree>
      <p:nvGrpSpPr>
        <p:cNvPr id="1" name=""/>
        <p:cNvGrpSpPr/>
        <p:nvPr/>
      </p:nvGrpSpPr>
      <p:grpSpPr>
        <a:xfrm>
          <a:off x="0" y="0"/>
          <a:ext cx="0" cy="0"/>
          <a:chOff x="0" y="0"/>
          <a:chExt cx="0" cy="0"/>
        </a:xfrm>
      </p:grpSpPr>
      <p:sp>
        <p:nvSpPr>
          <p:cNvPr id="7" name="Footer Placeholder">
            <a:extLst>
              <a:ext uri="{FF2B5EF4-FFF2-40B4-BE49-F238E27FC236}">
                <a16:creationId xmlns:a16="http://schemas.microsoft.com/office/drawing/2014/main" id="{D1AD16D0-910B-4746-83B9-1E6E4ADF0819}"/>
              </a:ext>
            </a:extLst>
          </p:cNvPr>
          <p:cNvSpPr>
            <a:spLocks noGrp="1"/>
          </p:cNvSpPr>
          <p:nvPr>
            <p:ph type="ftr" sz="quarter" idx="3"/>
          </p:nvPr>
        </p:nvSpPr>
        <p:spPr>
          <a:xfrm>
            <a:off x="313724" y="6639839"/>
            <a:ext cx="5486313" cy="222250"/>
          </a:xfrm>
          <a:prstGeom prst="rect">
            <a:avLst/>
          </a:prstGeom>
        </p:spPr>
        <p:txBody>
          <a:bodyPr vert="horz" lIns="0" tIns="0" rIns="0" bIns="0" rtlCol="0" anchor="b"/>
          <a:lstStyle>
            <a:lvl1pPr marL="0" marR="0" indent="0" algn="l" defTabSz="913741" rtl="0" eaLnBrk="1" fontAlgn="auto" latinLnBrk="0" hangingPunct="1">
              <a:lnSpc>
                <a:spcPct val="100000"/>
              </a:lnSpc>
              <a:spcBef>
                <a:spcPts val="0"/>
              </a:spcBef>
              <a:spcAft>
                <a:spcPts val="0"/>
              </a:spcAft>
              <a:buClrTx/>
              <a:buSzTx/>
              <a:buFontTx/>
              <a:buNone/>
              <a:tabLst/>
              <a:defRPr sz="799" b="0" i="0">
                <a:solidFill>
                  <a:schemeClr val="tx1"/>
                </a:solidFill>
                <a:latin typeface="IBM Plex Sans Light" panose="020B0403050203000203" pitchFamily="34" charset="0"/>
              </a:defRPr>
            </a:lvl1pPr>
          </a:lstStyle>
          <a:p>
            <a:r>
              <a:rPr lang="en-US" dirty="0"/>
              <a:t>IBM Automation / © 2021 TechPartner Inc</a:t>
            </a:r>
          </a:p>
        </p:txBody>
      </p:sp>
      <p:sp>
        <p:nvSpPr>
          <p:cNvPr id="8" name="Slide Number Placeholder">
            <a:extLst>
              <a:ext uri="{FF2B5EF4-FFF2-40B4-BE49-F238E27FC236}">
                <a16:creationId xmlns:a16="http://schemas.microsoft.com/office/drawing/2014/main" id="{D81FC8D3-3C70-472B-BD4D-05A5968A6662}"/>
              </a:ext>
            </a:extLst>
          </p:cNvPr>
          <p:cNvSpPr>
            <a:spLocks noGrp="1"/>
          </p:cNvSpPr>
          <p:nvPr>
            <p:ph type="sldNum" sz="quarter" idx="4"/>
          </p:nvPr>
        </p:nvSpPr>
        <p:spPr>
          <a:xfrm>
            <a:off x="9448802" y="6639836"/>
            <a:ext cx="2438309" cy="222250"/>
          </a:xfrm>
          <a:prstGeom prst="rect">
            <a:avLst/>
          </a:prstGeom>
        </p:spPr>
        <p:txBody>
          <a:bodyPr vert="horz" lIns="0" tIns="0" rIns="0" bIns="0" rtlCol="0" anchor="b"/>
          <a:lstStyle>
            <a:lvl1pPr algn="r">
              <a:defRPr sz="799" b="0" i="0">
                <a:solidFill>
                  <a:schemeClr val="tx1"/>
                </a:solidFill>
                <a:latin typeface="IBM Plex Sans Light" panose="020B0403050203000203" pitchFamily="34" charset="0"/>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103513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1"/>
            </a:lvl1pPr>
          </a:lstStyle>
          <a:p>
            <a:r>
              <a:rPr lang="en-US" dirty="0"/>
              <a:t>Click to edit Master title style</a:t>
            </a:r>
          </a:p>
        </p:txBody>
      </p:sp>
      <p:sp>
        <p:nvSpPr>
          <p:cNvPr id="7" name="Picture Placeholder"/>
          <p:cNvSpPr>
            <a:spLocks noGrp="1"/>
          </p:cNvSpPr>
          <p:nvPr>
            <p:ph type="pic" sz="quarter" idx="13"/>
          </p:nvPr>
        </p:nvSpPr>
        <p:spPr>
          <a:xfrm>
            <a:off x="6096000" y="0"/>
            <a:ext cx="6096000" cy="6858000"/>
          </a:xfrm>
        </p:spPr>
        <p:txBody>
          <a:bodyPr lIns="91440" tIns="91440" rIns="91440" bIns="91440"/>
          <a:lstStyle>
            <a:lvl1pPr>
              <a:defRPr baseline="0"/>
            </a:lvl1pPr>
          </a:lstStyle>
          <a:p>
            <a:r>
              <a:rPr lang="en-US" dirty="0"/>
              <a:t>Drag picture to placeholder or click icon to add</a:t>
            </a:r>
          </a:p>
        </p:txBody>
      </p:sp>
      <p:sp>
        <p:nvSpPr>
          <p:cNvPr id="10" name="Footer Placeholder">
            <a:extLst>
              <a:ext uri="{FF2B5EF4-FFF2-40B4-BE49-F238E27FC236}">
                <a16:creationId xmlns:a16="http://schemas.microsoft.com/office/drawing/2014/main" id="{2A616DC6-7069-4392-BB36-7B23BBF701F4}"/>
              </a:ext>
            </a:extLst>
          </p:cNvPr>
          <p:cNvSpPr>
            <a:spLocks noGrp="1"/>
          </p:cNvSpPr>
          <p:nvPr>
            <p:ph type="ftr" sz="quarter" idx="3"/>
          </p:nvPr>
        </p:nvSpPr>
        <p:spPr>
          <a:xfrm>
            <a:off x="313724" y="6639839"/>
            <a:ext cx="5486313" cy="222250"/>
          </a:xfrm>
          <a:prstGeom prst="rect">
            <a:avLst/>
          </a:prstGeom>
        </p:spPr>
        <p:txBody>
          <a:bodyPr vert="horz" lIns="0" tIns="0" rIns="0" bIns="0" rtlCol="0" anchor="b"/>
          <a:lstStyle>
            <a:lvl1pPr marL="0" marR="0" indent="0" algn="l" defTabSz="913741" rtl="0" eaLnBrk="1" fontAlgn="auto" latinLnBrk="0" hangingPunct="1">
              <a:lnSpc>
                <a:spcPct val="100000"/>
              </a:lnSpc>
              <a:spcBef>
                <a:spcPts val="0"/>
              </a:spcBef>
              <a:spcAft>
                <a:spcPts val="0"/>
              </a:spcAft>
              <a:buClrTx/>
              <a:buSzTx/>
              <a:buFontTx/>
              <a:buNone/>
              <a:tabLst/>
              <a:defRPr sz="799" b="0" i="0">
                <a:solidFill>
                  <a:schemeClr val="tx1"/>
                </a:solidFill>
                <a:latin typeface="IBM Plex Sans Light" panose="020B0403050203000203" pitchFamily="34" charset="0"/>
              </a:defRPr>
            </a:lvl1pPr>
          </a:lstStyle>
          <a:p>
            <a:r>
              <a:rPr lang="en-US" dirty="0"/>
              <a:t>IBM Automation / © 2021 TechPartner Inc</a:t>
            </a:r>
          </a:p>
        </p:txBody>
      </p:sp>
      <p:sp>
        <p:nvSpPr>
          <p:cNvPr id="11" name="Slide Number Placeholder">
            <a:extLst>
              <a:ext uri="{FF2B5EF4-FFF2-40B4-BE49-F238E27FC236}">
                <a16:creationId xmlns:a16="http://schemas.microsoft.com/office/drawing/2014/main" id="{DBE0C18C-07F1-4EB4-8BC6-69991D157F80}"/>
              </a:ext>
            </a:extLst>
          </p:cNvPr>
          <p:cNvSpPr>
            <a:spLocks noGrp="1"/>
          </p:cNvSpPr>
          <p:nvPr>
            <p:ph type="sldNum" sz="quarter" idx="4"/>
          </p:nvPr>
        </p:nvSpPr>
        <p:spPr>
          <a:xfrm>
            <a:off x="9448802" y="6639836"/>
            <a:ext cx="2438309" cy="222250"/>
          </a:xfrm>
          <a:prstGeom prst="rect">
            <a:avLst/>
          </a:prstGeom>
        </p:spPr>
        <p:txBody>
          <a:bodyPr vert="horz" lIns="0" tIns="0" rIns="0" bIns="0" rtlCol="0" anchor="b"/>
          <a:lstStyle>
            <a:lvl1pPr algn="r">
              <a:defRPr sz="799" b="0" i="0">
                <a:solidFill>
                  <a:schemeClr val="tx1"/>
                </a:solidFill>
                <a:latin typeface="IBM Plex Sans Light" panose="020B0403050203000203" pitchFamily="34" charset="0"/>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788675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dirty="0"/>
              <a:t>Click to edit Master title style</a:t>
            </a:r>
          </a:p>
        </p:txBody>
      </p:sp>
      <p:sp>
        <p:nvSpPr>
          <p:cNvPr id="6" name="Footer Placeholder">
            <a:extLst>
              <a:ext uri="{FF2B5EF4-FFF2-40B4-BE49-F238E27FC236}">
                <a16:creationId xmlns:a16="http://schemas.microsoft.com/office/drawing/2014/main" id="{DA1052FA-87BA-472A-8713-B0D6856F599B}"/>
              </a:ext>
            </a:extLst>
          </p:cNvPr>
          <p:cNvSpPr>
            <a:spLocks noGrp="1"/>
          </p:cNvSpPr>
          <p:nvPr>
            <p:ph type="ftr" sz="quarter" idx="3"/>
          </p:nvPr>
        </p:nvSpPr>
        <p:spPr>
          <a:xfrm>
            <a:off x="313724" y="6639839"/>
            <a:ext cx="5486313" cy="222250"/>
          </a:xfrm>
          <a:prstGeom prst="rect">
            <a:avLst/>
          </a:prstGeom>
        </p:spPr>
        <p:txBody>
          <a:bodyPr vert="horz" lIns="0" tIns="0" rIns="0" bIns="0" rtlCol="0" anchor="b"/>
          <a:lstStyle>
            <a:lvl1pPr marL="0" marR="0" indent="0" algn="l" defTabSz="913741" rtl="0" eaLnBrk="1" fontAlgn="auto" latinLnBrk="0" hangingPunct="1">
              <a:lnSpc>
                <a:spcPct val="100000"/>
              </a:lnSpc>
              <a:spcBef>
                <a:spcPts val="0"/>
              </a:spcBef>
              <a:spcAft>
                <a:spcPts val="0"/>
              </a:spcAft>
              <a:buClrTx/>
              <a:buSzTx/>
              <a:buFontTx/>
              <a:buNone/>
              <a:tabLst/>
              <a:defRPr sz="799" b="0" i="0">
                <a:solidFill>
                  <a:schemeClr val="tx1"/>
                </a:solidFill>
                <a:latin typeface="IBM Plex Sans Light" panose="020B0403050203000203" pitchFamily="34" charset="0"/>
              </a:defRPr>
            </a:lvl1pPr>
          </a:lstStyle>
          <a:p>
            <a:r>
              <a:rPr lang="en-US" dirty="0"/>
              <a:t>IBM Automation / © 2021 TechPartner Inc</a:t>
            </a:r>
          </a:p>
        </p:txBody>
      </p:sp>
      <p:sp>
        <p:nvSpPr>
          <p:cNvPr id="7" name="Slide Number Placeholder">
            <a:extLst>
              <a:ext uri="{FF2B5EF4-FFF2-40B4-BE49-F238E27FC236}">
                <a16:creationId xmlns:a16="http://schemas.microsoft.com/office/drawing/2014/main" id="{E67F0E84-3906-48E7-988E-7ECFE1F991C5}"/>
              </a:ext>
            </a:extLst>
          </p:cNvPr>
          <p:cNvSpPr>
            <a:spLocks noGrp="1"/>
          </p:cNvSpPr>
          <p:nvPr>
            <p:ph type="sldNum" sz="quarter" idx="4"/>
          </p:nvPr>
        </p:nvSpPr>
        <p:spPr>
          <a:xfrm>
            <a:off x="9448802" y="6639836"/>
            <a:ext cx="2438309" cy="222250"/>
          </a:xfrm>
          <a:prstGeom prst="rect">
            <a:avLst/>
          </a:prstGeom>
        </p:spPr>
        <p:txBody>
          <a:bodyPr vert="horz" lIns="0" tIns="0" rIns="0" bIns="0" rtlCol="0" anchor="b"/>
          <a:lstStyle>
            <a:lvl1pPr algn="r">
              <a:defRPr sz="799" b="0" i="0">
                <a:solidFill>
                  <a:schemeClr val="tx1"/>
                </a:solidFill>
                <a:latin typeface="IBM Plex Sans Light" panose="020B0403050203000203" pitchFamily="34" charset="0"/>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8352280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s only">
    <p:spTree>
      <p:nvGrpSpPr>
        <p:cNvPr id="1" name=""/>
        <p:cNvGrpSpPr/>
        <p:nvPr/>
      </p:nvGrpSpPr>
      <p:grpSpPr>
        <a:xfrm>
          <a:off x="0" y="0"/>
          <a:ext cx="0" cy="0"/>
          <a:chOff x="0" y="0"/>
          <a:chExt cx="0" cy="0"/>
        </a:xfrm>
      </p:grpSpPr>
      <p:sp>
        <p:nvSpPr>
          <p:cNvPr id="2" name="Title 1"/>
          <p:cNvSpPr>
            <a:spLocks noGrp="1"/>
          </p:cNvSpPr>
          <p:nvPr>
            <p:ph type="title"/>
          </p:nvPr>
        </p:nvSpPr>
        <p:spPr>
          <a:xfrm>
            <a:off x="360000" y="432000"/>
            <a:ext cx="11466000" cy="403200"/>
          </a:xfrm>
        </p:spPr>
        <p:txBody>
          <a:bodyPr/>
          <a:lstStyle/>
          <a:p>
            <a:r>
              <a:rPr lang="en-US" dirty="0"/>
              <a:t>Click to edit Master title style</a:t>
            </a:r>
          </a:p>
        </p:txBody>
      </p:sp>
      <p:sp>
        <p:nvSpPr>
          <p:cNvPr id="3" name="Footer Placeholder 2"/>
          <p:cNvSpPr>
            <a:spLocks noGrp="1"/>
          </p:cNvSpPr>
          <p:nvPr>
            <p:ph type="ftr" sz="quarter" idx="10"/>
          </p:nvPr>
        </p:nvSpPr>
        <p:spPr>
          <a:xfrm>
            <a:off x="304888" y="6383868"/>
            <a:ext cx="5486312" cy="222249"/>
          </a:xfrm>
          <a:prstGeom prst="rect">
            <a:avLst/>
          </a:prstGeom>
        </p:spPr>
        <p:txBody>
          <a:bodyPr/>
          <a:lstStyle>
            <a:lvl1pPr>
              <a:defRPr>
                <a:solidFill>
                  <a:schemeClr val="tx1"/>
                </a:solidFill>
              </a:defRPr>
            </a:lvl1pPr>
          </a:lstStyle>
          <a:p>
            <a:r>
              <a:rPr lang="en-US" dirty="0"/>
              <a:t>IBM Automation / © 2020 TechPartner Inc</a:t>
            </a:r>
          </a:p>
        </p:txBody>
      </p:sp>
      <p:sp>
        <p:nvSpPr>
          <p:cNvPr id="4" name="Slide Number Placeholder 3"/>
          <p:cNvSpPr>
            <a:spLocks noGrp="1"/>
          </p:cNvSpPr>
          <p:nvPr>
            <p:ph type="sldNum" sz="quarter" idx="11"/>
          </p:nvPr>
        </p:nvSpPr>
        <p:spPr>
          <a:xfrm>
            <a:off x="9448801" y="6383868"/>
            <a:ext cx="2438309" cy="222249"/>
          </a:xfrm>
          <a:prstGeom prst="rect">
            <a:avLst/>
          </a:prstGeom>
        </p:spPr>
        <p:txBody>
          <a:bodyPr/>
          <a:lstStyle>
            <a:lvl1pPr>
              <a:defRPr>
                <a:solidFill>
                  <a:schemeClr val="tx1"/>
                </a:solidFill>
              </a:defRPr>
            </a:lvl1pPr>
          </a:lstStyle>
          <a:p>
            <a:fld id="{59395FB3-9C97-154F-86B2-7E381B951268}" type="slidenum">
              <a:rPr lang="en-US" smtClean="0"/>
              <a:pPr/>
              <a:t>‹#›</a:t>
            </a:fld>
            <a:endParaRPr lang="en-US" dirty="0"/>
          </a:p>
        </p:txBody>
      </p:sp>
      <p:sp>
        <p:nvSpPr>
          <p:cNvPr id="6" name="Content Placeholder 5">
            <a:extLst>
              <a:ext uri="{FF2B5EF4-FFF2-40B4-BE49-F238E27FC236}">
                <a16:creationId xmlns:a16="http://schemas.microsoft.com/office/drawing/2014/main" id="{71CDE3AD-1611-C045-85C6-0FB6A6655B3E}"/>
              </a:ext>
            </a:extLst>
          </p:cNvPr>
          <p:cNvSpPr>
            <a:spLocks noGrp="1"/>
          </p:cNvSpPr>
          <p:nvPr>
            <p:ph sz="quarter" idx="12"/>
          </p:nvPr>
        </p:nvSpPr>
        <p:spPr>
          <a:xfrm>
            <a:off x="360000" y="111600"/>
            <a:ext cx="11466000" cy="288000"/>
          </a:xfrm>
        </p:spPr>
        <p:txBody>
          <a:bodyPr/>
          <a:lstStyle>
            <a:lvl1pPr>
              <a:defRPr sz="1449"/>
            </a:lvl1pPr>
          </a:lstStyle>
          <a:p>
            <a:pPr lvl="0"/>
            <a:r>
              <a:rPr lang="en-GB" dirty="0"/>
              <a:t>Click to edit Master text styles</a:t>
            </a:r>
          </a:p>
        </p:txBody>
      </p:sp>
    </p:spTree>
    <p:extLst>
      <p:ext uri="{BB962C8B-B14F-4D97-AF65-F5344CB8AC3E}">
        <p14:creationId xmlns:p14="http://schemas.microsoft.com/office/powerpoint/2010/main" val="4843786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3144044"/>
          </a:xfrm>
        </p:spPr>
        <p:txBody>
          <a:bodyPr/>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3" name="Text Placeholder 6">
            <a:extLst>
              <a:ext uri="{FF2B5EF4-FFF2-40B4-BE49-F238E27FC236}">
                <a16:creationId xmlns:a16="http://schemas.microsoft.com/office/drawing/2014/main" id="{2EC0ABF4-1C51-BF7D-70CF-DD2C38C9DB69}"/>
              </a:ext>
            </a:extLst>
          </p:cNvPr>
          <p:cNvSpPr>
            <a:spLocks noGrp="1"/>
          </p:cNvSpPr>
          <p:nvPr>
            <p:ph type="body" sz="quarter" idx="10"/>
          </p:nvPr>
        </p:nvSpPr>
        <p:spPr>
          <a:xfrm>
            <a:off x="280443" y="6048047"/>
            <a:ext cx="2476178" cy="571500"/>
          </a:xfrm>
          <a:prstGeom prst="rect">
            <a:avLst/>
          </a:prstGeom>
        </p:spPr>
        <p:txBody>
          <a:bodyPr anchor="b"/>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6">
            <a:extLst>
              <a:ext uri="{FF2B5EF4-FFF2-40B4-BE49-F238E27FC236}">
                <a16:creationId xmlns:a16="http://schemas.microsoft.com/office/drawing/2014/main" id="{6069D4BA-0EE4-89E6-7C3A-71F71400A311}"/>
              </a:ext>
            </a:extLst>
          </p:cNvPr>
          <p:cNvSpPr>
            <a:spLocks noGrp="1"/>
          </p:cNvSpPr>
          <p:nvPr>
            <p:ph type="body" sz="quarter" idx="14"/>
          </p:nvPr>
        </p:nvSpPr>
        <p:spPr>
          <a:xfrm>
            <a:off x="3327760" y="6000751"/>
            <a:ext cx="2476178" cy="618796"/>
          </a:xfrm>
          <a:prstGeom prst="rect">
            <a:avLst/>
          </a:prstGeom>
        </p:spPr>
        <p:txBody>
          <a:bodyPr anchor="b"/>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6935156"/>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IBM Plex Sans Light" panose="020B0403050203000203" pitchFamily="34" charset="0"/>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6">
            <a:extLst>
              <a:ext uri="{FF2B5EF4-FFF2-40B4-BE49-F238E27FC236}">
                <a16:creationId xmlns:a16="http://schemas.microsoft.com/office/drawing/2014/main" id="{5314509F-3705-A705-C5B3-FA435C246A22}"/>
              </a:ext>
            </a:extLst>
          </p:cNvPr>
          <p:cNvSpPr>
            <a:spLocks noGrp="1"/>
          </p:cNvSpPr>
          <p:nvPr>
            <p:ph type="body" sz="quarter" idx="10"/>
          </p:nvPr>
        </p:nvSpPr>
        <p:spPr>
          <a:xfrm>
            <a:off x="280443" y="6048047"/>
            <a:ext cx="2476178" cy="571500"/>
          </a:xfrm>
          <a:prstGeom prst="rect">
            <a:avLst/>
          </a:prstGeom>
        </p:spPr>
        <p:txBody>
          <a:bodyPr anchor="b"/>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3F264794-39E6-B78D-2E92-D8D02F9188BC}"/>
              </a:ext>
            </a:extLst>
          </p:cNvPr>
          <p:cNvSpPr>
            <a:spLocks noGrp="1"/>
          </p:cNvSpPr>
          <p:nvPr>
            <p:ph type="body" sz="quarter" idx="14"/>
          </p:nvPr>
        </p:nvSpPr>
        <p:spPr>
          <a:xfrm>
            <a:off x="3327760" y="6000751"/>
            <a:ext cx="2476178" cy="618796"/>
          </a:xfrm>
          <a:prstGeom prst="rect">
            <a:avLst/>
          </a:prstGeom>
        </p:spPr>
        <p:txBody>
          <a:bodyPr anchor="b"/>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80964193"/>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b="0" i="0">
                <a:latin typeface="IBM Plex Sans Light" panose="020B0403050203000203" pitchFamily="34" charset="0"/>
              </a:defRPr>
            </a:lvl1pPr>
          </a:lstStyle>
          <a:p>
            <a:r>
              <a:rPr lang="en-US" dirty="0"/>
              <a:t>Click to edit Master title style</a:t>
            </a:r>
          </a:p>
        </p:txBody>
      </p:sp>
    </p:spTree>
    <p:extLst>
      <p:ext uri="{BB962C8B-B14F-4D97-AF65-F5344CB8AC3E}">
        <p14:creationId xmlns:p14="http://schemas.microsoft.com/office/powerpoint/2010/main" val="1007459317"/>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 plain, business un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2286794"/>
          </a:xfrm>
        </p:spPr>
        <p:txBody>
          <a:bodyPr/>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8" y="6231636"/>
            <a:ext cx="5524575" cy="381000"/>
          </a:xfrm>
          <a:prstGeom prst="rect">
            <a:avLst/>
          </a:prstGeom>
        </p:spPr>
        <p:txBody>
          <a:bodyPr anchor="b"/>
          <a:lstStyle>
            <a:lvl1pPr>
              <a:lnSpc>
                <a:spcPct val="100000"/>
              </a:lnSpc>
              <a:spcBef>
                <a:spcPts val="0"/>
              </a:spcBef>
              <a:defRPr sz="1800" b="0" i="0">
                <a:solidFill>
                  <a:schemeClr val="tx1"/>
                </a:solidFill>
                <a:latin typeface="IBM Plex Sans Light" panose="020B0403050203000203" pitchFamily="34" charset="0"/>
              </a:defRPr>
            </a:lvl1pPr>
          </a:lstStyle>
          <a:p>
            <a:pPr lvl="0"/>
            <a:r>
              <a:rPr lang="en-US" dirty="0"/>
              <a:t>Click to edit Master text styles</a:t>
            </a:r>
          </a:p>
        </p:txBody>
      </p:sp>
    </p:spTree>
    <p:extLst>
      <p:ext uri="{BB962C8B-B14F-4D97-AF65-F5344CB8AC3E}">
        <p14:creationId xmlns:p14="http://schemas.microsoft.com/office/powerpoint/2010/main" val="3821754634"/>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ver, imagery, half ">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Tree>
    <p:extLst>
      <p:ext uri="{BB962C8B-B14F-4D97-AF65-F5344CB8AC3E}">
        <p14:creationId xmlns:p14="http://schemas.microsoft.com/office/powerpoint/2010/main" val="1378380379"/>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192600"/>
            <a:ext cx="5049180" cy="285750"/>
          </a:xfrm>
          <a:prstGeom prst="rect">
            <a:avLst/>
          </a:prstGeom>
        </p:spPr>
        <p:txBody>
          <a:bodyPr/>
          <a:lstStyle>
            <a:lvl1pPr>
              <a:lnSpc>
                <a:spcPct val="100000"/>
              </a:lnSpc>
              <a:spcBef>
                <a:spcPts val="0"/>
              </a:spcBef>
              <a:defRPr sz="1800" b="0" i="0">
                <a:solidFill>
                  <a:schemeClr val="tx2"/>
                </a:solidFill>
                <a:latin typeface="IBM Plex Sans Light" panose="020B0403050203000203" pitchFamily="34" charset="0"/>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p:txBody>
      </p:sp>
    </p:spTree>
    <p:extLst>
      <p:ext uri="{BB962C8B-B14F-4D97-AF65-F5344CB8AC3E}">
        <p14:creationId xmlns:p14="http://schemas.microsoft.com/office/powerpoint/2010/main" val="4039361438"/>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2477765" cy="2286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a:prstGeom prst="rect">
            <a:avLst/>
          </a:prstGeom>
        </p:spPr>
        <p:txBody>
          <a:bodyPr/>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511098"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
        <p:nvSpPr>
          <p:cNvPr id="3" name="Text Placeholder 6">
            <a:extLst>
              <a:ext uri="{FF2B5EF4-FFF2-40B4-BE49-F238E27FC236}">
                <a16:creationId xmlns:a16="http://schemas.microsoft.com/office/drawing/2014/main" id="{3815CA4A-82C6-E038-8C80-CF4A54B1E6C0}"/>
              </a:ext>
            </a:extLst>
          </p:cNvPr>
          <p:cNvSpPr>
            <a:spLocks noGrp="1"/>
          </p:cNvSpPr>
          <p:nvPr>
            <p:ph type="body" sz="quarter" idx="19"/>
          </p:nvPr>
        </p:nvSpPr>
        <p:spPr>
          <a:xfrm>
            <a:off x="9415794" y="284956"/>
            <a:ext cx="2476178" cy="5715794"/>
          </a:xfrm>
          <a:prstGeom prst="rect">
            <a:avLst/>
          </a:prstGeom>
        </p:spPr>
        <p:txBody>
          <a:bodyPr/>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511098"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60061463"/>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85004317"/>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0" y="192600"/>
            <a:ext cx="8569797" cy="4095750"/>
          </a:xfrm>
        </p:spPr>
        <p:txBody>
          <a:bodyPr/>
          <a:lstStyle>
            <a:lvl1pPr>
              <a:lnSpc>
                <a:spcPct val="100000"/>
              </a:lnSpc>
              <a:defRPr sz="8598"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907487591"/>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llout, 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
        <p:nvSpPr>
          <p:cNvPr id="8" name="Text Placeholder 6">
            <a:extLst>
              <a:ext uri="{FF2B5EF4-FFF2-40B4-BE49-F238E27FC236}">
                <a16:creationId xmlns:a16="http://schemas.microsoft.com/office/drawing/2014/main" id="{B9D4AF5E-3E60-06F1-E3E3-F00E3ADA90B1}"/>
              </a:ext>
            </a:extLst>
          </p:cNvPr>
          <p:cNvSpPr>
            <a:spLocks noGrp="1"/>
          </p:cNvSpPr>
          <p:nvPr>
            <p:ph type="body" sz="quarter" idx="10"/>
          </p:nvPr>
        </p:nvSpPr>
        <p:spPr>
          <a:xfrm>
            <a:off x="6367030" y="192024"/>
            <a:ext cx="5536971" cy="4287043"/>
          </a:xfrm>
          <a:prstGeom prst="rect">
            <a:avLst/>
          </a:prstGeom>
        </p:spPr>
        <p:txBody>
          <a:bodyPr/>
          <a:lstStyle>
            <a:lvl1pPr defTabSz="580528">
              <a:lnSpc>
                <a:spcPct val="100000"/>
              </a:lnSpc>
              <a:spcBef>
                <a:spcPts val="0"/>
              </a:spcBef>
              <a:defRPr sz="3199" b="0" i="0">
                <a:solidFill>
                  <a:schemeClr val="tx1"/>
                </a:solidFill>
                <a:latin typeface="IBM Plex Sans Light" panose="020B0403050203000203" pitchFamily="34" charset="0"/>
              </a:defRPr>
            </a:lvl1pPr>
            <a:lvl2pPr defTabSz="580528">
              <a:lnSpc>
                <a:spcPct val="100000"/>
              </a:lnSpc>
              <a:spcBef>
                <a:spcPts val="0"/>
              </a:spcBef>
              <a:defRPr sz="3199" b="0" i="0">
                <a:solidFill>
                  <a:schemeClr val="tx1"/>
                </a:solidFill>
                <a:latin typeface="IBM Plex Sans Light" panose="020B0403050203000203" pitchFamily="34" charset="0"/>
              </a:defRPr>
            </a:lvl2pPr>
            <a:lvl3pPr defTabSz="580528">
              <a:lnSpc>
                <a:spcPct val="100000"/>
              </a:lnSpc>
              <a:spcBef>
                <a:spcPts val="0"/>
              </a:spcBef>
              <a:defRPr sz="3199" b="0" i="0">
                <a:solidFill>
                  <a:schemeClr val="tx1"/>
                </a:solidFill>
                <a:latin typeface="IBM Plex Sans Light" panose="020B0403050203000203" pitchFamily="34" charset="0"/>
              </a:defRPr>
            </a:lvl3pPr>
            <a:lvl4pPr defTabSz="580528">
              <a:lnSpc>
                <a:spcPct val="100000"/>
              </a:lnSpc>
              <a:spcBef>
                <a:spcPts val="0"/>
              </a:spcBef>
              <a:defRPr sz="3199"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90830288"/>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llout, stand-alo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600"/>
            <a:ext cx="7330121" cy="4858544"/>
          </a:xfrm>
        </p:spPr>
        <p:txBody>
          <a:bodyPr/>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1518386329"/>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ta, 2 callouts, vertical">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648200"/>
            <a:ext cx="5524575" cy="1771650"/>
          </a:xfrm>
          <a:prstGeom prst="rect">
            <a:avLst/>
          </a:prstGeom>
        </p:spPr>
        <p:txBody>
          <a:bodyPr anchor="b"/>
          <a:lstStyle>
            <a:lvl1pPr>
              <a:lnSpc>
                <a:spcPct val="100000"/>
              </a:lnSpc>
              <a:spcBef>
                <a:spcPts val="0"/>
              </a:spcBef>
              <a:defRPr sz="12897" b="0" i="0">
                <a:solidFill>
                  <a:schemeClr val="accent1"/>
                </a:solidFill>
                <a:latin typeface="IBM Plex Sans Light" panose="020B04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79463" y="4648200"/>
            <a:ext cx="5523781" cy="1771650"/>
          </a:xfrm>
          <a:prstGeom prst="rect">
            <a:avLst/>
          </a:prstGeom>
        </p:spPr>
        <p:txBody>
          <a:bodyPr anchor="b"/>
          <a:lstStyle>
            <a:lvl1pPr>
              <a:lnSpc>
                <a:spcPct val="100000"/>
              </a:lnSpc>
              <a:spcBef>
                <a:spcPts val="0"/>
              </a:spcBef>
              <a:defRPr sz="12897" b="0" i="0">
                <a:solidFill>
                  <a:schemeClr val="accent1"/>
                </a:solidFill>
                <a:latin typeface="IBM Plex Sans Light" panose="020B0403050203000203" pitchFamily="34" charset="0"/>
              </a:defRPr>
            </a:lvl1pPr>
          </a:lstStyle>
          <a:p>
            <a:r>
              <a:rPr lang="en-US" dirty="0"/>
              <a:t>+00%</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609600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
        <p:nvSpPr>
          <p:cNvPr id="2" name="Text Placeholder 6">
            <a:extLst>
              <a:ext uri="{FF2B5EF4-FFF2-40B4-BE49-F238E27FC236}">
                <a16:creationId xmlns:a16="http://schemas.microsoft.com/office/drawing/2014/main" id="{001B1D3B-7FD1-5342-AD21-86B27FCC1276}"/>
              </a:ext>
            </a:extLst>
          </p:cNvPr>
          <p:cNvSpPr>
            <a:spLocks noGrp="1"/>
          </p:cNvSpPr>
          <p:nvPr>
            <p:ph type="body" sz="quarter" idx="10"/>
          </p:nvPr>
        </p:nvSpPr>
        <p:spPr>
          <a:xfrm>
            <a:off x="287300" y="192600"/>
            <a:ext cx="3815591" cy="3144044"/>
          </a:xfrm>
          <a:prstGeom prst="rect">
            <a:avLst/>
          </a:prstGeom>
        </p:spPr>
        <p:txBody>
          <a:bodyPr/>
          <a:lstStyle>
            <a:lvl1pPr defTabSz="580528">
              <a:lnSpc>
                <a:spcPct val="100000"/>
              </a:lnSpc>
              <a:spcBef>
                <a:spcPts val="0"/>
              </a:spcBef>
              <a:defRPr sz="3199" b="0" i="0">
                <a:solidFill>
                  <a:schemeClr val="tx1"/>
                </a:solidFill>
                <a:latin typeface="IBM Plex Sans Light" panose="020B0403050203000203" pitchFamily="34" charset="0"/>
              </a:defRPr>
            </a:lvl1pPr>
            <a:lvl2pPr defTabSz="580528">
              <a:lnSpc>
                <a:spcPct val="100000"/>
              </a:lnSpc>
              <a:spcBef>
                <a:spcPts val="0"/>
              </a:spcBef>
              <a:defRPr sz="3199" b="0" i="0">
                <a:solidFill>
                  <a:schemeClr val="tx1"/>
                </a:solidFill>
                <a:latin typeface="IBM Plex Sans Light" panose="020B0403050203000203" pitchFamily="34" charset="0"/>
              </a:defRPr>
            </a:lvl2pPr>
            <a:lvl3pPr defTabSz="580528">
              <a:lnSpc>
                <a:spcPct val="100000"/>
              </a:lnSpc>
              <a:spcBef>
                <a:spcPts val="0"/>
              </a:spcBef>
              <a:defRPr sz="3199" b="0" i="0">
                <a:solidFill>
                  <a:schemeClr val="tx1"/>
                </a:solidFill>
                <a:latin typeface="IBM Plex Sans Light" panose="020B0403050203000203" pitchFamily="34" charset="0"/>
              </a:defRPr>
            </a:lvl3pPr>
            <a:lvl4pPr defTabSz="580528">
              <a:lnSpc>
                <a:spcPct val="100000"/>
              </a:lnSpc>
              <a:spcBef>
                <a:spcPts val="0"/>
              </a:spcBef>
              <a:defRPr sz="3199"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6">
            <a:extLst>
              <a:ext uri="{FF2B5EF4-FFF2-40B4-BE49-F238E27FC236}">
                <a16:creationId xmlns:a16="http://schemas.microsoft.com/office/drawing/2014/main" id="{EE2A6217-C3F0-04CD-0266-C53A5C85FDE3}"/>
              </a:ext>
            </a:extLst>
          </p:cNvPr>
          <p:cNvSpPr>
            <a:spLocks noGrp="1"/>
          </p:cNvSpPr>
          <p:nvPr>
            <p:ph type="body" sz="quarter" idx="19"/>
          </p:nvPr>
        </p:nvSpPr>
        <p:spPr>
          <a:xfrm>
            <a:off x="6379463" y="192600"/>
            <a:ext cx="3815591" cy="3144044"/>
          </a:xfrm>
          <a:prstGeom prst="rect">
            <a:avLst/>
          </a:prstGeom>
        </p:spPr>
        <p:txBody>
          <a:bodyPr/>
          <a:lstStyle>
            <a:lvl1pPr defTabSz="580528">
              <a:lnSpc>
                <a:spcPct val="100000"/>
              </a:lnSpc>
              <a:spcBef>
                <a:spcPts val="0"/>
              </a:spcBef>
              <a:defRPr sz="3199" b="0" i="0">
                <a:solidFill>
                  <a:schemeClr val="tx1"/>
                </a:solidFill>
                <a:latin typeface="IBM Plex Sans Light" panose="020B0403050203000203" pitchFamily="34" charset="0"/>
              </a:defRPr>
            </a:lvl1pPr>
            <a:lvl2pPr defTabSz="580528">
              <a:lnSpc>
                <a:spcPct val="100000"/>
              </a:lnSpc>
              <a:spcBef>
                <a:spcPts val="0"/>
              </a:spcBef>
              <a:defRPr sz="3199" b="0" i="0">
                <a:solidFill>
                  <a:schemeClr val="tx1"/>
                </a:solidFill>
                <a:latin typeface="IBM Plex Sans Light" panose="020B0403050203000203" pitchFamily="34" charset="0"/>
              </a:defRPr>
            </a:lvl2pPr>
            <a:lvl3pPr defTabSz="580528">
              <a:lnSpc>
                <a:spcPct val="100000"/>
              </a:lnSpc>
              <a:spcBef>
                <a:spcPts val="0"/>
              </a:spcBef>
              <a:defRPr sz="3199" b="0" i="0">
                <a:solidFill>
                  <a:schemeClr val="tx1"/>
                </a:solidFill>
                <a:latin typeface="IBM Plex Sans Light" panose="020B0403050203000203" pitchFamily="34" charset="0"/>
              </a:defRPr>
            </a:lvl3pPr>
            <a:lvl4pPr defTabSz="580528">
              <a:lnSpc>
                <a:spcPct val="100000"/>
              </a:lnSpc>
              <a:spcBef>
                <a:spcPts val="0"/>
              </a:spcBef>
              <a:defRPr sz="3199"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76917024"/>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92600"/>
            <a:ext cx="2474590" cy="95329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00000"/>
              </a:lnSpc>
              <a:spcBef>
                <a:spcPts val="0"/>
              </a:spcBef>
              <a:defRPr sz="800" b="0" i="0">
                <a:solidFill>
                  <a:schemeClr val="tx1"/>
                </a:solidFill>
                <a:latin typeface="IBM Plex Sans Light" panose="020B0403050203000203" pitchFamily="34" charset="0"/>
              </a:defRPr>
            </a:lvl2pPr>
            <a:lvl3pPr marL="146275" indent="-73137">
              <a:lnSpc>
                <a:spcPct val="100000"/>
              </a:lnSpc>
              <a:spcBef>
                <a:spcPts val="0"/>
              </a:spcBef>
              <a:defRPr sz="800" b="0" i="0">
                <a:solidFill>
                  <a:schemeClr val="tx1"/>
                </a:solidFill>
                <a:latin typeface="IBM Plex Sans Light" panose="020B0403050203000203" pitchFamily="34" charset="0"/>
              </a:defRPr>
            </a:lvl3pPr>
            <a:lvl4pPr marL="219412" indent="-73137">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2553519203"/>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ta, 2 callouts, horizontal">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192600"/>
            <a:ext cx="2474590" cy="2667794"/>
          </a:xfrm>
        </p:spPr>
        <p:txBody>
          <a:bodyPr/>
          <a:lstStyle>
            <a:lvl1pPr>
              <a:lnSpc>
                <a:spcPct val="100000"/>
              </a:lnSpc>
              <a:defRPr sz="4299" b="0" i="0">
                <a:solidFill>
                  <a:schemeClr val="accent1"/>
                </a:solidFill>
                <a:latin typeface="IBM Plex Sans Light" panose="020B0403050203000203" pitchFamily="34" charset="0"/>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92600"/>
            <a:ext cx="5523781" cy="2667794"/>
          </a:xfrm>
          <a:prstGeom prst="rect">
            <a:avLst/>
          </a:prstGeom>
        </p:spPr>
        <p:txBody>
          <a:bodyPr/>
          <a:lstStyle>
            <a:lvl1pPr>
              <a:lnSpc>
                <a:spcPct val="100000"/>
              </a:lnSpc>
              <a:spcBef>
                <a:spcPts val="0"/>
              </a:spcBef>
              <a:defRPr sz="4299" b="0" i="0">
                <a:solidFill>
                  <a:schemeClr val="tx1"/>
                </a:solidFill>
                <a:latin typeface="IBM Plex Sans Light" panose="020B0403050203000203" pitchFamily="34" charset="0"/>
              </a:defRPr>
            </a:lvl1pPr>
            <a:lvl2pPr marL="163767" indent="-163767">
              <a:lnSpc>
                <a:spcPct val="100000"/>
              </a:lnSpc>
              <a:spcBef>
                <a:spcPts val="0"/>
              </a:spcBef>
              <a:defRPr sz="4299" b="0" i="0">
                <a:solidFill>
                  <a:schemeClr val="tx1"/>
                </a:solidFill>
                <a:latin typeface="IBM Plex Sans Light" panose="020B0403050203000203" pitchFamily="34" charset="0"/>
              </a:defRPr>
            </a:lvl2pPr>
            <a:lvl3pPr marL="329334" indent="-163767">
              <a:lnSpc>
                <a:spcPct val="100000"/>
              </a:lnSpc>
              <a:spcBef>
                <a:spcPts val="0"/>
              </a:spcBef>
              <a:defRPr sz="4299" b="0" i="0">
                <a:solidFill>
                  <a:schemeClr val="tx1"/>
                </a:solidFill>
                <a:latin typeface="IBM Plex Sans Light" panose="020B0403050203000203" pitchFamily="34" charset="0"/>
              </a:defRPr>
            </a:lvl3pPr>
            <a:lvl4pPr marL="493101" indent="-163767">
              <a:lnSpc>
                <a:spcPct val="100000"/>
              </a:lnSpc>
              <a:spcBef>
                <a:spcPts val="0"/>
              </a:spcBef>
              <a:defRPr sz="4299" b="0" i="0">
                <a:solidFill>
                  <a:schemeClr val="tx1"/>
                </a:solidFill>
                <a:latin typeface="IBM Plex Sans Light" panose="020B0403050203000203" pitchFamily="34" charset="0"/>
              </a:defRPr>
            </a:lvl4pPr>
            <a:lvl5pPr>
              <a:lnSpc>
                <a:spcPct val="100000"/>
              </a:lnSpc>
              <a:spcBef>
                <a:spcPts val="0"/>
              </a:spcBef>
              <a:defRPr sz="4299">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a:prstGeom prst="rect">
            <a:avLst/>
          </a:prstGeom>
        </p:spPr>
        <p:txBody>
          <a:bodyPr/>
          <a:lstStyle>
            <a:lvl1pPr>
              <a:lnSpc>
                <a:spcPct val="100000"/>
              </a:lnSpc>
              <a:defRPr sz="4299" b="0" i="0">
                <a:solidFill>
                  <a:schemeClr val="accent1"/>
                </a:solidFill>
                <a:latin typeface="IBM Plex Sans Light" panose="020B0403050203000203" pitchFamily="34" charset="0"/>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a:prstGeom prst="rect">
            <a:avLst/>
          </a:prstGeom>
        </p:spPr>
        <p:txBody>
          <a:bodyPr/>
          <a:lstStyle>
            <a:lvl1pPr>
              <a:lnSpc>
                <a:spcPct val="100000"/>
              </a:lnSpc>
              <a:spcBef>
                <a:spcPts val="0"/>
              </a:spcBef>
              <a:defRPr sz="4299" b="0" i="0">
                <a:solidFill>
                  <a:schemeClr val="tx1"/>
                </a:solidFill>
                <a:latin typeface="IBM Plex Sans Light" panose="020B0403050203000203" pitchFamily="34" charset="0"/>
              </a:defRPr>
            </a:lvl1pPr>
            <a:lvl2pPr marL="163767" indent="-163767">
              <a:lnSpc>
                <a:spcPct val="100000"/>
              </a:lnSpc>
              <a:spcBef>
                <a:spcPts val="0"/>
              </a:spcBef>
              <a:defRPr sz="4299" b="0" i="0">
                <a:solidFill>
                  <a:schemeClr val="tx1"/>
                </a:solidFill>
                <a:latin typeface="IBM Plex Sans Light" panose="020B0403050203000203" pitchFamily="34" charset="0"/>
              </a:defRPr>
            </a:lvl2pPr>
            <a:lvl3pPr marL="329334" indent="-163767">
              <a:lnSpc>
                <a:spcPct val="100000"/>
              </a:lnSpc>
              <a:spcBef>
                <a:spcPts val="0"/>
              </a:spcBef>
              <a:defRPr sz="4299" b="0" i="0">
                <a:solidFill>
                  <a:schemeClr val="tx1"/>
                </a:solidFill>
                <a:latin typeface="IBM Plex Sans Light" panose="020B0403050203000203" pitchFamily="34" charset="0"/>
              </a:defRPr>
            </a:lvl3pPr>
            <a:lvl4pPr marL="493101" indent="-163767">
              <a:lnSpc>
                <a:spcPct val="100000"/>
              </a:lnSpc>
              <a:spcBef>
                <a:spcPts val="0"/>
              </a:spcBef>
              <a:defRPr sz="4299" b="0" i="0">
                <a:solidFill>
                  <a:schemeClr val="tx1"/>
                </a:solidFill>
                <a:latin typeface="IBM Plex Sans Light" panose="020B0403050203000203" pitchFamily="34" charset="0"/>
              </a:defRPr>
            </a:lvl4pPr>
            <a:lvl5pPr>
              <a:lnSpc>
                <a:spcPct val="100000"/>
              </a:lnSpc>
              <a:spcBef>
                <a:spcPts val="0"/>
              </a:spcBef>
              <a:defRPr sz="4299">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896955144"/>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ata, 3 callouts, horizontal">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3333316" y="40957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3333316" y="20002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142954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a:lnSpc>
                <a:spcPct val="100000"/>
              </a:lnSpc>
              <a:spcBef>
                <a:spcPts val="0"/>
              </a:spcBef>
              <a:defRPr sz="800" b="0" i="0">
                <a:solidFill>
                  <a:schemeClr val="tx1"/>
                </a:solidFill>
                <a:latin typeface="IBM Plex Sans Light" panose="020B0403050203000203" pitchFamily="34" charset="0"/>
              </a:defRPr>
            </a:lvl2pPr>
            <a:lvl3pPr>
              <a:lnSpc>
                <a:spcPct val="100000"/>
              </a:lnSpc>
              <a:spcBef>
                <a:spcPts val="0"/>
              </a:spcBef>
              <a:defRPr sz="800" b="0" i="0">
                <a:solidFill>
                  <a:schemeClr val="tx1"/>
                </a:solidFill>
                <a:latin typeface="IBM Plex Sans Light" panose="020B0403050203000203" pitchFamily="34" charset="0"/>
              </a:defRPr>
            </a:lvl3pPr>
            <a:lvl4pPr>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192600"/>
            <a:ext cx="3809504" cy="1429544"/>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093976"/>
            <a:ext cx="3809504" cy="142875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01668"/>
            <a:ext cx="3809504" cy="142875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6"/>
            <a:ext cx="2475384" cy="1428753"/>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201668"/>
            <a:ext cx="2475383" cy="1428753"/>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r>
              <a:rPr lang="en-US" dirty="0"/>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74763264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4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
        <p:nvSpPr>
          <p:cNvPr id="4" name="Text Placeholder 6">
            <a:extLst>
              <a:ext uri="{FF2B5EF4-FFF2-40B4-BE49-F238E27FC236}">
                <a16:creationId xmlns:a16="http://schemas.microsoft.com/office/drawing/2014/main" id="{B303799C-055C-81A5-3E36-D78912AA66DA}"/>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297B3A71-6FB0-4C14-4695-68801FBBBEA7}"/>
              </a:ext>
            </a:extLst>
          </p:cNvPr>
          <p:cNvSpPr>
            <a:spLocks noGrp="1"/>
          </p:cNvSpPr>
          <p:nvPr>
            <p:ph type="body" sz="quarter" idx="19"/>
          </p:nvPr>
        </p:nvSpPr>
        <p:spPr>
          <a:xfrm>
            <a:off x="360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5C1273EB-3A3E-B282-A619-1D6FB102B117}"/>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20367260-BF8E-C847-2296-4EAD779F010E}"/>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606553402"/>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4 columns, short divi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192600"/>
            <a:ext cx="2477765" cy="762794"/>
          </a:xfrm>
          <a:prstGeom prst="rect">
            <a:avLst/>
          </a:prstGeom>
        </p:spPr>
        <p:txBody>
          <a:bodyPr/>
          <a:lstStyle>
            <a:lvl1pPr>
              <a:lnSpc>
                <a:spcPct val="100000"/>
              </a:lnSpc>
              <a:spcBef>
                <a:spcPts val="0"/>
              </a:spcBef>
              <a:defRPr sz="1000" b="0" i="0">
                <a:solidFill>
                  <a:schemeClr val="tx1"/>
                </a:solidFill>
                <a:latin typeface="IBM Plex Sans Light" panose="020B0403050203000203" pitchFamily="34" charset="0"/>
              </a:defRPr>
            </a:lvl1pPr>
            <a:lvl2pPr marL="91422" indent="-91422">
              <a:lnSpc>
                <a:spcPct val="100000"/>
              </a:lnSpc>
              <a:spcBef>
                <a:spcPts val="0"/>
              </a:spcBef>
              <a:defRPr sz="1000" b="0" i="0">
                <a:solidFill>
                  <a:schemeClr val="tx1"/>
                </a:solidFill>
                <a:latin typeface="IBM Plex Sans Light" panose="020B0403050203000203" pitchFamily="34" charset="0"/>
              </a:defRPr>
            </a:lvl2pPr>
            <a:lvl3pPr marL="182843" indent="-91422">
              <a:lnSpc>
                <a:spcPct val="100000"/>
              </a:lnSpc>
              <a:spcBef>
                <a:spcPts val="0"/>
              </a:spcBef>
              <a:defRPr sz="1000" b="0" i="0">
                <a:solidFill>
                  <a:schemeClr val="tx1"/>
                </a:solidFill>
                <a:latin typeface="IBM Plex Sans Light" panose="020B0403050203000203" pitchFamily="34" charset="0"/>
              </a:defRPr>
            </a:lvl3pPr>
            <a:lvl4pPr marL="274265" indent="-91422">
              <a:lnSpc>
                <a:spcPct val="100000"/>
              </a:lnSpc>
              <a:spcBef>
                <a:spcPts val="0"/>
              </a:spcBef>
              <a:defRPr sz="1000" b="0" i="0">
                <a:solidFill>
                  <a:schemeClr val="tx1"/>
                </a:solidFill>
                <a:latin typeface="IBM Plex Sans Light" panose="020B04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
        <p:nvSpPr>
          <p:cNvPr id="13" name="Text Placeholder 6">
            <a:extLst>
              <a:ext uri="{FF2B5EF4-FFF2-40B4-BE49-F238E27FC236}">
                <a16:creationId xmlns:a16="http://schemas.microsoft.com/office/drawing/2014/main" id="{4E03333F-C9F4-9C57-BAAE-A49EA523AFB5}"/>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CF3321C6-7CF8-EF30-4736-48A201B09471}"/>
              </a:ext>
            </a:extLst>
          </p:cNvPr>
          <p:cNvSpPr>
            <a:spLocks noGrp="1"/>
          </p:cNvSpPr>
          <p:nvPr>
            <p:ph type="body" sz="quarter" idx="19"/>
          </p:nvPr>
        </p:nvSpPr>
        <p:spPr>
          <a:xfrm>
            <a:off x="360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Text Placeholder 6">
            <a:extLst>
              <a:ext uri="{FF2B5EF4-FFF2-40B4-BE49-F238E27FC236}">
                <a16:creationId xmlns:a16="http://schemas.microsoft.com/office/drawing/2014/main" id="{AC67FA0E-EA85-0950-FCC7-3F6BF1A74144}"/>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0EE67605-D889-6D38-2F1B-DF58E809AC59}"/>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680090293"/>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a:prstGeom prst="rect">
            <a:avLst/>
          </a:prstGeom>
        </p:spPr>
        <p:txBody>
          <a:bodyPr/>
          <a:lstStyle>
            <a:lvl1pPr>
              <a:lnSpc>
                <a:spcPct val="100000"/>
              </a:lnSpc>
              <a:spcBef>
                <a:spcPts val="0"/>
              </a:spcBef>
              <a:defRPr sz="2200" b="0" i="0">
                <a:solidFill>
                  <a:schemeClr val="tx1"/>
                </a:solidFill>
                <a:latin typeface="IBM Plex Sans Light" panose="020B0403050203000203" pitchFamily="34" charset="0"/>
              </a:defRPr>
            </a:lvl1pPr>
            <a:lvl2pPr marL="127990" indent="-127990">
              <a:lnSpc>
                <a:spcPct val="100000"/>
              </a:lnSpc>
              <a:spcBef>
                <a:spcPts val="0"/>
              </a:spcBef>
              <a:defRPr sz="2200" b="0" i="0">
                <a:solidFill>
                  <a:schemeClr val="tx1"/>
                </a:solidFill>
                <a:latin typeface="IBM Plex Sans Light" panose="020B0403050203000203" pitchFamily="34" charset="0"/>
              </a:defRPr>
            </a:lvl2pPr>
            <a:lvl3pPr marL="255981" indent="-127990">
              <a:lnSpc>
                <a:spcPct val="100000"/>
              </a:lnSpc>
              <a:spcBef>
                <a:spcPts val="0"/>
              </a:spcBef>
              <a:defRPr sz="2200" b="0" i="0">
                <a:solidFill>
                  <a:schemeClr val="tx1"/>
                </a:solidFill>
                <a:latin typeface="IBM Plex Sans Light" panose="020B0403050203000203" pitchFamily="34" charset="0"/>
              </a:defRPr>
            </a:lvl3pPr>
            <a:lvl4pPr marL="383971" indent="-127990">
              <a:lnSpc>
                <a:spcPct val="100000"/>
              </a:lnSpc>
              <a:spcBef>
                <a:spcPts val="0"/>
              </a:spcBef>
              <a:defRPr sz="2200" b="0" i="0">
                <a:solidFill>
                  <a:schemeClr val="tx1"/>
                </a:solidFill>
                <a:latin typeface="IBM Plex Sans Light" panose="020B0403050203000203" pitchFamily="34" charset="0"/>
              </a:defRPr>
            </a:lvl4pPr>
            <a:lvl5pPr>
              <a:lnSpc>
                <a:spcPct val="110000"/>
              </a:lnSpc>
              <a:spcBef>
                <a:spcPts val="0"/>
              </a:spcBef>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a:prstGeom prst="rect">
            <a:avLst/>
          </a:prstGeom>
        </p:spPr>
        <p:txBody>
          <a:bodyPr/>
          <a:lstStyle>
            <a:lvl1pPr>
              <a:lnSpc>
                <a:spcPct val="100000"/>
              </a:lnSpc>
              <a:spcBef>
                <a:spcPts val="0"/>
              </a:spcBef>
              <a:defRPr sz="2200" b="0" i="0">
                <a:solidFill>
                  <a:schemeClr val="tx1"/>
                </a:solidFill>
                <a:latin typeface="IBM Plex Sans Light" panose="020B0403050203000203" pitchFamily="34" charset="0"/>
              </a:defRPr>
            </a:lvl1pPr>
            <a:lvl2pPr marL="127990" indent="-127990">
              <a:lnSpc>
                <a:spcPct val="100000"/>
              </a:lnSpc>
              <a:spcBef>
                <a:spcPts val="0"/>
              </a:spcBef>
              <a:defRPr sz="2200" b="0" i="0">
                <a:solidFill>
                  <a:schemeClr val="tx1"/>
                </a:solidFill>
                <a:latin typeface="IBM Plex Sans Light" panose="020B0403050203000203" pitchFamily="34" charset="0"/>
              </a:defRPr>
            </a:lvl2pPr>
            <a:lvl3pPr marL="255981" indent="-127990">
              <a:lnSpc>
                <a:spcPct val="100000"/>
              </a:lnSpc>
              <a:spcBef>
                <a:spcPts val="0"/>
              </a:spcBef>
              <a:defRPr sz="2200" b="0" i="0">
                <a:solidFill>
                  <a:schemeClr val="tx1"/>
                </a:solidFill>
                <a:latin typeface="IBM Plex Sans Light" panose="020B0403050203000203" pitchFamily="34" charset="0"/>
              </a:defRPr>
            </a:lvl3pPr>
            <a:lvl4pPr marL="383971" indent="-127990">
              <a:lnSpc>
                <a:spcPct val="100000"/>
              </a:lnSpc>
              <a:spcBef>
                <a:spcPts val="0"/>
              </a:spcBef>
              <a:defRPr sz="2200" b="0" i="0">
                <a:solidFill>
                  <a:schemeClr val="tx1"/>
                </a:solidFill>
                <a:latin typeface="IBM Plex Sans Light" panose="020B0403050203000203" pitchFamily="34" charset="0"/>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a:prstGeom prst="rect">
            <a:avLst/>
          </a:prstGeom>
        </p:spPr>
        <p:txBody>
          <a:bodyPr/>
          <a:lstStyle>
            <a:lvl1pPr>
              <a:lnSpc>
                <a:spcPct val="100000"/>
              </a:lnSpc>
              <a:spcBef>
                <a:spcPts val="0"/>
              </a:spcBef>
              <a:defRPr sz="2200" b="0" i="0">
                <a:solidFill>
                  <a:schemeClr val="tx1"/>
                </a:solidFill>
                <a:latin typeface="IBM Plex Sans Light" panose="020B0403050203000203" pitchFamily="34" charset="0"/>
              </a:defRPr>
            </a:lvl1pPr>
            <a:lvl2pPr marL="127990" indent="-127990">
              <a:lnSpc>
                <a:spcPct val="100000"/>
              </a:lnSpc>
              <a:spcBef>
                <a:spcPts val="0"/>
              </a:spcBef>
              <a:defRPr sz="2200" b="0" i="0">
                <a:solidFill>
                  <a:schemeClr val="tx1"/>
                </a:solidFill>
                <a:latin typeface="IBM Plex Sans Light" panose="020B0403050203000203" pitchFamily="34" charset="0"/>
              </a:defRPr>
            </a:lvl2pPr>
            <a:lvl3pPr marL="255981" indent="-127990">
              <a:lnSpc>
                <a:spcPct val="100000"/>
              </a:lnSpc>
              <a:spcBef>
                <a:spcPts val="0"/>
              </a:spcBef>
              <a:defRPr sz="2200" b="0" i="0">
                <a:solidFill>
                  <a:schemeClr val="tx1"/>
                </a:solidFill>
                <a:latin typeface="IBM Plex Sans Light" panose="020B0403050203000203" pitchFamily="34" charset="0"/>
              </a:defRPr>
            </a:lvl3pPr>
            <a:lvl4pPr marL="383971" indent="-127990">
              <a:lnSpc>
                <a:spcPct val="100000"/>
              </a:lnSpc>
              <a:spcBef>
                <a:spcPts val="0"/>
              </a:spcBef>
              <a:defRPr sz="2200" b="0" i="0">
                <a:solidFill>
                  <a:schemeClr val="tx1"/>
                </a:solidFill>
                <a:latin typeface="IBM Plex Sans Light" panose="020B0403050203000203" pitchFamily="34" charset="0"/>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
        <p:nvSpPr>
          <p:cNvPr id="16" name="Text Placeholder 6">
            <a:extLst>
              <a:ext uri="{FF2B5EF4-FFF2-40B4-BE49-F238E27FC236}">
                <a16:creationId xmlns:a16="http://schemas.microsoft.com/office/drawing/2014/main" id="{F4F49B39-EB32-770F-5644-D3D938710775}"/>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5D25B5E4-5513-DB6F-04BF-4A2A85E85763}"/>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EC86775E-92B8-3897-2210-2993F34BA628}"/>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02288053"/>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192600"/>
            <a:ext cx="2474590" cy="1048544"/>
          </a:xfrm>
        </p:spPr>
        <p:txBody>
          <a:bodyPr/>
          <a:lstStyle>
            <a:lvl1pPr>
              <a:lnSpc>
                <a:spcPct val="100000"/>
              </a:lnSpc>
              <a:defRPr sz="14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99" y="1714500"/>
            <a:ext cx="2477765" cy="2000250"/>
          </a:xfrm>
          <a:prstGeom prst="rect">
            <a:avLst/>
          </a:prstGeom>
        </p:spPr>
        <p:txBody>
          <a:bodyPr/>
          <a:lstStyle>
            <a:lvl1pPr>
              <a:lnSpc>
                <a:spcPct val="100000"/>
              </a:lnSpc>
              <a:spcBef>
                <a:spcPts val="0"/>
              </a:spcBef>
              <a:defRPr sz="3199" b="0" i="0">
                <a:solidFill>
                  <a:schemeClr val="tx1"/>
                </a:solidFill>
                <a:latin typeface="IBM Plex Sans Light" panose="020B0403050203000203" pitchFamily="34" charset="0"/>
              </a:defRPr>
            </a:lvl1pPr>
          </a:lstStyle>
          <a:p>
            <a:pPr lvl="0"/>
            <a:r>
              <a:rPr lang="en-US" dirty="0"/>
              <a:t>Click to edit Master text styles</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288036"/>
            <a:ext cx="607997" cy="608076"/>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dirty="0"/>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dirty="0"/>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3" name="Text Placeholder 6">
            <a:extLst>
              <a:ext uri="{FF2B5EF4-FFF2-40B4-BE49-F238E27FC236}">
                <a16:creationId xmlns:a16="http://schemas.microsoft.com/office/drawing/2014/main" id="{DCEA9C7F-1CB2-B0B0-AE4C-171B0AFC6E26}"/>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2F4D72D8-0638-1E42-6480-21D9CF7A440E}"/>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D6DDCC2C-4DA8-F28F-9BBF-ACD120C05B48}"/>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1516503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1 wide colum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4" y="192024"/>
            <a:ext cx="2477765" cy="570706"/>
          </a:xfrm>
          <a:prstGeom prst="rect">
            <a:avLst/>
          </a:prstGeom>
        </p:spPr>
        <p:txBody>
          <a:bodyPr/>
          <a:lstStyle>
            <a:lvl1pPr>
              <a:lnSpc>
                <a:spcPct val="100000"/>
              </a:lnSpc>
              <a:spcBef>
                <a:spcPts val="0"/>
              </a:spcBef>
              <a:defRPr sz="3199" b="0" i="0">
                <a:solidFill>
                  <a:schemeClr val="tx2"/>
                </a:solidFill>
                <a:latin typeface="IBM Plex Sans Light" panose="020B0403050203000203" pitchFamily="34" charset="0"/>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dirty="0"/>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lvl1pPr>
              <a:defRPr b="0" i="0">
                <a:latin typeface="IBM Plex Sans Light" panose="020B0403050203000203" pitchFamily="34" charset="0"/>
              </a:defRPr>
            </a:lvl1pPr>
          </a:lstStyle>
          <a:p>
            <a:endParaRPr lang="en-US" dirty="0"/>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2" name="Text Placeholder 6">
            <a:extLst>
              <a:ext uri="{FF2B5EF4-FFF2-40B4-BE49-F238E27FC236}">
                <a16:creationId xmlns:a16="http://schemas.microsoft.com/office/drawing/2014/main" id="{AD98038E-FA9A-2E7F-DE4F-45D37F116DFD}"/>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Text Placeholder 6">
            <a:extLst>
              <a:ext uri="{FF2B5EF4-FFF2-40B4-BE49-F238E27FC236}">
                <a16:creationId xmlns:a16="http://schemas.microsoft.com/office/drawing/2014/main" id="{2B3FDBEC-0A0D-82A4-F347-00CE8AD711B9}"/>
              </a:ext>
            </a:extLst>
          </p:cNvPr>
          <p:cNvSpPr>
            <a:spLocks noGrp="1"/>
          </p:cNvSpPr>
          <p:nvPr>
            <p:ph type="body" sz="quarter" idx="21"/>
          </p:nvPr>
        </p:nvSpPr>
        <p:spPr>
          <a:xfrm>
            <a:off x="6368781" y="1714500"/>
            <a:ext cx="509125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06848422"/>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2 wid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192600"/>
            <a:ext cx="3711980" cy="9532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Text Placeholder 6">
            <a:extLst>
              <a:ext uri="{FF2B5EF4-FFF2-40B4-BE49-F238E27FC236}">
                <a16:creationId xmlns:a16="http://schemas.microsoft.com/office/drawing/2014/main" id="{5377FA90-E771-AC82-090E-6FBBAE2633AB}"/>
              </a:ext>
            </a:extLst>
          </p:cNvPr>
          <p:cNvSpPr>
            <a:spLocks noGrp="1"/>
          </p:cNvSpPr>
          <p:nvPr>
            <p:ph type="body" sz="quarter" idx="20"/>
          </p:nvPr>
        </p:nvSpPr>
        <p:spPr>
          <a:xfrm>
            <a:off x="6368781" y="1714500"/>
            <a:ext cx="509125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83C39AE1-8603-84DA-CC2F-0C36A1C9D153}"/>
              </a:ext>
            </a:extLst>
          </p:cNvPr>
          <p:cNvSpPr>
            <a:spLocks noGrp="1"/>
          </p:cNvSpPr>
          <p:nvPr>
            <p:ph type="body" sz="quarter" idx="21"/>
          </p:nvPr>
        </p:nvSpPr>
        <p:spPr>
          <a:xfrm>
            <a:off x="287999" y="1714500"/>
            <a:ext cx="509125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229379138"/>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2 column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Text Placeholder 6">
            <a:extLst>
              <a:ext uri="{FF2B5EF4-FFF2-40B4-BE49-F238E27FC236}">
                <a16:creationId xmlns:a16="http://schemas.microsoft.com/office/drawing/2014/main" id="{A3A4153E-E96A-682A-6ADB-86D8329C1B21}"/>
              </a:ext>
            </a:extLst>
          </p:cNvPr>
          <p:cNvSpPr>
            <a:spLocks noGrp="1"/>
          </p:cNvSpPr>
          <p:nvPr>
            <p:ph type="body" sz="quarter" idx="10"/>
          </p:nvPr>
        </p:nvSpPr>
        <p:spPr>
          <a:xfrm>
            <a:off x="6386899" y="192022"/>
            <a:ext cx="2481638" cy="5715794"/>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8AA778F7-DDE5-2F6E-F5FA-F5B0F120E06A}"/>
              </a:ext>
            </a:extLst>
          </p:cNvPr>
          <p:cNvSpPr>
            <a:spLocks noGrp="1"/>
          </p:cNvSpPr>
          <p:nvPr>
            <p:ph type="body" sz="quarter" idx="20"/>
          </p:nvPr>
        </p:nvSpPr>
        <p:spPr>
          <a:xfrm>
            <a:off x="9422364" y="192023"/>
            <a:ext cx="2481638" cy="571579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2959287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2 column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192600"/>
            <a:ext cx="2476178" cy="2286794"/>
          </a:xfrm>
        </p:spPr>
        <p:txBody>
          <a:bodyPr/>
          <a:lstStyle>
            <a:lvl1pPr>
              <a:lnSpc>
                <a:spcPct val="100000"/>
              </a:lnSpc>
              <a:defRPr sz="22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6">
            <a:extLst>
              <a:ext uri="{FF2B5EF4-FFF2-40B4-BE49-F238E27FC236}">
                <a16:creationId xmlns:a16="http://schemas.microsoft.com/office/drawing/2014/main" id="{138C4317-85BF-2C36-29AD-9974CF6DE93C}"/>
              </a:ext>
            </a:extLst>
          </p:cNvPr>
          <p:cNvSpPr>
            <a:spLocks noGrp="1"/>
          </p:cNvSpPr>
          <p:nvPr>
            <p:ph type="body" sz="quarter" idx="10"/>
          </p:nvPr>
        </p:nvSpPr>
        <p:spPr>
          <a:xfrm>
            <a:off x="6386899" y="192022"/>
            <a:ext cx="2481638" cy="5715794"/>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11D0A98E-CDEF-685C-25C7-E4EA3AFDCDFD}"/>
              </a:ext>
            </a:extLst>
          </p:cNvPr>
          <p:cNvSpPr>
            <a:spLocks noGrp="1"/>
          </p:cNvSpPr>
          <p:nvPr>
            <p:ph type="body" sz="quarter" idx="20"/>
          </p:nvPr>
        </p:nvSpPr>
        <p:spPr>
          <a:xfrm>
            <a:off x="9422364" y="192023"/>
            <a:ext cx="2481638" cy="571579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758049358"/>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9" y="192024"/>
            <a:ext cx="5519019" cy="2286794"/>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1" name="Text Placeholder 6">
            <a:extLst>
              <a:ext uri="{FF2B5EF4-FFF2-40B4-BE49-F238E27FC236}">
                <a16:creationId xmlns:a16="http://schemas.microsoft.com/office/drawing/2014/main" id="{4401EF50-EF95-0C87-38FD-2E0B9FD3E33F}"/>
              </a:ext>
            </a:extLst>
          </p:cNvPr>
          <p:cNvSpPr>
            <a:spLocks noGrp="1"/>
          </p:cNvSpPr>
          <p:nvPr>
            <p:ph type="body" sz="quarter" idx="10"/>
          </p:nvPr>
        </p:nvSpPr>
        <p:spPr>
          <a:xfrm>
            <a:off x="6393058"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A7715D83-2EB0-631E-31DF-DAE49EE10509}"/>
              </a:ext>
            </a:extLst>
          </p:cNvPr>
          <p:cNvSpPr>
            <a:spLocks noGrp="1"/>
          </p:cNvSpPr>
          <p:nvPr>
            <p:ph type="body" sz="quarter" idx="21"/>
          </p:nvPr>
        </p:nvSpPr>
        <p:spPr>
          <a:xfrm>
            <a:off x="9428523" y="1714501"/>
            <a:ext cx="2481638" cy="4286249"/>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6">
            <a:extLst>
              <a:ext uri="{FF2B5EF4-FFF2-40B4-BE49-F238E27FC236}">
                <a16:creationId xmlns:a16="http://schemas.microsoft.com/office/drawing/2014/main" id="{72EE4CB5-8991-123D-EBF8-1ED34CC50FE6}"/>
              </a:ext>
            </a:extLst>
          </p:cNvPr>
          <p:cNvSpPr>
            <a:spLocks noGrp="1"/>
          </p:cNvSpPr>
          <p:nvPr>
            <p:ph type="body" sz="quarter" idx="22"/>
          </p:nvPr>
        </p:nvSpPr>
        <p:spPr>
          <a:xfrm>
            <a:off x="6393058" y="192024"/>
            <a:ext cx="2481638" cy="762794"/>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6">
            <a:extLst>
              <a:ext uri="{FF2B5EF4-FFF2-40B4-BE49-F238E27FC236}">
                <a16:creationId xmlns:a16="http://schemas.microsoft.com/office/drawing/2014/main" id="{14ACB30C-F320-75FA-F4BC-8A4103FF2F36}"/>
              </a:ext>
            </a:extLst>
          </p:cNvPr>
          <p:cNvSpPr>
            <a:spLocks noGrp="1"/>
          </p:cNvSpPr>
          <p:nvPr>
            <p:ph type="body" sz="quarter" idx="23"/>
          </p:nvPr>
        </p:nvSpPr>
        <p:spPr>
          <a:xfrm>
            <a:off x="9422364" y="192024"/>
            <a:ext cx="2481638" cy="762794"/>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96082467"/>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192600"/>
            <a:ext cx="2474591" cy="2286794"/>
          </a:xfrm>
        </p:spPr>
        <p:txBody>
          <a:bodyPr rIns="0"/>
          <a:lstStyle>
            <a:lvl1pPr>
              <a:lnSpc>
                <a:spcPct val="100000"/>
              </a:lnSpc>
              <a:defRPr sz="2200" b="0" i="0">
                <a:solidFill>
                  <a:schemeClr val="tx2"/>
                </a:solidFill>
                <a:latin typeface="IBM Plex Sans Light" panose="020B0403050203000203" pitchFamily="34" charset="0"/>
              </a:defRPr>
            </a:lvl1pPr>
          </a:lstStyle>
          <a:p>
            <a:r>
              <a:rPr lang="en-US" dirty="0"/>
              <a:t>Click to edit Master title style</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C320D13A-B2E3-8109-F9A4-70AB45A14B5D}"/>
              </a:ext>
            </a:extLst>
          </p:cNvPr>
          <p:cNvSpPr>
            <a:spLocks noGrp="1"/>
          </p:cNvSpPr>
          <p:nvPr>
            <p:ph type="body" sz="quarter" idx="10"/>
          </p:nvPr>
        </p:nvSpPr>
        <p:spPr>
          <a:xfrm>
            <a:off x="6393058" y="1714500"/>
            <a:ext cx="2481638" cy="4286250"/>
          </a:xfrm>
          <a:prstGeom prst="rect">
            <a:avLst/>
          </a:prstGeom>
        </p:spPr>
        <p:txBody>
          <a:bodyPr/>
          <a:lstStyle>
            <a:lvl1pPr defTabSz="580528">
              <a:lnSpc>
                <a:spcPct val="100000"/>
              </a:lnSpc>
              <a:spcBef>
                <a:spcPts val="0"/>
              </a:spcBef>
              <a:defRPr sz="1400" b="0" i="0">
                <a:solidFill>
                  <a:schemeClr val="tx1"/>
                </a:solidFill>
                <a:latin typeface="IBM Plex Sans Light" panose="020B0403050203000203" pitchFamily="34" charset="0"/>
              </a:defRPr>
            </a:lvl1pPr>
            <a:lvl2pPr defTabSz="580528">
              <a:lnSpc>
                <a:spcPct val="100000"/>
              </a:lnSpc>
              <a:spcBef>
                <a:spcPts val="0"/>
              </a:spcBef>
              <a:defRPr sz="1400" b="0" i="0">
                <a:solidFill>
                  <a:schemeClr val="tx1"/>
                </a:solidFill>
                <a:latin typeface="IBM Plex Sans Light" panose="020B0403050203000203" pitchFamily="34" charset="0"/>
              </a:defRPr>
            </a:lvl2pPr>
            <a:lvl3pPr defTabSz="580528">
              <a:lnSpc>
                <a:spcPct val="100000"/>
              </a:lnSpc>
              <a:spcBef>
                <a:spcPts val="0"/>
              </a:spcBef>
              <a:defRPr sz="1400" b="0" i="0">
                <a:solidFill>
                  <a:schemeClr val="tx1"/>
                </a:solidFill>
                <a:latin typeface="IBM Plex Sans Light" panose="020B0403050203000203" pitchFamily="34" charset="0"/>
              </a:defRPr>
            </a:lvl3pPr>
            <a:lvl4pPr defTabSz="580528">
              <a:lnSpc>
                <a:spcPct val="100000"/>
              </a:lnSpc>
              <a:spcBef>
                <a:spcPts val="0"/>
              </a:spcBef>
              <a:defRPr sz="14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974BDB94-1ECF-14DA-1C2A-F289E665E08B}"/>
              </a:ext>
            </a:extLst>
          </p:cNvPr>
          <p:cNvSpPr>
            <a:spLocks noGrp="1"/>
          </p:cNvSpPr>
          <p:nvPr>
            <p:ph type="body" sz="quarter" idx="21"/>
          </p:nvPr>
        </p:nvSpPr>
        <p:spPr>
          <a:xfrm>
            <a:off x="9428523" y="1714501"/>
            <a:ext cx="2481638" cy="4286249"/>
          </a:xfrm>
          <a:prstGeom prst="rect">
            <a:avLst/>
          </a:prstGeom>
        </p:spPr>
        <p:txBody>
          <a:bodyPr/>
          <a:lstStyle>
            <a:lvl1pPr defTabSz="580528">
              <a:lnSpc>
                <a:spcPct val="100000"/>
              </a:lnSpc>
              <a:spcBef>
                <a:spcPts val="0"/>
              </a:spcBef>
              <a:defRPr sz="1400" b="0" i="0">
                <a:solidFill>
                  <a:schemeClr val="tx1"/>
                </a:solidFill>
                <a:latin typeface="IBM Plex Sans Light" panose="020B0403050203000203" pitchFamily="34" charset="0"/>
              </a:defRPr>
            </a:lvl1pPr>
            <a:lvl2pPr defTabSz="580528">
              <a:lnSpc>
                <a:spcPct val="100000"/>
              </a:lnSpc>
              <a:spcBef>
                <a:spcPts val="0"/>
              </a:spcBef>
              <a:defRPr sz="1400" b="0" i="0">
                <a:solidFill>
                  <a:schemeClr val="tx1"/>
                </a:solidFill>
                <a:latin typeface="IBM Plex Sans Light" panose="020B0403050203000203" pitchFamily="34" charset="0"/>
              </a:defRPr>
            </a:lvl2pPr>
            <a:lvl3pPr defTabSz="580528">
              <a:lnSpc>
                <a:spcPct val="100000"/>
              </a:lnSpc>
              <a:spcBef>
                <a:spcPts val="0"/>
              </a:spcBef>
              <a:defRPr sz="1400" b="0" i="0">
                <a:solidFill>
                  <a:schemeClr val="tx1"/>
                </a:solidFill>
                <a:latin typeface="IBM Plex Sans Light" panose="020B0403050203000203" pitchFamily="34" charset="0"/>
              </a:defRPr>
            </a:lvl3pPr>
            <a:lvl4pPr defTabSz="580528">
              <a:lnSpc>
                <a:spcPct val="100000"/>
              </a:lnSpc>
              <a:spcBef>
                <a:spcPts val="0"/>
              </a:spcBef>
              <a:defRPr sz="14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Text Placeholder 6">
            <a:extLst>
              <a:ext uri="{FF2B5EF4-FFF2-40B4-BE49-F238E27FC236}">
                <a16:creationId xmlns:a16="http://schemas.microsoft.com/office/drawing/2014/main" id="{D6E55AA2-DCD0-9227-A831-24FD27E4CB54}"/>
              </a:ext>
            </a:extLst>
          </p:cNvPr>
          <p:cNvSpPr>
            <a:spLocks noGrp="1"/>
          </p:cNvSpPr>
          <p:nvPr>
            <p:ph type="body" sz="quarter" idx="22"/>
          </p:nvPr>
        </p:nvSpPr>
        <p:spPr>
          <a:xfrm>
            <a:off x="6393058" y="192024"/>
            <a:ext cx="2481638" cy="762794"/>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08FF2718-83A0-A416-2862-0D7439636230}"/>
              </a:ext>
            </a:extLst>
          </p:cNvPr>
          <p:cNvSpPr>
            <a:spLocks noGrp="1"/>
          </p:cNvSpPr>
          <p:nvPr>
            <p:ph type="body" sz="quarter" idx="23"/>
          </p:nvPr>
        </p:nvSpPr>
        <p:spPr>
          <a:xfrm>
            <a:off x="9422364" y="192024"/>
            <a:ext cx="2481638" cy="762794"/>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29643672"/>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7"/>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570706"/>
          </a:xfrm>
          <a:prstGeom prst="rect">
            <a:avLst/>
          </a:prstGeom>
        </p:spPr>
        <p:txBody>
          <a:bodyPr/>
          <a:lstStyle>
            <a:lvl1pPr>
              <a:lnSpc>
                <a:spcPct val="100000"/>
              </a:lnSpc>
              <a:spcBef>
                <a:spcPts val="0"/>
              </a:spcBef>
              <a:defRPr sz="3199" b="0" i="0">
                <a:solidFill>
                  <a:schemeClr val="tx2"/>
                </a:solidFill>
                <a:latin typeface="IBM Plex Sans Light" panose="020B0403050203000203" pitchFamily="34" charset="0"/>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dirty="0"/>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19" y="288036"/>
            <a:ext cx="607997" cy="607231"/>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dirty="0"/>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dirty="0"/>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6" name="Text Placeholder 6">
            <a:extLst>
              <a:ext uri="{FF2B5EF4-FFF2-40B4-BE49-F238E27FC236}">
                <a16:creationId xmlns:a16="http://schemas.microsoft.com/office/drawing/2014/main" id="{C6703E2E-EBF0-C866-7278-E844AFCB3A5F}"/>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BD2030D9-4E2C-5A41-AC60-E9DAA791E354}"/>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400" b="0" i="0">
                <a:solidFill>
                  <a:schemeClr val="tx1"/>
                </a:solidFill>
                <a:latin typeface="IBM Plex Sans Light" panose="020B0403050203000203" pitchFamily="34" charset="0"/>
              </a:defRPr>
            </a:lvl1pPr>
            <a:lvl2pPr defTabSz="580528">
              <a:lnSpc>
                <a:spcPct val="100000"/>
              </a:lnSpc>
              <a:spcBef>
                <a:spcPts val="0"/>
              </a:spcBef>
              <a:defRPr sz="1400" b="0" i="0">
                <a:solidFill>
                  <a:schemeClr val="tx1"/>
                </a:solidFill>
                <a:latin typeface="IBM Plex Sans Light" panose="020B0403050203000203" pitchFamily="34" charset="0"/>
              </a:defRPr>
            </a:lvl2pPr>
            <a:lvl3pPr defTabSz="580528">
              <a:lnSpc>
                <a:spcPct val="100000"/>
              </a:lnSpc>
              <a:spcBef>
                <a:spcPts val="0"/>
              </a:spcBef>
              <a:defRPr sz="1400" b="0" i="0">
                <a:solidFill>
                  <a:schemeClr val="tx1"/>
                </a:solidFill>
                <a:latin typeface="IBM Plex Sans Light" panose="020B0403050203000203" pitchFamily="34" charset="0"/>
              </a:defRPr>
            </a:lvl3pPr>
            <a:lvl4pPr defTabSz="580528">
              <a:lnSpc>
                <a:spcPct val="100000"/>
              </a:lnSpc>
              <a:spcBef>
                <a:spcPts val="0"/>
              </a:spcBef>
              <a:defRPr sz="14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2473B493-1BC7-D878-AEAA-C60A2D67B762}"/>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400" b="0" i="0">
                <a:solidFill>
                  <a:schemeClr val="tx1"/>
                </a:solidFill>
                <a:latin typeface="IBM Plex Sans Light" panose="020B0403050203000203" pitchFamily="34" charset="0"/>
              </a:defRPr>
            </a:lvl1pPr>
            <a:lvl2pPr defTabSz="580528">
              <a:lnSpc>
                <a:spcPct val="100000"/>
              </a:lnSpc>
              <a:spcBef>
                <a:spcPts val="0"/>
              </a:spcBef>
              <a:defRPr sz="1400" b="0" i="0">
                <a:solidFill>
                  <a:schemeClr val="tx1"/>
                </a:solidFill>
                <a:latin typeface="IBM Plex Sans Light" panose="020B0403050203000203" pitchFamily="34" charset="0"/>
              </a:defRPr>
            </a:lvl2pPr>
            <a:lvl3pPr defTabSz="580528">
              <a:lnSpc>
                <a:spcPct val="100000"/>
              </a:lnSpc>
              <a:spcBef>
                <a:spcPts val="0"/>
              </a:spcBef>
              <a:defRPr sz="1400" b="0" i="0">
                <a:solidFill>
                  <a:schemeClr val="tx1"/>
                </a:solidFill>
                <a:latin typeface="IBM Plex Sans Light" panose="020B0403050203000203" pitchFamily="34" charset="0"/>
              </a:defRPr>
            </a:lvl3pPr>
            <a:lvl4pPr defTabSz="580528">
              <a:lnSpc>
                <a:spcPct val="100000"/>
              </a:lnSpc>
              <a:spcBef>
                <a:spcPts val="0"/>
              </a:spcBef>
              <a:defRPr sz="14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72089580"/>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a:prstGeom prst="rect">
            <a:avLst/>
          </a:prstGeom>
        </p:spPr>
        <p:txBody>
          <a:bodyPr anchor="ctr"/>
          <a:lstStyle>
            <a:lvl1pPr algn="ctr">
              <a:defRPr sz="800" b="0" i="0">
                <a:latin typeface="IBM Plex Sans Light" panose="020B0403050203000203" pitchFamily="34" charset="0"/>
              </a:defRPr>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19" y="288036"/>
            <a:ext cx="607997" cy="608076"/>
          </a:xfrm>
          <a:prstGeom prst="rect">
            <a:avLst/>
          </a:prstGeom>
        </p:spPr>
        <p:txBody>
          <a:bodyPr anchor="ctr"/>
          <a:lstStyle>
            <a:lvl1pPr algn="ctr">
              <a:defRPr sz="800" b="0" i="0">
                <a:latin typeface="IBM Plex Sans Light" panose="020B0403050203000203" pitchFamily="34" charset="0"/>
              </a:defRPr>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a:prstGeom prst="rect">
            <a:avLst/>
          </a:prstGeom>
        </p:spPr>
        <p:txBody>
          <a:bodyPr anchor="ctr"/>
          <a:lstStyle>
            <a:lvl1pPr algn="ctr">
              <a:defRPr sz="800" b="0" i="0">
                <a:latin typeface="IBM Plex Sans Light" panose="020B0403050203000203" pitchFamily="34" charset="0"/>
              </a:defRPr>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19" y="3238500"/>
            <a:ext cx="607997" cy="608076"/>
          </a:xfrm>
          <a:prstGeom prst="rect">
            <a:avLst/>
          </a:prstGeom>
        </p:spPr>
        <p:txBody>
          <a:bodyPr anchor="ctr"/>
          <a:lstStyle>
            <a:lvl1pPr algn="ctr">
              <a:defRPr sz="800" b="0" i="0">
                <a:latin typeface="IBM Plex Sans Light" panose="020B0403050203000203" pitchFamily="34" charset="0"/>
              </a:defRPr>
            </a:lvl1pPr>
          </a:lstStyle>
          <a:p>
            <a:r>
              <a:rPr lang="en-US" dirty="0"/>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lvl1pPr>
              <a:defRPr b="0" i="0">
                <a:latin typeface="IBM Plex Sans Light" panose="020B0403050203000203" pitchFamily="34" charset="0"/>
              </a:defRPr>
            </a:lvl1pPr>
          </a:lstStyle>
          <a:p>
            <a:endParaRPr lang="en-US" dirty="0"/>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6">
            <a:extLst>
              <a:ext uri="{FF2B5EF4-FFF2-40B4-BE49-F238E27FC236}">
                <a16:creationId xmlns:a16="http://schemas.microsoft.com/office/drawing/2014/main" id="{FE4E8AF0-4192-FB86-9702-8592B301CAB8}"/>
              </a:ext>
            </a:extLst>
          </p:cNvPr>
          <p:cNvSpPr>
            <a:spLocks noGrp="1"/>
          </p:cNvSpPr>
          <p:nvPr>
            <p:ph type="body" sz="quarter" idx="22"/>
          </p:nvPr>
        </p:nvSpPr>
        <p:spPr>
          <a:xfrm>
            <a:off x="280252" y="1228296"/>
            <a:ext cx="3334903" cy="1533952"/>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B5744FFC-849B-8FBD-FF73-B21942BA087F}"/>
              </a:ext>
            </a:extLst>
          </p:cNvPr>
          <p:cNvSpPr>
            <a:spLocks noGrp="1"/>
          </p:cNvSpPr>
          <p:nvPr>
            <p:ph type="body" sz="quarter" idx="23"/>
          </p:nvPr>
        </p:nvSpPr>
        <p:spPr>
          <a:xfrm>
            <a:off x="6380920" y="1228296"/>
            <a:ext cx="3334903" cy="1533951"/>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70A13E8E-060C-6E01-AB11-41A2190116B1}"/>
              </a:ext>
            </a:extLst>
          </p:cNvPr>
          <p:cNvSpPr>
            <a:spLocks noGrp="1"/>
          </p:cNvSpPr>
          <p:nvPr>
            <p:ph type="body" sz="quarter" idx="24"/>
          </p:nvPr>
        </p:nvSpPr>
        <p:spPr>
          <a:xfrm>
            <a:off x="287999" y="4181048"/>
            <a:ext cx="3334903" cy="1533949"/>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3277838E-5792-202A-65F5-342AF0992EF8}"/>
              </a:ext>
            </a:extLst>
          </p:cNvPr>
          <p:cNvSpPr>
            <a:spLocks noGrp="1"/>
          </p:cNvSpPr>
          <p:nvPr>
            <p:ph type="body" sz="quarter" idx="25"/>
          </p:nvPr>
        </p:nvSpPr>
        <p:spPr>
          <a:xfrm>
            <a:off x="6388667" y="4181048"/>
            <a:ext cx="3334903" cy="1533946"/>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528106920"/>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oxes, 4 stacked,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00000"/>
              </a:lnSpc>
              <a:defRPr sz="22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192600"/>
            <a:ext cx="2477765" cy="570706"/>
          </a:xfrm>
          <a:prstGeom prst="rect">
            <a:avLst/>
          </a:prstGeom>
        </p:spPr>
        <p:txBody>
          <a:bodyPr/>
          <a:lstStyle>
            <a:lvl1pPr>
              <a:defRPr sz="1400" b="0" i="0">
                <a:solidFill>
                  <a:schemeClr val="tx2"/>
                </a:solidFill>
                <a:latin typeface="IBM Plex Sans Light" panose="020B0403050203000203" pitchFamily="34" charset="0"/>
              </a:defRPr>
            </a:lvl1pPr>
          </a:lstStyle>
          <a:p>
            <a:pPr lvl="0"/>
            <a:r>
              <a:rPr lang="en-US" dirty="0"/>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4FBB383F-F59D-AEC8-4D6C-AC28926B09FF}"/>
              </a:ext>
            </a:extLst>
          </p:cNvPr>
          <p:cNvSpPr>
            <a:spLocks noGrp="1"/>
          </p:cNvSpPr>
          <p:nvPr>
            <p:ph type="body" sz="quarter" idx="10"/>
          </p:nvPr>
        </p:nvSpPr>
        <p:spPr>
          <a:xfrm>
            <a:off x="6363186"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6053B001-EDB1-FA28-FFB0-F41FF2D33138}"/>
              </a:ext>
            </a:extLst>
          </p:cNvPr>
          <p:cNvSpPr>
            <a:spLocks noGrp="1"/>
          </p:cNvSpPr>
          <p:nvPr>
            <p:ph type="body" sz="quarter" idx="22"/>
          </p:nvPr>
        </p:nvSpPr>
        <p:spPr>
          <a:xfrm>
            <a:off x="9398651"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CD8F0E9F-03CA-D8CD-75A1-CB650A81E996}"/>
              </a:ext>
            </a:extLst>
          </p:cNvPr>
          <p:cNvSpPr>
            <a:spLocks noGrp="1"/>
          </p:cNvSpPr>
          <p:nvPr>
            <p:ph type="body" sz="quarter" idx="23"/>
          </p:nvPr>
        </p:nvSpPr>
        <p:spPr>
          <a:xfrm>
            <a:off x="6363186"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6">
            <a:extLst>
              <a:ext uri="{FF2B5EF4-FFF2-40B4-BE49-F238E27FC236}">
                <a16:creationId xmlns:a16="http://schemas.microsoft.com/office/drawing/2014/main" id="{F16D24DB-6F94-3A9D-70FD-B96C2E9E8DB4}"/>
              </a:ext>
            </a:extLst>
          </p:cNvPr>
          <p:cNvSpPr>
            <a:spLocks noGrp="1"/>
          </p:cNvSpPr>
          <p:nvPr>
            <p:ph type="body" sz="quarter" idx="24"/>
          </p:nvPr>
        </p:nvSpPr>
        <p:spPr>
          <a:xfrm>
            <a:off x="9398651"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06465402"/>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oxes, 4 stacked,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763524"/>
            <a:ext cx="5521401" cy="1138428"/>
          </a:xfrm>
        </p:spPr>
        <p:txBody>
          <a:bodyPr rIns="457200"/>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192600"/>
            <a:ext cx="2477765" cy="224028"/>
          </a:xfrm>
          <a:prstGeom prst="rect">
            <a:avLst/>
          </a:prstGeom>
        </p:spPr>
        <p:txBody>
          <a:bodyPr/>
          <a:lstStyle>
            <a:lvl1pPr>
              <a:lnSpc>
                <a:spcPct val="100000"/>
              </a:lnSpc>
              <a:defRPr sz="1400" b="0" i="0">
                <a:solidFill>
                  <a:schemeClr val="tx2"/>
                </a:solidFill>
                <a:latin typeface="IBM Plex Sans Light" panose="020B0403050203000203" pitchFamily="34" charset="0"/>
              </a:defRPr>
            </a:lvl1pPr>
          </a:lstStyle>
          <a:p>
            <a:pPr lvl="0"/>
            <a:r>
              <a:rPr lang="en-US" dirty="0"/>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4" name="Text Placeholder 6">
            <a:extLst>
              <a:ext uri="{FF2B5EF4-FFF2-40B4-BE49-F238E27FC236}">
                <a16:creationId xmlns:a16="http://schemas.microsoft.com/office/drawing/2014/main" id="{BEE7923F-2C08-E17F-72B0-F41C361C5372}"/>
              </a:ext>
            </a:extLst>
          </p:cNvPr>
          <p:cNvSpPr>
            <a:spLocks noGrp="1"/>
          </p:cNvSpPr>
          <p:nvPr>
            <p:ph type="body" sz="quarter" idx="10"/>
          </p:nvPr>
        </p:nvSpPr>
        <p:spPr>
          <a:xfrm>
            <a:off x="6363186"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4F52302E-5C35-DCB5-2D11-CC0BE75371AE}"/>
              </a:ext>
            </a:extLst>
          </p:cNvPr>
          <p:cNvSpPr>
            <a:spLocks noGrp="1"/>
          </p:cNvSpPr>
          <p:nvPr>
            <p:ph type="body" sz="quarter" idx="22"/>
          </p:nvPr>
        </p:nvSpPr>
        <p:spPr>
          <a:xfrm>
            <a:off x="9398651"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Text Placeholder 6">
            <a:extLst>
              <a:ext uri="{FF2B5EF4-FFF2-40B4-BE49-F238E27FC236}">
                <a16:creationId xmlns:a16="http://schemas.microsoft.com/office/drawing/2014/main" id="{644BCD2A-7E42-10EE-E251-907F955BFCEB}"/>
              </a:ext>
            </a:extLst>
          </p:cNvPr>
          <p:cNvSpPr>
            <a:spLocks noGrp="1"/>
          </p:cNvSpPr>
          <p:nvPr>
            <p:ph type="body" sz="quarter" idx="23"/>
          </p:nvPr>
        </p:nvSpPr>
        <p:spPr>
          <a:xfrm>
            <a:off x="6363186"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FEF5B836-0687-FE12-9EE1-7B2CB1124537}"/>
              </a:ext>
            </a:extLst>
          </p:cNvPr>
          <p:cNvSpPr>
            <a:spLocks noGrp="1"/>
          </p:cNvSpPr>
          <p:nvPr>
            <p:ph type="body" sz="quarter" idx="24"/>
          </p:nvPr>
        </p:nvSpPr>
        <p:spPr>
          <a:xfrm>
            <a:off x="9398651"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50933539"/>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oxes, 4 horizontal,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600"/>
            <a:ext cx="2477765" cy="2286794"/>
          </a:xfrm>
        </p:spPr>
        <p:txBody>
          <a:bodyPr/>
          <a:lstStyle>
            <a:lvl1pPr>
              <a:lnSpc>
                <a:spcPct val="100000"/>
              </a:lnSpc>
              <a:defRPr sz="22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lvl1pPr>
              <a:defRPr b="0" i="0">
                <a:latin typeface="IBM Plex Sans Light" panose="020B0403050203000203" pitchFamily="34" charset="0"/>
              </a:defRPr>
            </a:lvl1pPr>
          </a:lstStyle>
          <a:p>
            <a:endParaRPr lang="en-US" dirty="0"/>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7" name="Text Placeholder 6">
            <a:extLst>
              <a:ext uri="{FF2B5EF4-FFF2-40B4-BE49-F238E27FC236}">
                <a16:creationId xmlns:a16="http://schemas.microsoft.com/office/drawing/2014/main" id="{3E32141B-6D8C-ADDD-8D24-D2B360381383}"/>
              </a:ext>
            </a:extLst>
          </p:cNvPr>
          <p:cNvSpPr>
            <a:spLocks noGrp="1"/>
          </p:cNvSpPr>
          <p:nvPr>
            <p:ph type="body" sz="quarter" idx="23"/>
          </p:nvPr>
        </p:nvSpPr>
        <p:spPr>
          <a:xfrm>
            <a:off x="6363186"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7DBD6A3D-FB96-6A97-1F58-F61F03D37691}"/>
              </a:ext>
            </a:extLst>
          </p:cNvPr>
          <p:cNvSpPr>
            <a:spLocks noGrp="1"/>
          </p:cNvSpPr>
          <p:nvPr>
            <p:ph type="body" sz="quarter" idx="24"/>
          </p:nvPr>
        </p:nvSpPr>
        <p:spPr>
          <a:xfrm>
            <a:off x="9398651"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B54BA88F-5BD8-839D-33E8-DAC02350ACA1}"/>
              </a:ext>
            </a:extLst>
          </p:cNvPr>
          <p:cNvSpPr>
            <a:spLocks noGrp="1"/>
          </p:cNvSpPr>
          <p:nvPr>
            <p:ph type="body" sz="quarter" idx="25"/>
          </p:nvPr>
        </p:nvSpPr>
        <p:spPr>
          <a:xfrm>
            <a:off x="280252"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5BCA7C7E-4E8C-6B73-007A-21635527B083}"/>
              </a:ext>
            </a:extLst>
          </p:cNvPr>
          <p:cNvSpPr>
            <a:spLocks noGrp="1"/>
          </p:cNvSpPr>
          <p:nvPr>
            <p:ph type="body" sz="quarter" idx="26"/>
          </p:nvPr>
        </p:nvSpPr>
        <p:spPr>
          <a:xfrm>
            <a:off x="3315717"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9414478"/>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oxes, 4 horizontal,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024"/>
            <a:ext cx="5524575" cy="2286794"/>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lvl1pPr>
              <a:defRPr b="0" i="0">
                <a:latin typeface="IBM Plex Sans Light" panose="020B0403050203000203" pitchFamily="34" charset="0"/>
              </a:defRPr>
            </a:lvl1pPr>
          </a:lstStyle>
          <a:p>
            <a:endParaRPr lang="en-US" dirty="0"/>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34340CDF-396E-8FEA-9F33-A868AEB7DE6A}"/>
              </a:ext>
            </a:extLst>
          </p:cNvPr>
          <p:cNvSpPr>
            <a:spLocks noGrp="1"/>
          </p:cNvSpPr>
          <p:nvPr>
            <p:ph type="body" sz="quarter" idx="23"/>
          </p:nvPr>
        </p:nvSpPr>
        <p:spPr>
          <a:xfrm>
            <a:off x="6363186"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F04B77E5-DBD6-E6DD-D620-C878361A7BB4}"/>
              </a:ext>
            </a:extLst>
          </p:cNvPr>
          <p:cNvSpPr>
            <a:spLocks noGrp="1"/>
          </p:cNvSpPr>
          <p:nvPr>
            <p:ph type="body" sz="quarter" idx="24"/>
          </p:nvPr>
        </p:nvSpPr>
        <p:spPr>
          <a:xfrm>
            <a:off x="9398651"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AC83D79D-159D-684B-A0A2-E6DD61C3A503}"/>
              </a:ext>
            </a:extLst>
          </p:cNvPr>
          <p:cNvSpPr>
            <a:spLocks noGrp="1"/>
          </p:cNvSpPr>
          <p:nvPr>
            <p:ph type="body" sz="quarter" idx="25"/>
          </p:nvPr>
        </p:nvSpPr>
        <p:spPr>
          <a:xfrm>
            <a:off x="280252"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550B9EEB-A8EA-2744-D650-EC7233DAFF4D}"/>
              </a:ext>
            </a:extLst>
          </p:cNvPr>
          <p:cNvSpPr>
            <a:spLocks noGrp="1"/>
          </p:cNvSpPr>
          <p:nvPr>
            <p:ph type="body" sz="quarter" idx="26"/>
          </p:nvPr>
        </p:nvSpPr>
        <p:spPr>
          <a:xfrm>
            <a:off x="3315717"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463868149"/>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oxes, 6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600"/>
            <a:ext cx="2474590" cy="2286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lvl1pPr>
              <a:defRPr b="0" i="0">
                <a:latin typeface="IBM Plex Sans Light" panose="020B0403050203000203" pitchFamily="34" charset="0"/>
              </a:defRPr>
            </a:lvl1pPr>
          </a:lstStyle>
          <a:p>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9" name="Text Placeholder 6">
            <a:extLst>
              <a:ext uri="{FF2B5EF4-FFF2-40B4-BE49-F238E27FC236}">
                <a16:creationId xmlns:a16="http://schemas.microsoft.com/office/drawing/2014/main" id="{B74FE312-96C3-0801-8AFE-48C53A3855EF}"/>
              </a:ext>
            </a:extLst>
          </p:cNvPr>
          <p:cNvSpPr>
            <a:spLocks noGrp="1"/>
          </p:cNvSpPr>
          <p:nvPr>
            <p:ph type="body" sz="quarter" idx="10"/>
          </p:nvPr>
        </p:nvSpPr>
        <p:spPr>
          <a:xfrm>
            <a:off x="6363186"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BFE072FD-410A-B1CF-4BD5-EFE459133BB6}"/>
              </a:ext>
            </a:extLst>
          </p:cNvPr>
          <p:cNvSpPr>
            <a:spLocks noGrp="1"/>
          </p:cNvSpPr>
          <p:nvPr>
            <p:ph type="body" sz="quarter" idx="23"/>
          </p:nvPr>
        </p:nvSpPr>
        <p:spPr>
          <a:xfrm>
            <a:off x="9398651"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1C0822F6-B969-1E92-CC74-0CBB1126A9C8}"/>
              </a:ext>
            </a:extLst>
          </p:cNvPr>
          <p:cNvSpPr>
            <a:spLocks noGrp="1"/>
          </p:cNvSpPr>
          <p:nvPr>
            <p:ph type="body" sz="quarter" idx="24"/>
          </p:nvPr>
        </p:nvSpPr>
        <p:spPr>
          <a:xfrm>
            <a:off x="6363186"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F9AB4B51-7CBC-4B83-F837-82517C33FEBA}"/>
              </a:ext>
            </a:extLst>
          </p:cNvPr>
          <p:cNvSpPr>
            <a:spLocks noGrp="1"/>
          </p:cNvSpPr>
          <p:nvPr>
            <p:ph type="body" sz="quarter" idx="25"/>
          </p:nvPr>
        </p:nvSpPr>
        <p:spPr>
          <a:xfrm>
            <a:off x="9398651"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3" name="Text Placeholder 6">
            <a:extLst>
              <a:ext uri="{FF2B5EF4-FFF2-40B4-BE49-F238E27FC236}">
                <a16:creationId xmlns:a16="http://schemas.microsoft.com/office/drawing/2014/main" id="{4AB00072-45AF-510F-C146-BAC3B20406FD}"/>
              </a:ext>
            </a:extLst>
          </p:cNvPr>
          <p:cNvSpPr>
            <a:spLocks noGrp="1"/>
          </p:cNvSpPr>
          <p:nvPr>
            <p:ph type="body" sz="quarter" idx="26"/>
          </p:nvPr>
        </p:nvSpPr>
        <p:spPr>
          <a:xfrm>
            <a:off x="3332555" y="288036"/>
            <a:ext cx="2481638" cy="2572542"/>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4" name="Text Placeholder 6">
            <a:extLst>
              <a:ext uri="{FF2B5EF4-FFF2-40B4-BE49-F238E27FC236}">
                <a16:creationId xmlns:a16="http://schemas.microsoft.com/office/drawing/2014/main" id="{C4503F3E-D426-7E9E-BDBD-CDA2B731934A}"/>
              </a:ext>
            </a:extLst>
          </p:cNvPr>
          <p:cNvSpPr>
            <a:spLocks noGrp="1"/>
          </p:cNvSpPr>
          <p:nvPr>
            <p:ph type="body" sz="quarter" idx="27"/>
          </p:nvPr>
        </p:nvSpPr>
        <p:spPr>
          <a:xfrm>
            <a:off x="3332555" y="3333749"/>
            <a:ext cx="2481638" cy="2476499"/>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4436671"/>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oxes, 6 stacked,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dirty="0"/>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6"/>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dirty="0"/>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dirty="0"/>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dirty="0"/>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dirty="0"/>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dirty="0"/>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lvl1pPr>
              <a:defRPr b="0" i="0">
                <a:latin typeface="IBM Plex Sans Light" panose="020B0403050203000203" pitchFamily="34" charset="0"/>
              </a:defRPr>
            </a:lvl1pPr>
          </a:lstStyle>
          <a:p>
            <a:endParaRPr lang="en-US" dirty="0"/>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0784E564-F094-C65E-4C30-6AD26FD6AE47}"/>
              </a:ext>
            </a:extLst>
          </p:cNvPr>
          <p:cNvSpPr>
            <a:spLocks noGrp="1"/>
          </p:cNvSpPr>
          <p:nvPr>
            <p:ph type="body" sz="quarter" idx="10"/>
          </p:nvPr>
        </p:nvSpPr>
        <p:spPr>
          <a:xfrm>
            <a:off x="6363186" y="713705"/>
            <a:ext cx="2481638" cy="1858041"/>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5B384162-F420-216E-B250-BA49ED23AA36}"/>
              </a:ext>
            </a:extLst>
          </p:cNvPr>
          <p:cNvSpPr>
            <a:spLocks noGrp="1"/>
          </p:cNvSpPr>
          <p:nvPr>
            <p:ph type="body" sz="quarter" idx="24"/>
          </p:nvPr>
        </p:nvSpPr>
        <p:spPr>
          <a:xfrm>
            <a:off x="9398651" y="713705"/>
            <a:ext cx="2481638" cy="1858038"/>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6">
            <a:extLst>
              <a:ext uri="{FF2B5EF4-FFF2-40B4-BE49-F238E27FC236}">
                <a16:creationId xmlns:a16="http://schemas.microsoft.com/office/drawing/2014/main" id="{2D5D50EC-56AE-CB68-AF0D-967D997C2277}"/>
              </a:ext>
            </a:extLst>
          </p:cNvPr>
          <p:cNvSpPr>
            <a:spLocks noGrp="1"/>
          </p:cNvSpPr>
          <p:nvPr>
            <p:ph type="body" sz="quarter" idx="25"/>
          </p:nvPr>
        </p:nvSpPr>
        <p:spPr>
          <a:xfrm>
            <a:off x="6363186" y="3759417"/>
            <a:ext cx="2481638" cy="1860328"/>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6">
            <a:extLst>
              <a:ext uri="{FF2B5EF4-FFF2-40B4-BE49-F238E27FC236}">
                <a16:creationId xmlns:a16="http://schemas.microsoft.com/office/drawing/2014/main" id="{95DF0382-EAC2-42E6-8F3C-D78D99701167}"/>
              </a:ext>
            </a:extLst>
          </p:cNvPr>
          <p:cNvSpPr>
            <a:spLocks noGrp="1"/>
          </p:cNvSpPr>
          <p:nvPr>
            <p:ph type="body" sz="quarter" idx="26"/>
          </p:nvPr>
        </p:nvSpPr>
        <p:spPr>
          <a:xfrm>
            <a:off x="9398651" y="3759418"/>
            <a:ext cx="2481638" cy="1860326"/>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DD63E7DA-FA91-79CE-F137-C4CFF4237814}"/>
              </a:ext>
            </a:extLst>
          </p:cNvPr>
          <p:cNvSpPr>
            <a:spLocks noGrp="1"/>
          </p:cNvSpPr>
          <p:nvPr>
            <p:ph type="body" sz="quarter" idx="27"/>
          </p:nvPr>
        </p:nvSpPr>
        <p:spPr>
          <a:xfrm>
            <a:off x="3332555" y="713704"/>
            <a:ext cx="2481638" cy="1858041"/>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03E415E0-33AF-4F69-4718-A13AF38331B2}"/>
              </a:ext>
            </a:extLst>
          </p:cNvPr>
          <p:cNvSpPr>
            <a:spLocks noGrp="1"/>
          </p:cNvSpPr>
          <p:nvPr>
            <p:ph type="body" sz="quarter" idx="28"/>
          </p:nvPr>
        </p:nvSpPr>
        <p:spPr>
          <a:xfrm>
            <a:off x="3332555" y="3759417"/>
            <a:ext cx="2481638" cy="1860327"/>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30964716"/>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024"/>
            <a:ext cx="5519019" cy="1706563"/>
          </a:xfrm>
        </p:spPr>
        <p:txBody>
          <a:bodyPr rIns="457200"/>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5" name="Text Placeholder 6">
            <a:extLst>
              <a:ext uri="{FF2B5EF4-FFF2-40B4-BE49-F238E27FC236}">
                <a16:creationId xmlns:a16="http://schemas.microsoft.com/office/drawing/2014/main" id="{22EB5F78-B3F7-EBA1-BE53-B96CA397D9E3}"/>
              </a:ext>
            </a:extLst>
          </p:cNvPr>
          <p:cNvSpPr>
            <a:spLocks noGrp="1"/>
          </p:cNvSpPr>
          <p:nvPr>
            <p:ph type="body" sz="quarter" idx="10"/>
          </p:nvPr>
        </p:nvSpPr>
        <p:spPr>
          <a:xfrm>
            <a:off x="6363186"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6" name="Text Placeholder 6">
            <a:extLst>
              <a:ext uri="{FF2B5EF4-FFF2-40B4-BE49-F238E27FC236}">
                <a16:creationId xmlns:a16="http://schemas.microsoft.com/office/drawing/2014/main" id="{BFFEAD4C-1129-22EA-9ED5-9BE409A0C748}"/>
              </a:ext>
            </a:extLst>
          </p:cNvPr>
          <p:cNvSpPr>
            <a:spLocks noGrp="1"/>
          </p:cNvSpPr>
          <p:nvPr>
            <p:ph type="body" sz="quarter" idx="23"/>
          </p:nvPr>
        </p:nvSpPr>
        <p:spPr>
          <a:xfrm>
            <a:off x="9398651"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7" name="Text Placeholder 6">
            <a:extLst>
              <a:ext uri="{FF2B5EF4-FFF2-40B4-BE49-F238E27FC236}">
                <a16:creationId xmlns:a16="http://schemas.microsoft.com/office/drawing/2014/main" id="{91719EAC-72ED-B4B5-CA48-EB23C5EB8B0A}"/>
              </a:ext>
            </a:extLst>
          </p:cNvPr>
          <p:cNvSpPr>
            <a:spLocks noGrp="1"/>
          </p:cNvSpPr>
          <p:nvPr>
            <p:ph type="body" sz="quarter" idx="24"/>
          </p:nvPr>
        </p:nvSpPr>
        <p:spPr>
          <a:xfrm>
            <a:off x="6363186"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8" name="Text Placeholder 6">
            <a:extLst>
              <a:ext uri="{FF2B5EF4-FFF2-40B4-BE49-F238E27FC236}">
                <a16:creationId xmlns:a16="http://schemas.microsoft.com/office/drawing/2014/main" id="{28C9C88E-05A2-25E3-4571-C794E968D7FC}"/>
              </a:ext>
            </a:extLst>
          </p:cNvPr>
          <p:cNvSpPr>
            <a:spLocks noGrp="1"/>
          </p:cNvSpPr>
          <p:nvPr>
            <p:ph type="body" sz="quarter" idx="25"/>
          </p:nvPr>
        </p:nvSpPr>
        <p:spPr>
          <a:xfrm>
            <a:off x="9398651"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9" name="Text Placeholder 6">
            <a:extLst>
              <a:ext uri="{FF2B5EF4-FFF2-40B4-BE49-F238E27FC236}">
                <a16:creationId xmlns:a16="http://schemas.microsoft.com/office/drawing/2014/main" id="{D76302BE-E896-F153-8F88-B63A433B5C29}"/>
              </a:ext>
            </a:extLst>
          </p:cNvPr>
          <p:cNvSpPr>
            <a:spLocks noGrp="1"/>
          </p:cNvSpPr>
          <p:nvPr>
            <p:ph type="body" sz="quarter" idx="26"/>
          </p:nvPr>
        </p:nvSpPr>
        <p:spPr>
          <a:xfrm>
            <a:off x="287301" y="3332988"/>
            <a:ext cx="2481638" cy="2477257"/>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0" name="Text Placeholder 6">
            <a:extLst>
              <a:ext uri="{FF2B5EF4-FFF2-40B4-BE49-F238E27FC236}">
                <a16:creationId xmlns:a16="http://schemas.microsoft.com/office/drawing/2014/main" id="{FF14BC99-A0C2-45B6-C1F6-84D3EACEDF48}"/>
              </a:ext>
            </a:extLst>
          </p:cNvPr>
          <p:cNvSpPr>
            <a:spLocks noGrp="1"/>
          </p:cNvSpPr>
          <p:nvPr>
            <p:ph type="body" sz="quarter" idx="27"/>
          </p:nvPr>
        </p:nvSpPr>
        <p:spPr>
          <a:xfrm>
            <a:off x="3332555" y="3333749"/>
            <a:ext cx="2481638" cy="2476499"/>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77335175"/>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600"/>
            <a:ext cx="2474590" cy="1706563"/>
          </a:xfrm>
        </p:spPr>
        <p:txBody>
          <a:bodyPr rIns="0"/>
          <a:lstStyle>
            <a:lvl1pPr>
              <a:lnSpc>
                <a:spcPct val="100000"/>
              </a:lnSpc>
              <a:defRPr sz="22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FBA90B24-A7AA-EE26-4DF0-B0850F874CC1}"/>
              </a:ext>
            </a:extLst>
          </p:cNvPr>
          <p:cNvSpPr>
            <a:spLocks noGrp="1"/>
          </p:cNvSpPr>
          <p:nvPr>
            <p:ph type="body" sz="quarter" idx="20"/>
          </p:nvPr>
        </p:nvSpPr>
        <p:spPr>
          <a:xfrm>
            <a:off x="275969" y="3332987"/>
            <a:ext cx="2512742" cy="2477258"/>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B293E5F0-8E0D-8611-485C-03E54EE01CAD}"/>
              </a:ext>
            </a:extLst>
          </p:cNvPr>
          <p:cNvSpPr>
            <a:spLocks noGrp="1"/>
          </p:cNvSpPr>
          <p:nvPr>
            <p:ph type="body" sz="quarter" idx="28"/>
          </p:nvPr>
        </p:nvSpPr>
        <p:spPr>
          <a:xfrm>
            <a:off x="3329263" y="3332988"/>
            <a:ext cx="2512742" cy="247725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7E5B5649-C746-EAC6-E506-88A5EE6297F2}"/>
              </a:ext>
            </a:extLst>
          </p:cNvPr>
          <p:cNvSpPr>
            <a:spLocks noGrp="1"/>
          </p:cNvSpPr>
          <p:nvPr>
            <p:ph type="body" sz="quarter" idx="29"/>
          </p:nvPr>
        </p:nvSpPr>
        <p:spPr>
          <a:xfrm>
            <a:off x="6361876" y="3350711"/>
            <a:ext cx="2512742" cy="245953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D1C336AE-32DC-6A3D-A0A5-FD3BEEE59FD9}"/>
              </a:ext>
            </a:extLst>
          </p:cNvPr>
          <p:cNvSpPr>
            <a:spLocks noGrp="1"/>
          </p:cNvSpPr>
          <p:nvPr>
            <p:ph type="body" sz="quarter" idx="30"/>
          </p:nvPr>
        </p:nvSpPr>
        <p:spPr>
          <a:xfrm>
            <a:off x="9394676" y="3332988"/>
            <a:ext cx="2489064" cy="2477249"/>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58F4A404-A74C-F889-564A-6677AB4E33D2}"/>
              </a:ext>
            </a:extLst>
          </p:cNvPr>
          <p:cNvSpPr>
            <a:spLocks noGrp="1"/>
          </p:cNvSpPr>
          <p:nvPr>
            <p:ph type="body" sz="quarter" idx="31"/>
          </p:nvPr>
        </p:nvSpPr>
        <p:spPr>
          <a:xfrm>
            <a:off x="9404886" y="288037"/>
            <a:ext cx="2489064"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4D20BC60-A254-2972-5466-846B4E395A1C}"/>
              </a:ext>
            </a:extLst>
          </p:cNvPr>
          <p:cNvSpPr>
            <a:spLocks noGrp="1"/>
          </p:cNvSpPr>
          <p:nvPr>
            <p:ph type="body" sz="quarter" idx="32"/>
          </p:nvPr>
        </p:nvSpPr>
        <p:spPr>
          <a:xfrm>
            <a:off x="6345360" y="288036"/>
            <a:ext cx="2489064" cy="257254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241661130"/>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Video or imagery, half,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lvl1pPr>
              <a:defRPr b="0" i="0">
                <a:latin typeface="IBM Plex Sans Light" panose="020B0403050203000203" pitchFamily="34" charset="0"/>
              </a:defRPr>
            </a:lvl1pPr>
          </a:lstStyle>
          <a:p>
            <a:endParaRPr lang="en-US" dirty="0"/>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4956"/>
            <a:ext cx="5523781" cy="6287294"/>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6" name="Text Placeholder 6">
            <a:extLst>
              <a:ext uri="{FF2B5EF4-FFF2-40B4-BE49-F238E27FC236}">
                <a16:creationId xmlns:a16="http://schemas.microsoft.com/office/drawing/2014/main" id="{F97050FE-79BA-7876-7C87-1EBC54ABDE3B}"/>
              </a:ext>
            </a:extLst>
          </p:cNvPr>
          <p:cNvSpPr>
            <a:spLocks noGrp="1"/>
          </p:cNvSpPr>
          <p:nvPr>
            <p:ph type="body" sz="quarter" idx="21"/>
          </p:nvPr>
        </p:nvSpPr>
        <p:spPr>
          <a:xfrm>
            <a:off x="275969" y="1714500"/>
            <a:ext cx="2485921"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0F1D7D74-3344-9F6B-7157-4A7E1AB48342}"/>
              </a:ext>
            </a:extLst>
          </p:cNvPr>
          <p:cNvSpPr>
            <a:spLocks noGrp="1"/>
          </p:cNvSpPr>
          <p:nvPr>
            <p:ph type="body" sz="quarter" idx="22"/>
          </p:nvPr>
        </p:nvSpPr>
        <p:spPr>
          <a:xfrm>
            <a:off x="3334110" y="1714500"/>
            <a:ext cx="2485921"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434977273"/>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Video or imagery, 3/4, ble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866" y="6452314"/>
            <a:ext cx="133834" cy="123111"/>
          </a:xfrm>
          <a:prstGeom prst="rect">
            <a:avLst/>
          </a:prstGeom>
        </p:spPr>
        <p:txBody>
          <a:bodyPr/>
          <a:lstStyle>
            <a:lvl1pPr>
              <a:defRPr b="0" i="0">
                <a:latin typeface="IBM Plex Sans Light" panose="020B0403050203000203" pitchFamily="34" charset="0"/>
              </a:defRPr>
            </a:lvl1p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dirty="0"/>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7" name="Text Placeholder 6">
            <a:extLst>
              <a:ext uri="{FF2B5EF4-FFF2-40B4-BE49-F238E27FC236}">
                <a16:creationId xmlns:a16="http://schemas.microsoft.com/office/drawing/2014/main" id="{C7581521-9341-A586-10B8-D3CD3EBBADFC}"/>
              </a:ext>
            </a:extLst>
          </p:cNvPr>
          <p:cNvSpPr>
            <a:spLocks noGrp="1"/>
          </p:cNvSpPr>
          <p:nvPr>
            <p:ph type="body" sz="quarter" idx="20"/>
          </p:nvPr>
        </p:nvSpPr>
        <p:spPr>
          <a:xfrm>
            <a:off x="275969" y="1714500"/>
            <a:ext cx="2485921"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59053713"/>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Video or imagery, 3/4,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866" y="6452314"/>
            <a:ext cx="133834" cy="123111"/>
          </a:xfrm>
          <a:prstGeom prst="rect">
            <a:avLst/>
          </a:prstGeom>
        </p:spPr>
        <p:txBody>
          <a:bodyPr/>
          <a:lstStyle>
            <a:lvl1pPr>
              <a:defRPr b="0" i="0">
                <a:latin typeface="IBM Plex Sans Light" panose="020B0403050203000203" pitchFamily="34" charset="0"/>
              </a:defRPr>
            </a:lvl1p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5"/>
            <a:ext cx="8574559" cy="6289675"/>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5" name="Text Placeholder 6">
            <a:extLst>
              <a:ext uri="{FF2B5EF4-FFF2-40B4-BE49-F238E27FC236}">
                <a16:creationId xmlns:a16="http://schemas.microsoft.com/office/drawing/2014/main" id="{4D171C2C-D5EE-B66A-FC5F-45245937D132}"/>
              </a:ext>
            </a:extLst>
          </p:cNvPr>
          <p:cNvSpPr>
            <a:spLocks noGrp="1"/>
          </p:cNvSpPr>
          <p:nvPr>
            <p:ph type="body" sz="quarter" idx="19"/>
          </p:nvPr>
        </p:nvSpPr>
        <p:spPr>
          <a:xfrm>
            <a:off x="281498"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976654475"/>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Video or imagery, blee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494797085"/>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Video or imagery, inse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0392588"/>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acts, profiles, contributors">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58561"/>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lvl1pPr>
              <a:defRPr b="0" i="0">
                <a:latin typeface="IBM Plex Sans Light" panose="020B0403050203000203" pitchFamily="34" charset="0"/>
              </a:defRPr>
            </a:lvl1pPr>
          </a:lstStyle>
          <a:p>
            <a:endParaRPr lang="en-US" dirty="0"/>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09437"/>
            <a:ext cx="1236501" cy="12382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5" y="30607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5" y="4762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5" y="1333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Picture Placeholder 7">
            <a:extLst>
              <a:ext uri="{FF2B5EF4-FFF2-40B4-BE49-F238E27FC236}">
                <a16:creationId xmlns:a16="http://schemas.microsoft.com/office/drawing/2014/main" id="{2BD9F85F-FC85-6E91-ADD3-38F0F5BEE2E9}"/>
              </a:ext>
            </a:extLst>
          </p:cNvPr>
          <p:cNvSpPr>
            <a:spLocks noGrp="1"/>
          </p:cNvSpPr>
          <p:nvPr>
            <p:ph type="pic" sz="quarter" idx="31" hasCustomPrompt="1"/>
          </p:nvPr>
        </p:nvSpPr>
        <p:spPr>
          <a:xfrm>
            <a:off x="6381618" y="3058561"/>
            <a:ext cx="1163957"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3" name="Picture Placeholder 7">
            <a:extLst>
              <a:ext uri="{FF2B5EF4-FFF2-40B4-BE49-F238E27FC236}">
                <a16:creationId xmlns:a16="http://schemas.microsoft.com/office/drawing/2014/main" id="{8FF7CC5C-A250-D817-B1E6-EBD584F08B1B}"/>
              </a:ext>
            </a:extLst>
          </p:cNvPr>
          <p:cNvSpPr>
            <a:spLocks noGrp="1"/>
          </p:cNvSpPr>
          <p:nvPr>
            <p:ph type="pic" sz="quarter" idx="32" hasCustomPrompt="1"/>
          </p:nvPr>
        </p:nvSpPr>
        <p:spPr>
          <a:xfrm>
            <a:off x="6381618" y="4762500"/>
            <a:ext cx="1163957"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4" name="Picture Placeholder 7">
            <a:extLst>
              <a:ext uri="{FF2B5EF4-FFF2-40B4-BE49-F238E27FC236}">
                <a16:creationId xmlns:a16="http://schemas.microsoft.com/office/drawing/2014/main" id="{9416EBE0-0E9C-366F-583C-0BE751DA2B30}"/>
              </a:ext>
            </a:extLst>
          </p:cNvPr>
          <p:cNvSpPr>
            <a:spLocks noGrp="1"/>
          </p:cNvSpPr>
          <p:nvPr>
            <p:ph type="pic" sz="quarter" idx="33" hasCustomPrompt="1"/>
          </p:nvPr>
        </p:nvSpPr>
        <p:spPr>
          <a:xfrm>
            <a:off x="6381618" y="1323037"/>
            <a:ext cx="1163957" cy="12382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18" name="Text Placeholder 6">
            <a:extLst>
              <a:ext uri="{FF2B5EF4-FFF2-40B4-BE49-F238E27FC236}">
                <a16:creationId xmlns:a16="http://schemas.microsoft.com/office/drawing/2014/main" id="{64C60C05-9B2E-E5AA-E325-3B56BC1B4589}"/>
              </a:ext>
            </a:extLst>
          </p:cNvPr>
          <p:cNvSpPr>
            <a:spLocks noGrp="1"/>
          </p:cNvSpPr>
          <p:nvPr>
            <p:ph type="body" sz="quarter" idx="37"/>
          </p:nvPr>
        </p:nvSpPr>
        <p:spPr>
          <a:xfrm>
            <a:off x="1674594" y="1309437"/>
            <a:ext cx="2877873" cy="126231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E5379598-B132-493E-3A4A-13641BF453F4}"/>
              </a:ext>
            </a:extLst>
          </p:cNvPr>
          <p:cNvSpPr>
            <a:spLocks noGrp="1"/>
          </p:cNvSpPr>
          <p:nvPr>
            <p:ph type="body" sz="quarter" idx="38"/>
          </p:nvPr>
        </p:nvSpPr>
        <p:spPr>
          <a:xfrm>
            <a:off x="1674594" y="3058562"/>
            <a:ext cx="2877873" cy="123015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4" name="Text Placeholder 6">
            <a:extLst>
              <a:ext uri="{FF2B5EF4-FFF2-40B4-BE49-F238E27FC236}">
                <a16:creationId xmlns:a16="http://schemas.microsoft.com/office/drawing/2014/main" id="{D387A7EC-6D77-1F31-248D-AF22142944DA}"/>
              </a:ext>
            </a:extLst>
          </p:cNvPr>
          <p:cNvSpPr>
            <a:spLocks noGrp="1"/>
          </p:cNvSpPr>
          <p:nvPr>
            <p:ph type="body" sz="quarter" idx="39"/>
          </p:nvPr>
        </p:nvSpPr>
        <p:spPr>
          <a:xfrm>
            <a:off x="1674593" y="4762500"/>
            <a:ext cx="2921430" cy="123015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2" name="Picture Placeholder 7">
            <a:extLst>
              <a:ext uri="{FF2B5EF4-FFF2-40B4-BE49-F238E27FC236}">
                <a16:creationId xmlns:a16="http://schemas.microsoft.com/office/drawing/2014/main" id="{79C6738A-ED82-E7BB-C9BF-8057E77ED4B9}"/>
              </a:ext>
            </a:extLst>
          </p:cNvPr>
          <p:cNvSpPr>
            <a:spLocks noGrp="1"/>
          </p:cNvSpPr>
          <p:nvPr>
            <p:ph type="pic" sz="quarter" idx="40" hasCustomPrompt="1"/>
          </p:nvPr>
        </p:nvSpPr>
        <p:spPr>
          <a:xfrm>
            <a:off x="6377613" y="3072162"/>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33" name="Picture Placeholder 7">
            <a:extLst>
              <a:ext uri="{FF2B5EF4-FFF2-40B4-BE49-F238E27FC236}">
                <a16:creationId xmlns:a16="http://schemas.microsoft.com/office/drawing/2014/main" id="{24967257-4251-A48B-9DE6-F07EC4EC0362}"/>
              </a:ext>
            </a:extLst>
          </p:cNvPr>
          <p:cNvSpPr>
            <a:spLocks noGrp="1"/>
          </p:cNvSpPr>
          <p:nvPr>
            <p:ph type="pic" sz="quarter" idx="41" hasCustomPrompt="1"/>
          </p:nvPr>
        </p:nvSpPr>
        <p:spPr>
          <a:xfrm>
            <a:off x="6377613" y="47761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34" name="Picture Placeholder 7">
            <a:extLst>
              <a:ext uri="{FF2B5EF4-FFF2-40B4-BE49-F238E27FC236}">
                <a16:creationId xmlns:a16="http://schemas.microsoft.com/office/drawing/2014/main" id="{4A6B1635-0D2E-93F5-D353-C9B1B58E7780}"/>
              </a:ext>
            </a:extLst>
          </p:cNvPr>
          <p:cNvSpPr>
            <a:spLocks noGrp="1"/>
          </p:cNvSpPr>
          <p:nvPr>
            <p:ph type="pic" sz="quarter" idx="42" hasCustomPrompt="1"/>
          </p:nvPr>
        </p:nvSpPr>
        <p:spPr>
          <a:xfrm>
            <a:off x="6377613" y="1323037"/>
            <a:ext cx="1236501" cy="12382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44" name="Picture Placeholder 7">
            <a:extLst>
              <a:ext uri="{FF2B5EF4-FFF2-40B4-BE49-F238E27FC236}">
                <a16:creationId xmlns:a16="http://schemas.microsoft.com/office/drawing/2014/main" id="{0541A3D3-1296-6D28-80F6-210E0C86167C}"/>
              </a:ext>
            </a:extLst>
          </p:cNvPr>
          <p:cNvSpPr>
            <a:spLocks noGrp="1"/>
          </p:cNvSpPr>
          <p:nvPr>
            <p:ph type="pic" sz="quarter" idx="46" hasCustomPrompt="1"/>
          </p:nvPr>
        </p:nvSpPr>
        <p:spPr>
          <a:xfrm>
            <a:off x="6377613" y="3082625"/>
            <a:ext cx="1145388"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5" name="Picture Placeholder 7">
            <a:extLst>
              <a:ext uri="{FF2B5EF4-FFF2-40B4-BE49-F238E27FC236}">
                <a16:creationId xmlns:a16="http://schemas.microsoft.com/office/drawing/2014/main" id="{EE31C9DF-6A33-F9E3-7394-0B59091621E3}"/>
              </a:ext>
            </a:extLst>
          </p:cNvPr>
          <p:cNvSpPr>
            <a:spLocks noGrp="1"/>
          </p:cNvSpPr>
          <p:nvPr>
            <p:ph type="pic" sz="quarter" idx="47" hasCustomPrompt="1"/>
          </p:nvPr>
        </p:nvSpPr>
        <p:spPr>
          <a:xfrm>
            <a:off x="6377613" y="4786563"/>
            <a:ext cx="1145388"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6" name="Picture Placeholder 7">
            <a:extLst>
              <a:ext uri="{FF2B5EF4-FFF2-40B4-BE49-F238E27FC236}">
                <a16:creationId xmlns:a16="http://schemas.microsoft.com/office/drawing/2014/main" id="{2CAAA857-D33B-2769-F70D-96215C29A417}"/>
              </a:ext>
            </a:extLst>
          </p:cNvPr>
          <p:cNvSpPr>
            <a:spLocks noGrp="1"/>
          </p:cNvSpPr>
          <p:nvPr>
            <p:ph type="pic" sz="quarter" idx="48" hasCustomPrompt="1"/>
          </p:nvPr>
        </p:nvSpPr>
        <p:spPr>
          <a:xfrm>
            <a:off x="6377613" y="1333500"/>
            <a:ext cx="1145388" cy="12382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47" name="Text Placeholder 6">
            <a:extLst>
              <a:ext uri="{FF2B5EF4-FFF2-40B4-BE49-F238E27FC236}">
                <a16:creationId xmlns:a16="http://schemas.microsoft.com/office/drawing/2014/main" id="{3412D36A-B5BE-A294-20DF-30B55A06C5A9}"/>
              </a:ext>
            </a:extLst>
          </p:cNvPr>
          <p:cNvSpPr>
            <a:spLocks noGrp="1"/>
          </p:cNvSpPr>
          <p:nvPr>
            <p:ph type="body" sz="quarter" idx="49"/>
          </p:nvPr>
        </p:nvSpPr>
        <p:spPr>
          <a:xfrm>
            <a:off x="7764207" y="1333500"/>
            <a:ext cx="2921430" cy="126231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8" name="Text Placeholder 6">
            <a:extLst>
              <a:ext uri="{FF2B5EF4-FFF2-40B4-BE49-F238E27FC236}">
                <a16:creationId xmlns:a16="http://schemas.microsoft.com/office/drawing/2014/main" id="{ED900610-36FC-D7DA-7651-CC7E3D3200DB}"/>
              </a:ext>
            </a:extLst>
          </p:cNvPr>
          <p:cNvSpPr>
            <a:spLocks noGrp="1"/>
          </p:cNvSpPr>
          <p:nvPr>
            <p:ph type="body" sz="quarter" idx="50"/>
          </p:nvPr>
        </p:nvSpPr>
        <p:spPr>
          <a:xfrm>
            <a:off x="7764207" y="3082625"/>
            <a:ext cx="2921430" cy="123015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9" name="Text Placeholder 6">
            <a:extLst>
              <a:ext uri="{FF2B5EF4-FFF2-40B4-BE49-F238E27FC236}">
                <a16:creationId xmlns:a16="http://schemas.microsoft.com/office/drawing/2014/main" id="{BFEAE0F0-F94C-F405-C850-B3545368F695}"/>
              </a:ext>
            </a:extLst>
          </p:cNvPr>
          <p:cNvSpPr>
            <a:spLocks noGrp="1"/>
          </p:cNvSpPr>
          <p:nvPr>
            <p:ph type="body" sz="quarter" idx="51"/>
          </p:nvPr>
        </p:nvSpPr>
        <p:spPr>
          <a:xfrm>
            <a:off x="7764207" y="4786563"/>
            <a:ext cx="2921430" cy="123015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02955271"/>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228679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a:prstGeom prst="rect">
            <a:avLst/>
          </a:prstGeom>
        </p:spPr>
        <p:txBody>
          <a:bodyPr anchor="ctr"/>
          <a:lstStyle>
            <a:lvl1pPr algn="ctr">
              <a:defRPr b="0" i="0">
                <a:solidFill>
                  <a:schemeClr val="tx1"/>
                </a:solidFill>
                <a:latin typeface="IBM Plex Sans Light" panose="020B0403050203000203" pitchFamily="34" charset="0"/>
              </a:defRPr>
            </a:lvl1pPr>
          </a:lstStyle>
          <a:p>
            <a:r>
              <a:rPr lang="en-US" dirty="0"/>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dirty="0"/>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43917986"/>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egal disclaimer, one colum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600"/>
            <a:ext cx="2477765" cy="1429544"/>
          </a:xfrm>
          <a:prstGeom prst="rect">
            <a:avLst/>
          </a:prstGeom>
        </p:spPr>
        <p:txBody>
          <a:bodyPr/>
          <a:lstStyle>
            <a:lvl1pPr>
              <a:lnSpc>
                <a:spcPct val="100000"/>
              </a:lnSpc>
              <a:spcBef>
                <a:spcPts val="0"/>
              </a:spcBef>
              <a:defRPr sz="3199" b="0" i="0">
                <a:solidFill>
                  <a:schemeClr val="tx2"/>
                </a:solidFill>
                <a:latin typeface="IBM Plex Sans Light" panose="020B0403050203000203" pitchFamily="34" charset="0"/>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a:prstGeom prst="rect">
            <a:avLst/>
          </a:prstGeom>
        </p:spPr>
        <p:txBody>
          <a:bodyPr/>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lvl1pPr>
              <a:defRPr b="0" i="0">
                <a:latin typeface="IBM Plex Sans Light" panose="020B0403050203000203" pitchFamily="34" charset="0"/>
              </a:defRPr>
            </a:lvl1pPr>
          </a:lstStyle>
          <a:p>
            <a:endParaRPr lang="en-US" dirty="0"/>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363569404"/>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352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64706706"/>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Legal disclaimer, two colum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600"/>
            <a:ext cx="2477765" cy="1429544"/>
          </a:xfrm>
          <a:prstGeom prst="rect">
            <a:avLst/>
          </a:prstGeom>
        </p:spPr>
        <p:txBody>
          <a:bodyPr/>
          <a:lstStyle>
            <a:lvl1pPr>
              <a:lnSpc>
                <a:spcPct val="100000"/>
              </a:lnSpc>
              <a:spcBef>
                <a:spcPts val="0"/>
              </a:spcBef>
              <a:defRPr sz="3199" b="0" i="0">
                <a:solidFill>
                  <a:schemeClr val="tx2"/>
                </a:solidFill>
                <a:latin typeface="IBM Plex Sans Light" panose="020B0403050203000203" pitchFamily="34" charset="0"/>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a:prstGeom prst="rect">
            <a:avLst/>
          </a:prstGeom>
        </p:spPr>
        <p:txBody>
          <a:bodyPr/>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4" y="6402388"/>
            <a:ext cx="2477765" cy="190500"/>
          </a:xfrm>
        </p:spPr>
        <p:txBody>
          <a:bodyPr/>
          <a:lstStyle>
            <a:lvl1pPr>
              <a:defRPr b="0" i="0">
                <a:latin typeface="IBM Plex Sans Light" panose="020B0403050203000203" pitchFamily="34" charset="0"/>
              </a:defRPr>
            </a:lvl1pPr>
          </a:lstStyle>
          <a:p>
            <a:endParaRPr lang="en-US" dirty="0"/>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a:prstGeom prst="rect">
            <a:avLst/>
          </a:prstGeom>
        </p:spPr>
        <p:txBody>
          <a:bodyPr/>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52943660"/>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269766159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10" Type="http://schemas.openxmlformats.org/officeDocument/2006/relationships/image" Target="../media/image5.tiff"/><Relationship Id="rId4" Type="http://schemas.openxmlformats.org/officeDocument/2006/relationships/slideLayout" Target="../slideLayouts/slideLayout2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9" Type="http://schemas.openxmlformats.org/officeDocument/2006/relationships/slideLayout" Target="../slideLayouts/slideLayout67.xml"/><Relationship Id="rId21" Type="http://schemas.openxmlformats.org/officeDocument/2006/relationships/slideLayout" Target="../slideLayouts/slideLayout49.xml"/><Relationship Id="rId34" Type="http://schemas.openxmlformats.org/officeDocument/2006/relationships/slideLayout" Target="../slideLayouts/slideLayout62.xml"/><Relationship Id="rId42" Type="http://schemas.openxmlformats.org/officeDocument/2006/relationships/slideLayout" Target="../slideLayouts/slideLayout70.xml"/><Relationship Id="rId47" Type="http://schemas.openxmlformats.org/officeDocument/2006/relationships/theme" Target="../theme/theme3.xml"/><Relationship Id="rId7" Type="http://schemas.openxmlformats.org/officeDocument/2006/relationships/slideLayout" Target="../slideLayouts/slideLayout3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slideLayout" Target="../slideLayouts/slideLayout60.xml"/><Relationship Id="rId37" Type="http://schemas.openxmlformats.org/officeDocument/2006/relationships/slideLayout" Target="../slideLayouts/slideLayout65.xml"/><Relationship Id="rId40" Type="http://schemas.openxmlformats.org/officeDocument/2006/relationships/slideLayout" Target="../slideLayouts/slideLayout68.xml"/><Relationship Id="rId45" Type="http://schemas.openxmlformats.org/officeDocument/2006/relationships/slideLayout" Target="../slideLayouts/slideLayout73.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slideLayout" Target="../slideLayouts/slideLayout64.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slideLayout" Target="../slideLayouts/slideLayout59.xml"/><Relationship Id="rId44" Type="http://schemas.openxmlformats.org/officeDocument/2006/relationships/slideLayout" Target="../slideLayouts/slideLayout72.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35" Type="http://schemas.openxmlformats.org/officeDocument/2006/relationships/slideLayout" Target="../slideLayouts/slideLayout63.xml"/><Relationship Id="rId43" Type="http://schemas.openxmlformats.org/officeDocument/2006/relationships/slideLayout" Target="../slideLayouts/slideLayout71.xml"/><Relationship Id="rId8" Type="http://schemas.openxmlformats.org/officeDocument/2006/relationships/slideLayout" Target="../slideLayouts/slideLayout36.xml"/><Relationship Id="rId3" Type="http://schemas.openxmlformats.org/officeDocument/2006/relationships/slideLayout" Target="../slideLayouts/slideLayout31.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38" Type="http://schemas.openxmlformats.org/officeDocument/2006/relationships/slideLayout" Target="../slideLayouts/slideLayout66.xml"/><Relationship Id="rId46" Type="http://schemas.openxmlformats.org/officeDocument/2006/relationships/slideLayout" Target="../slideLayouts/slideLayout74.xml"/><Relationship Id="rId20" Type="http://schemas.openxmlformats.org/officeDocument/2006/relationships/slideLayout" Target="../slideLayouts/slideLayout48.xml"/><Relationship Id="rId41"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813439-ABB1-B242-B3A5-7990D278EC46}"/>
              </a:ext>
            </a:extLst>
          </p:cNvPr>
          <p:cNvSpPr>
            <a:spLocks noGrp="1"/>
          </p:cNvSpPr>
          <p:nvPr>
            <p:ph type="title"/>
          </p:nvPr>
        </p:nvSpPr>
        <p:spPr>
          <a:xfrm>
            <a:off x="331704" y="141298"/>
            <a:ext cx="11642581" cy="1023610"/>
          </a:xfrm>
          <a:prstGeom prst="rect">
            <a:avLst/>
          </a:prstGeom>
        </p:spPr>
        <p:txBody>
          <a:bodyPr vert="horz" lIns="91440" tIns="45720" rIns="91440" bIns="45720" rtlCol="0" anchor="t">
            <a:normAutofit/>
          </a:bodyPr>
          <a:lstStyle/>
          <a:p>
            <a:pPr lvl="0"/>
            <a:r>
              <a:rPr lang="en-GB" dirty="0"/>
              <a:t>Click to edit Master title style</a:t>
            </a:r>
            <a:endParaRPr lang="en-US" dirty="0"/>
          </a:p>
        </p:txBody>
      </p:sp>
      <p:sp>
        <p:nvSpPr>
          <p:cNvPr id="3" name="Text Placeholder 2">
            <a:extLst>
              <a:ext uri="{FF2B5EF4-FFF2-40B4-BE49-F238E27FC236}">
                <a16:creationId xmlns:a16="http://schemas.microsoft.com/office/drawing/2014/main" id="{01F63215-457A-4548-8DCA-A2ED3F4B7497}"/>
              </a:ext>
            </a:extLst>
          </p:cNvPr>
          <p:cNvSpPr>
            <a:spLocks noGrp="1"/>
          </p:cNvSpPr>
          <p:nvPr>
            <p:ph type="body" idx="1"/>
          </p:nvPr>
        </p:nvSpPr>
        <p:spPr>
          <a:xfrm>
            <a:off x="331705" y="1299844"/>
            <a:ext cx="11642580" cy="491154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Slide Number Placeholder 5">
            <a:extLst>
              <a:ext uri="{FF2B5EF4-FFF2-40B4-BE49-F238E27FC236}">
                <a16:creationId xmlns:a16="http://schemas.microsoft.com/office/drawing/2014/main" id="{9485B57F-658E-E64C-26BE-9474B42C7F2A}"/>
              </a:ext>
            </a:extLst>
          </p:cNvPr>
          <p:cNvSpPr>
            <a:spLocks noGrp="1"/>
          </p:cNvSpPr>
          <p:nvPr>
            <p:ph type="sldNum" sz="quarter" idx="4"/>
          </p:nvPr>
        </p:nvSpPr>
        <p:spPr>
          <a:xfrm>
            <a:off x="3912543" y="6390421"/>
            <a:ext cx="2844800" cy="366183"/>
          </a:xfrm>
          <a:prstGeom prst="rect">
            <a:avLst/>
          </a:prstGeom>
        </p:spPr>
        <p:txBody>
          <a:bodyPr vert="horz" lIns="68557" tIns="34286" rIns="68557" bIns="34286" rtlCol="0" anchor="ctr"/>
          <a:lstStyle>
            <a:lvl1pPr algn="r" defTabSz="913992" fontAlgn="auto">
              <a:spcBef>
                <a:spcPts val="0"/>
              </a:spcBef>
              <a:spcAft>
                <a:spcPts val="0"/>
              </a:spcAft>
              <a:defRPr sz="900" b="0" i="0">
                <a:solidFill>
                  <a:schemeClr val="bg1"/>
                </a:solidFill>
                <a:latin typeface="IBM Plex Sans" panose="020B0503050203000203" pitchFamily="34" charset="0"/>
                <a:cs typeface="Arial" panose="020B0604020202020204" pitchFamily="34" charset="0"/>
              </a:defRPr>
            </a:lvl1pPr>
          </a:lstStyle>
          <a:p>
            <a:pPr>
              <a:defRPr/>
            </a:pPr>
            <a:fld id="{11532031-6A7D-483A-A066-0D4C829E5C9D}" type="slidenum">
              <a:rPr lang="en-US" smtClean="0"/>
              <a:pPr>
                <a:defRPr/>
              </a:pPr>
              <a:t>‹#›</a:t>
            </a:fld>
            <a:endParaRPr lang="en-US" dirty="0"/>
          </a:p>
        </p:txBody>
      </p:sp>
      <p:sp>
        <p:nvSpPr>
          <p:cNvPr id="13" name="Footer Placeholder 4">
            <a:extLst>
              <a:ext uri="{FF2B5EF4-FFF2-40B4-BE49-F238E27FC236}">
                <a16:creationId xmlns:a16="http://schemas.microsoft.com/office/drawing/2014/main" id="{8D12B453-5E57-D8B4-58BE-4463DA36B6CE}"/>
              </a:ext>
            </a:extLst>
          </p:cNvPr>
          <p:cNvSpPr>
            <a:spLocks noGrp="1"/>
          </p:cNvSpPr>
          <p:nvPr>
            <p:ph type="ftr" sz="quarter" idx="3"/>
          </p:nvPr>
        </p:nvSpPr>
        <p:spPr>
          <a:xfrm>
            <a:off x="6757343" y="6391602"/>
            <a:ext cx="5219059" cy="365125"/>
          </a:xfrm>
          <a:prstGeom prst="rect">
            <a:avLst/>
          </a:prstGeom>
        </p:spPr>
        <p:txBody>
          <a:bodyPr anchor="ctr"/>
          <a:lstStyle>
            <a:lvl1pPr algn="r">
              <a:defRPr sz="900" b="0" i="0">
                <a:solidFill>
                  <a:schemeClr val="bg1"/>
                </a:solidFill>
                <a:latin typeface="IBM Plex Sans" panose="020B0503050203000203" pitchFamily="34" charset="0"/>
              </a:defRPr>
            </a:lvl1pPr>
          </a:lstStyle>
          <a:p>
            <a:r>
              <a:rPr lang="en-IN" dirty="0"/>
              <a:t>GlobalBank and TechPartner confidential   |    © 2024 TechPartner Inc </a:t>
            </a:r>
            <a:endParaRPr lang="en-US" altLang="x-none" dirty="0">
              <a:ea typeface="Arial" charset="0"/>
              <a:cs typeface="Arial" charset="0"/>
            </a:endParaRPr>
          </a:p>
        </p:txBody>
      </p:sp>
      <p:pic>
        <p:nvPicPr>
          <p:cNvPr id="6" name="Picture 5">
            <a:extLst>
              <a:ext uri="{FF2B5EF4-FFF2-40B4-BE49-F238E27FC236}">
                <a16:creationId xmlns:a16="http://schemas.microsoft.com/office/drawing/2014/main" id="{FEC4C6B3-8BC7-3DDC-1C00-1F2BCCF06F3B}"/>
              </a:ext>
            </a:extLst>
          </p:cNvPr>
          <p:cNvPicPr>
            <a:picLocks noChangeAspect="1"/>
          </p:cNvPicPr>
          <p:nvPr userDrawn="1"/>
        </p:nvPicPr>
        <p:blipFill rotWithShape="1">
          <a:blip r:embed="rId22">
            <a:lum bright="100000" contrast="100000"/>
          </a:blip>
          <a:srcRect r="19430"/>
          <a:stretch/>
        </p:blipFill>
        <p:spPr>
          <a:xfrm>
            <a:off x="2267203" y="6392901"/>
            <a:ext cx="619372" cy="412692"/>
          </a:xfrm>
          <a:prstGeom prst="rect">
            <a:avLst/>
          </a:prstGeom>
        </p:spPr>
      </p:pic>
      <p:cxnSp>
        <p:nvCxnSpPr>
          <p:cNvPr id="12" name="Straight Connector 11">
            <a:extLst>
              <a:ext uri="{FF2B5EF4-FFF2-40B4-BE49-F238E27FC236}">
                <a16:creationId xmlns:a16="http://schemas.microsoft.com/office/drawing/2014/main" id="{CDEF0D56-310E-92C2-E6AC-F40561723F3C}"/>
              </a:ext>
            </a:extLst>
          </p:cNvPr>
          <p:cNvCxnSpPr>
            <a:cxnSpLocks/>
          </p:cNvCxnSpPr>
          <p:nvPr userDrawn="1"/>
        </p:nvCxnSpPr>
        <p:spPr>
          <a:xfrm>
            <a:off x="2191692" y="6430454"/>
            <a:ext cx="0" cy="280002"/>
          </a:xfrm>
          <a:prstGeom prst="line">
            <a:avLst/>
          </a:prstGeom>
          <a:ln w="9525">
            <a:solidFill>
              <a:schemeClr val="bg1"/>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015382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738" r:id="rId20"/>
  </p:sldLayoutIdLst>
  <p:hf hdr="0" dt="0"/>
  <p:txStyles>
    <p:titleStyle>
      <a:lvl1pPr algn="l" defTabSz="914400" rtl="0" eaLnBrk="1" latinLnBrk="0" hangingPunct="1">
        <a:lnSpc>
          <a:spcPct val="90000"/>
        </a:lnSpc>
        <a:spcBef>
          <a:spcPct val="0"/>
        </a:spcBef>
        <a:buNone/>
        <a:defRPr lang="en-US" sz="2800" b="0" i="0" kern="1200" dirty="0">
          <a:solidFill>
            <a:srgbClr val="111C46"/>
          </a:solidFill>
          <a:latin typeface="IBM Plex Sans Text" panose="020B050305020300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
          <p15:clr>
            <a:srgbClr val="F26B43"/>
          </p15:clr>
        </p15:guide>
        <p15:guide id="2" pos="18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3F3F3"/>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5"/>
            <a:ext cx="5522976" cy="5726176"/>
          </a:xfrm>
          <a:prstGeom prst="rect">
            <a:avLst/>
          </a:prstGeom>
        </p:spPr>
        <p:txBody>
          <a:bodyPr vert="horz" lIns="0" tIns="0" rIns="0" bIns="0" rtlCol="0" anchor="t">
            <a:noAutofit/>
          </a:bodyPr>
          <a:lstStyle/>
          <a:p>
            <a:r>
              <a:rPr lang="en-US" dirty="0"/>
              <a:t>Click to edit Master title style</a:t>
            </a:r>
          </a:p>
        </p:txBody>
      </p:sp>
      <p:sp>
        <p:nvSpPr>
          <p:cNvPr id="5" name="Text Placeholder"/>
          <p:cNvSpPr>
            <a:spLocks noGrp="1"/>
          </p:cNvSpPr>
          <p:nvPr>
            <p:ph type="body" idx="1"/>
          </p:nvPr>
        </p:nvSpPr>
        <p:spPr>
          <a:xfrm>
            <a:off x="6388608" y="268225"/>
            <a:ext cx="5498592" cy="5726176"/>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9" name="Group 58" descr="Outside edge tick marks for alignment">
            <a:extLst>
              <a:ext uri="{C183D7F6-B498-43B3-948B-1728B52AA6E4}">
                <adec:decorative xmlns:adec="http://schemas.microsoft.com/office/drawing/2017/decorative" val="0"/>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pic>
        <p:nvPicPr>
          <p:cNvPr id="52" name="Picture 51">
            <a:extLst>
              <a:ext uri="{FF2B5EF4-FFF2-40B4-BE49-F238E27FC236}">
                <a16:creationId xmlns:a16="http://schemas.microsoft.com/office/drawing/2014/main" id="{33B51455-835B-4E51-8D8E-6F959E631748}"/>
              </a:ext>
            </a:extLst>
          </p:cNvPr>
          <p:cNvPicPr>
            <a:picLocks noChangeAspect="1"/>
          </p:cNvPicPr>
          <p:nvPr userDrawn="1"/>
        </p:nvPicPr>
        <p:blipFill rotWithShape="1">
          <a:blip r:embed="rId10">
            <a:clrChange>
              <a:clrFrom>
                <a:srgbClr val="FFFFFF"/>
              </a:clrFrom>
              <a:clrTo>
                <a:srgbClr val="FFFFFF">
                  <a:alpha val="0"/>
                </a:srgbClr>
              </a:clrTo>
            </a:clrChange>
            <a:duotone>
              <a:prstClr val="black"/>
              <a:schemeClr val="tx2">
                <a:tint val="45000"/>
                <a:satMod val="400000"/>
              </a:schemeClr>
            </a:duotone>
          </a:blip>
          <a:srcRect l="18092" t="18894" r="18963" b="26544"/>
          <a:stretch/>
        </p:blipFill>
        <p:spPr>
          <a:xfrm>
            <a:off x="11291248" y="-18106"/>
            <a:ext cx="900752" cy="438119"/>
          </a:xfrm>
          <a:prstGeom prst="rect">
            <a:avLst/>
          </a:prstGeom>
        </p:spPr>
      </p:pic>
      <p:sp>
        <p:nvSpPr>
          <p:cNvPr id="55" name="Footer Placeholder">
            <a:extLst>
              <a:ext uri="{FF2B5EF4-FFF2-40B4-BE49-F238E27FC236}">
                <a16:creationId xmlns:a16="http://schemas.microsoft.com/office/drawing/2014/main" id="{F9823BB1-C734-4B49-A885-22F2F8C6EBD2}"/>
              </a:ext>
            </a:extLst>
          </p:cNvPr>
          <p:cNvSpPr>
            <a:spLocks noGrp="1"/>
          </p:cNvSpPr>
          <p:nvPr>
            <p:ph type="ftr" sz="quarter" idx="3"/>
          </p:nvPr>
        </p:nvSpPr>
        <p:spPr>
          <a:xfrm>
            <a:off x="313724" y="6639839"/>
            <a:ext cx="5486313" cy="222250"/>
          </a:xfrm>
          <a:prstGeom prst="rect">
            <a:avLst/>
          </a:prstGeom>
        </p:spPr>
        <p:txBody>
          <a:bodyPr vert="horz" lIns="0" tIns="0" rIns="0" bIns="0" rtlCol="0" anchor="b"/>
          <a:lstStyle>
            <a:lvl1pPr marL="0" marR="0" indent="0" algn="l" defTabSz="913741" rtl="0" eaLnBrk="1" fontAlgn="auto" latinLnBrk="0" hangingPunct="1">
              <a:lnSpc>
                <a:spcPct val="100000"/>
              </a:lnSpc>
              <a:spcBef>
                <a:spcPts val="0"/>
              </a:spcBef>
              <a:spcAft>
                <a:spcPts val="0"/>
              </a:spcAft>
              <a:buClrTx/>
              <a:buSzTx/>
              <a:buFontTx/>
              <a:buNone/>
              <a:tabLst/>
              <a:defRPr sz="799" b="0" i="0">
                <a:solidFill>
                  <a:schemeClr val="tx1"/>
                </a:solidFill>
                <a:latin typeface="IBM Plex Sans Light" panose="020B0403050203000203" pitchFamily="34" charset="0"/>
              </a:defRPr>
            </a:lvl1pPr>
          </a:lstStyle>
          <a:p>
            <a:r>
              <a:rPr lang="en-US" dirty="0"/>
              <a:t>IBM Automation / © 2021 TechPartner Inc</a:t>
            </a:r>
          </a:p>
        </p:txBody>
      </p:sp>
      <p:sp>
        <p:nvSpPr>
          <p:cNvPr id="56" name="Slide Number Placeholder">
            <a:extLst>
              <a:ext uri="{FF2B5EF4-FFF2-40B4-BE49-F238E27FC236}">
                <a16:creationId xmlns:a16="http://schemas.microsoft.com/office/drawing/2014/main" id="{7A8C4EA8-B48D-4C19-AFF6-4803796127DC}"/>
              </a:ext>
            </a:extLst>
          </p:cNvPr>
          <p:cNvSpPr>
            <a:spLocks noGrp="1"/>
          </p:cNvSpPr>
          <p:nvPr>
            <p:ph type="sldNum" sz="quarter" idx="4"/>
          </p:nvPr>
        </p:nvSpPr>
        <p:spPr>
          <a:xfrm>
            <a:off x="9448802" y="6639836"/>
            <a:ext cx="2438309" cy="222250"/>
          </a:xfrm>
          <a:prstGeom prst="rect">
            <a:avLst/>
          </a:prstGeom>
        </p:spPr>
        <p:txBody>
          <a:bodyPr vert="horz" lIns="0" tIns="0" rIns="0" bIns="0" rtlCol="0" anchor="b"/>
          <a:lstStyle>
            <a:lvl1pPr algn="r">
              <a:defRPr sz="799" b="0" i="0">
                <a:solidFill>
                  <a:schemeClr val="tx1"/>
                </a:solidFill>
                <a:latin typeface="IBM Plex Sans Light" panose="020B0403050203000203" pitchFamily="34" charset="0"/>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409138728"/>
      </p:ext>
    </p:extLst>
  </p:cSld>
  <p:clrMap bg1="dk1" tx1="lt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Lst>
  <p:hf hdr="0" dt="0"/>
  <p:txStyles>
    <p:titleStyle>
      <a:lvl1pPr algn="l" rtl="0" eaLnBrk="1" fontAlgn="base" hangingPunct="1">
        <a:lnSpc>
          <a:spcPct val="90000"/>
        </a:lnSpc>
        <a:spcBef>
          <a:spcPct val="0"/>
        </a:spcBef>
        <a:spcAft>
          <a:spcPct val="0"/>
        </a:spcAft>
        <a:defRPr sz="319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957">
          <a:solidFill>
            <a:srgbClr val="191919"/>
          </a:solidFill>
          <a:latin typeface="HelvNeue Light for IBM" pitchFamily="34" charset="0"/>
        </a:defRPr>
      </a:lvl2pPr>
      <a:lvl3pPr algn="l" rtl="0" eaLnBrk="1" fontAlgn="base" hangingPunct="1">
        <a:lnSpc>
          <a:spcPct val="90000"/>
        </a:lnSpc>
        <a:spcBef>
          <a:spcPct val="0"/>
        </a:spcBef>
        <a:spcAft>
          <a:spcPct val="0"/>
        </a:spcAft>
        <a:defRPr sz="2957">
          <a:solidFill>
            <a:srgbClr val="191919"/>
          </a:solidFill>
          <a:latin typeface="HelvNeue Light for IBM" pitchFamily="34" charset="0"/>
        </a:defRPr>
      </a:lvl3pPr>
      <a:lvl4pPr algn="l" rtl="0" eaLnBrk="1" fontAlgn="base" hangingPunct="1">
        <a:lnSpc>
          <a:spcPct val="90000"/>
        </a:lnSpc>
        <a:spcBef>
          <a:spcPct val="0"/>
        </a:spcBef>
        <a:spcAft>
          <a:spcPct val="0"/>
        </a:spcAft>
        <a:defRPr sz="2957">
          <a:solidFill>
            <a:srgbClr val="191919"/>
          </a:solidFill>
          <a:latin typeface="HelvNeue Light for IBM" pitchFamily="34" charset="0"/>
        </a:defRPr>
      </a:lvl4pPr>
      <a:lvl5pPr algn="l" rtl="0" eaLnBrk="1" fontAlgn="base" hangingPunct="1">
        <a:lnSpc>
          <a:spcPct val="90000"/>
        </a:lnSpc>
        <a:spcBef>
          <a:spcPct val="0"/>
        </a:spcBef>
        <a:spcAft>
          <a:spcPct val="0"/>
        </a:spcAft>
        <a:defRPr sz="2957">
          <a:solidFill>
            <a:srgbClr val="191919"/>
          </a:solidFill>
          <a:latin typeface="HelvNeue Light for IBM" pitchFamily="34" charset="0"/>
        </a:defRPr>
      </a:lvl5pPr>
      <a:lvl6pPr marL="482941" algn="l" rtl="0" eaLnBrk="1" fontAlgn="base" hangingPunct="1">
        <a:lnSpc>
          <a:spcPct val="90000"/>
        </a:lnSpc>
        <a:spcBef>
          <a:spcPct val="0"/>
        </a:spcBef>
        <a:spcAft>
          <a:spcPct val="0"/>
        </a:spcAft>
        <a:defRPr sz="2957">
          <a:solidFill>
            <a:srgbClr val="191919"/>
          </a:solidFill>
          <a:latin typeface="HelvNeue Light for IBM" pitchFamily="34" charset="0"/>
        </a:defRPr>
      </a:lvl6pPr>
      <a:lvl7pPr marL="965885" algn="l" rtl="0" eaLnBrk="1" fontAlgn="base" hangingPunct="1">
        <a:lnSpc>
          <a:spcPct val="90000"/>
        </a:lnSpc>
        <a:spcBef>
          <a:spcPct val="0"/>
        </a:spcBef>
        <a:spcAft>
          <a:spcPct val="0"/>
        </a:spcAft>
        <a:defRPr sz="2957">
          <a:solidFill>
            <a:srgbClr val="191919"/>
          </a:solidFill>
          <a:latin typeface="HelvNeue Light for IBM" pitchFamily="34" charset="0"/>
        </a:defRPr>
      </a:lvl7pPr>
      <a:lvl8pPr marL="1448826" algn="l" rtl="0" eaLnBrk="1" fontAlgn="base" hangingPunct="1">
        <a:lnSpc>
          <a:spcPct val="90000"/>
        </a:lnSpc>
        <a:spcBef>
          <a:spcPct val="0"/>
        </a:spcBef>
        <a:spcAft>
          <a:spcPct val="0"/>
        </a:spcAft>
        <a:defRPr sz="2957">
          <a:solidFill>
            <a:srgbClr val="191919"/>
          </a:solidFill>
          <a:latin typeface="HelvNeue Light for IBM" pitchFamily="34" charset="0"/>
        </a:defRPr>
      </a:lvl8pPr>
      <a:lvl9pPr marL="1931768" algn="l" rtl="0" eaLnBrk="1" fontAlgn="base" hangingPunct="1">
        <a:lnSpc>
          <a:spcPct val="90000"/>
        </a:lnSpc>
        <a:spcBef>
          <a:spcPct val="0"/>
        </a:spcBef>
        <a:spcAft>
          <a:spcPct val="0"/>
        </a:spcAft>
        <a:defRPr sz="2957">
          <a:solidFill>
            <a:srgbClr val="191919"/>
          </a:solidFill>
          <a:latin typeface="HelvNeue Light for IBM" pitchFamily="34" charset="0"/>
        </a:defRPr>
      </a:lvl9pPr>
    </p:titleStyle>
    <p:bodyStyle>
      <a:lvl1pPr marL="0" indent="0" algn="l" rtl="0" eaLnBrk="1" fontAlgn="base" hangingPunct="1">
        <a:lnSpc>
          <a:spcPct val="100000"/>
        </a:lnSpc>
        <a:spcBef>
          <a:spcPts val="1465"/>
        </a:spcBef>
        <a:spcAft>
          <a:spcPct val="0"/>
        </a:spcAft>
        <a:buClr>
          <a:schemeClr val="tx1"/>
        </a:buClr>
        <a:buSzPct val="90000"/>
        <a:buFont typeface="Wingdings" pitchFamily="2" charset="2"/>
        <a:buNone/>
        <a:defRPr sz="1865"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374" indent="-231416" algn="l" rtl="0" eaLnBrk="1" fontAlgn="base" hangingPunct="1">
        <a:lnSpc>
          <a:spcPct val="100000"/>
        </a:lnSpc>
        <a:spcBef>
          <a:spcPts val="1465"/>
        </a:spcBef>
        <a:spcAft>
          <a:spcPct val="0"/>
        </a:spcAft>
        <a:buClr>
          <a:schemeClr val="tx1"/>
        </a:buClr>
        <a:buSzPct val="100000"/>
        <a:buFont typeface=".AppleSystemUIFont" charset="-120"/>
        <a:buChar char="–"/>
        <a:tabLst/>
        <a:defRPr sz="1865"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6749" indent="-231416" algn="l" rtl="0" eaLnBrk="1" fontAlgn="base" hangingPunct="1">
        <a:lnSpc>
          <a:spcPct val="100000"/>
        </a:lnSpc>
        <a:spcBef>
          <a:spcPts val="1465"/>
        </a:spcBef>
        <a:spcAft>
          <a:spcPct val="0"/>
        </a:spcAft>
        <a:buClr>
          <a:schemeClr val="tx1"/>
        </a:buClr>
        <a:buSzPct val="100000"/>
        <a:buFont typeface="Arial" panose="020B0604020202020204" pitchFamily="34" charset="0"/>
        <a:buChar char="•"/>
        <a:tabLst/>
        <a:defRPr sz="1865"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7372" indent="-231416" algn="l" rtl="0" eaLnBrk="1" fontAlgn="base" hangingPunct="1">
        <a:lnSpc>
          <a:spcPct val="100000"/>
        </a:lnSpc>
        <a:spcBef>
          <a:spcPts val="1465"/>
        </a:spcBef>
        <a:spcAft>
          <a:spcPct val="0"/>
        </a:spcAft>
        <a:buClr>
          <a:schemeClr val="tx1"/>
        </a:buClr>
        <a:buSzPct val="100000"/>
        <a:buFont typeface=".AppleSystemUIFont" charset="-120"/>
        <a:buChar char="–"/>
        <a:tabLst/>
        <a:defRPr sz="1865"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69976" indent="-231416" algn="l" rtl="0" eaLnBrk="1" fontAlgn="base" hangingPunct="1">
        <a:lnSpc>
          <a:spcPct val="100000"/>
        </a:lnSpc>
        <a:spcBef>
          <a:spcPts val="1465"/>
        </a:spcBef>
        <a:spcAft>
          <a:spcPct val="0"/>
        </a:spcAft>
        <a:buClr>
          <a:schemeClr val="tx1"/>
        </a:buClr>
        <a:buFont typeface=".AppleSystemUIFont" charset="-120"/>
        <a:buChar char="»"/>
        <a:tabLst/>
        <a:defRPr sz="1865"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09516" indent="-172720" algn="l" rtl="0" eaLnBrk="1" fontAlgn="base" hangingPunct="1">
        <a:spcBef>
          <a:spcPct val="20000"/>
        </a:spcBef>
        <a:spcAft>
          <a:spcPct val="0"/>
        </a:spcAft>
        <a:buClr>
          <a:schemeClr val="bg1"/>
        </a:buClr>
        <a:buChar char="»"/>
        <a:defRPr sz="1690">
          <a:solidFill>
            <a:schemeClr val="bg1"/>
          </a:solidFill>
          <a:latin typeface="Arial" charset="0"/>
        </a:defRPr>
      </a:lvl6pPr>
      <a:lvl7pPr marL="2592460" indent="-172720" algn="l" rtl="0" eaLnBrk="1" fontAlgn="base" hangingPunct="1">
        <a:spcBef>
          <a:spcPct val="20000"/>
        </a:spcBef>
        <a:spcAft>
          <a:spcPct val="0"/>
        </a:spcAft>
        <a:buClr>
          <a:schemeClr val="bg1"/>
        </a:buClr>
        <a:buChar char="»"/>
        <a:defRPr sz="1690">
          <a:solidFill>
            <a:schemeClr val="bg1"/>
          </a:solidFill>
          <a:latin typeface="Arial" charset="0"/>
        </a:defRPr>
      </a:lvl7pPr>
      <a:lvl8pPr marL="3075402" indent="-172720" algn="l" rtl="0" eaLnBrk="1" fontAlgn="base" hangingPunct="1">
        <a:spcBef>
          <a:spcPct val="20000"/>
        </a:spcBef>
        <a:spcAft>
          <a:spcPct val="0"/>
        </a:spcAft>
        <a:buClr>
          <a:schemeClr val="bg1"/>
        </a:buClr>
        <a:buChar char="»"/>
        <a:defRPr sz="1690">
          <a:solidFill>
            <a:schemeClr val="bg1"/>
          </a:solidFill>
          <a:latin typeface="Arial" charset="0"/>
        </a:defRPr>
      </a:lvl8pPr>
      <a:lvl9pPr marL="3558345" indent="-172720" algn="l" rtl="0" eaLnBrk="1" fontAlgn="base" hangingPunct="1">
        <a:spcBef>
          <a:spcPct val="20000"/>
        </a:spcBef>
        <a:spcAft>
          <a:spcPct val="0"/>
        </a:spcAft>
        <a:buClr>
          <a:schemeClr val="bg1"/>
        </a:buClr>
        <a:buChar char="»"/>
        <a:defRPr sz="1690">
          <a:solidFill>
            <a:schemeClr val="bg1"/>
          </a:solidFill>
          <a:latin typeface="Arial" charset="0"/>
        </a:defRPr>
      </a:lvl9pPr>
    </p:bodyStyle>
    <p:otherStyle>
      <a:defPPr>
        <a:defRPr lang="en-US"/>
      </a:defPPr>
      <a:lvl1pPr marL="0" algn="l" defTabSz="965885" rtl="0" eaLnBrk="1" latinLnBrk="0" hangingPunct="1">
        <a:defRPr sz="1902" kern="1200">
          <a:solidFill>
            <a:schemeClr val="tx1"/>
          </a:solidFill>
          <a:latin typeface="+mn-lt"/>
          <a:ea typeface="+mn-ea"/>
          <a:cs typeface="+mn-cs"/>
        </a:defRPr>
      </a:lvl1pPr>
      <a:lvl2pPr marL="482941" algn="l" defTabSz="965885" rtl="0" eaLnBrk="1" latinLnBrk="0" hangingPunct="1">
        <a:defRPr sz="1902" kern="1200">
          <a:solidFill>
            <a:schemeClr val="tx1"/>
          </a:solidFill>
          <a:latin typeface="+mn-lt"/>
          <a:ea typeface="+mn-ea"/>
          <a:cs typeface="+mn-cs"/>
        </a:defRPr>
      </a:lvl2pPr>
      <a:lvl3pPr marL="965885" algn="l" defTabSz="965885" rtl="0" eaLnBrk="1" latinLnBrk="0" hangingPunct="1">
        <a:defRPr sz="1902" kern="1200">
          <a:solidFill>
            <a:schemeClr val="tx1"/>
          </a:solidFill>
          <a:latin typeface="+mn-lt"/>
          <a:ea typeface="+mn-ea"/>
          <a:cs typeface="+mn-cs"/>
        </a:defRPr>
      </a:lvl3pPr>
      <a:lvl4pPr marL="1448826" algn="l" defTabSz="965885" rtl="0" eaLnBrk="1" latinLnBrk="0" hangingPunct="1">
        <a:defRPr sz="1902" kern="1200">
          <a:solidFill>
            <a:schemeClr val="tx1"/>
          </a:solidFill>
          <a:latin typeface="+mn-lt"/>
          <a:ea typeface="+mn-ea"/>
          <a:cs typeface="+mn-cs"/>
        </a:defRPr>
      </a:lvl4pPr>
      <a:lvl5pPr marL="1931768" algn="l" defTabSz="965885" rtl="0" eaLnBrk="1" latinLnBrk="0" hangingPunct="1">
        <a:defRPr sz="1902" kern="1200">
          <a:solidFill>
            <a:schemeClr val="tx1"/>
          </a:solidFill>
          <a:latin typeface="+mn-lt"/>
          <a:ea typeface="+mn-ea"/>
          <a:cs typeface="+mn-cs"/>
        </a:defRPr>
      </a:lvl5pPr>
      <a:lvl6pPr marL="2414711" algn="l" defTabSz="965885" rtl="0" eaLnBrk="1" latinLnBrk="0" hangingPunct="1">
        <a:defRPr sz="1902" kern="1200">
          <a:solidFill>
            <a:schemeClr val="tx1"/>
          </a:solidFill>
          <a:latin typeface="+mn-lt"/>
          <a:ea typeface="+mn-ea"/>
          <a:cs typeface="+mn-cs"/>
        </a:defRPr>
      </a:lvl6pPr>
      <a:lvl7pPr marL="2897651" algn="l" defTabSz="965885" rtl="0" eaLnBrk="1" latinLnBrk="0" hangingPunct="1">
        <a:defRPr sz="1902" kern="1200">
          <a:solidFill>
            <a:schemeClr val="tx1"/>
          </a:solidFill>
          <a:latin typeface="+mn-lt"/>
          <a:ea typeface="+mn-ea"/>
          <a:cs typeface="+mn-cs"/>
        </a:defRPr>
      </a:lvl7pPr>
      <a:lvl8pPr marL="3380593" algn="l" defTabSz="965885" rtl="0" eaLnBrk="1" latinLnBrk="0" hangingPunct="1">
        <a:defRPr sz="1902" kern="1200">
          <a:solidFill>
            <a:schemeClr val="tx1"/>
          </a:solidFill>
          <a:latin typeface="+mn-lt"/>
          <a:ea typeface="+mn-ea"/>
          <a:cs typeface="+mn-cs"/>
        </a:defRPr>
      </a:lvl8pPr>
      <a:lvl9pPr marL="3863535" algn="l" defTabSz="965885" rtl="0" eaLnBrk="1" latinLnBrk="0" hangingPunct="1">
        <a:defRPr sz="190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
          <p15:clr>
            <a:srgbClr val="F26B43"/>
          </p15:clr>
        </p15:guide>
        <p15:guide id="2" pos="288">
          <p15:clr>
            <a:srgbClr val="F26B43"/>
          </p15:clr>
        </p15:guide>
        <p15:guide id="3" pos="11232">
          <p15:clr>
            <a:srgbClr val="F26B43"/>
          </p15:clr>
        </p15:guide>
        <p15:guide id="4" orient="horz" pos="5669">
          <p15:clr>
            <a:srgbClr val="F26B43"/>
          </p15:clr>
        </p15:guide>
        <p15:guide id="5" orient="horz" pos="6182">
          <p15:clr>
            <a:srgbClr val="F26B43"/>
          </p15:clr>
        </p15:guide>
        <p15:guide id="6" pos="5760">
          <p15:clr>
            <a:srgbClr val="F26B43"/>
          </p15:clr>
        </p15:guide>
        <p15:guide id="7" pos="5472">
          <p15:clr>
            <a:srgbClr val="F26B43"/>
          </p15:clr>
        </p15:guide>
        <p15:guide id="8" pos="2880">
          <p15:clr>
            <a:srgbClr val="F26B43"/>
          </p15:clr>
        </p15:guide>
        <p15:guide id="9" pos="6048">
          <p15:clr>
            <a:srgbClr val="F26B43"/>
          </p15:clr>
        </p15:guide>
        <p15:guide id="10" pos="2592">
          <p15:clr>
            <a:srgbClr val="F26B43"/>
          </p15:clr>
        </p15:guide>
        <p15:guide id="11" pos="3168">
          <p15:clr>
            <a:srgbClr val="F26B43"/>
          </p15:clr>
        </p15:guide>
        <p15:guide id="12" pos="8640">
          <p15:clr>
            <a:srgbClr val="F26B43"/>
          </p15:clr>
        </p15:guide>
        <p15:guide id="13" pos="8352">
          <p15:clr>
            <a:srgbClr val="F26B43"/>
          </p15:clr>
        </p15:guide>
        <p15:guide id="14" pos="8928">
          <p15:clr>
            <a:srgbClr val="F26B43"/>
          </p15:clr>
        </p15:guide>
        <p15:guide id="15" orient="horz" pos="825">
          <p15:clr>
            <a:srgbClr val="F26B43"/>
          </p15:clr>
        </p15:guide>
        <p15:guide id="17" orient="horz" pos="1626">
          <p15:clr>
            <a:srgbClr val="F26B43"/>
          </p15:clr>
        </p15:guide>
        <p15:guide id="18" orient="horz" pos="3243">
          <p15:clr>
            <a:srgbClr val="F26B43"/>
          </p15:clr>
        </p15:guide>
        <p15:guide id="19" orient="horz" pos="2434">
          <p15:clr>
            <a:srgbClr val="F26B43"/>
          </p15:clr>
        </p15:guide>
        <p15:guide id="20" orient="horz" pos="4048">
          <p15:clr>
            <a:srgbClr val="F26B43"/>
          </p15:clr>
        </p15:guide>
        <p15:guide id="21" orient="horz" pos="48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6950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287999" y="288036"/>
            <a:ext cx="11293592"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endParaRPr lang="en-CA" dirty="0"/>
          </a:p>
          <a:p>
            <a:pPr lvl="2"/>
            <a:r>
              <a:rPr lang="en-CA" dirty="0"/>
              <a:t>Body Level Three</a:t>
            </a:r>
          </a:p>
          <a:p>
            <a:pPr lvl="3"/>
            <a:r>
              <a:rPr lang="en-CA"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5" y="6402118"/>
            <a:ext cx="2477765" cy="190500"/>
          </a:xfrm>
          <a:prstGeom prst="rect">
            <a:avLst/>
          </a:prstGeom>
        </p:spPr>
        <p:txBody>
          <a:bodyPr vert="horz" lIns="0" tIns="0" rIns="0" bIns="0" rtlCol="0" anchor="b"/>
          <a:lstStyle>
            <a:lvl1pPr algn="l">
              <a:defRPr sz="800" b="0" i="0">
                <a:solidFill>
                  <a:schemeClr val="tx1"/>
                </a:solidFill>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4182232681"/>
      </p:ext>
    </p:extLst>
  </p:cSld>
  <p:clrMap bg1="dk1" tx1="lt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transition spd="med"/>
  <p:hf sldNum="0" hdr="0" ftr="0" dt="0"/>
  <p:txStyles>
    <p:titleStyle>
      <a:lvl1pPr marL="0" marR="0" indent="0" algn="l" defTabSz="1218956" rtl="0" eaLnBrk="1" latinLnBrk="0" hangingPunct="1">
        <a:lnSpc>
          <a:spcPct val="100000"/>
        </a:lnSpc>
        <a:spcBef>
          <a:spcPts val="0"/>
        </a:spcBef>
        <a:spcAft>
          <a:spcPts val="0"/>
        </a:spcAft>
        <a:buClrTx/>
        <a:buSzTx/>
        <a:buFontTx/>
        <a:buNone/>
        <a:tabLst/>
        <a:defRPr sz="3199" b="0" i="0" u="none" strike="noStrike" cap="none" spc="0" baseline="0">
          <a:solidFill>
            <a:schemeClr val="tx2"/>
          </a:solidFill>
          <a:uFillTx/>
          <a:latin typeface="IBM Plex Sans Light" panose="020B0403050203000203" pitchFamily="34" charset="0"/>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00000"/>
        </a:lnSpc>
        <a:spcBef>
          <a:spcPts val="0"/>
        </a:spcBef>
        <a:spcAft>
          <a:spcPts val="0"/>
        </a:spcAft>
        <a:buClr>
          <a:schemeClr val="tx1"/>
        </a:buClr>
        <a:buSzTx/>
        <a:buFont typeface="Arial" panose="020B0604020202020204" pitchFamily="34" charset="0"/>
        <a:buNone/>
        <a:tabLst/>
        <a:defRPr sz="1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163767" marR="0" indent="-163767" algn="l" defTabSz="1218956"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1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329334" marR="0" indent="-163767" algn="l" defTabSz="1218956"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1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493101" marR="0" indent="-163767" algn="l" defTabSz="1218956"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1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342831" marR="0" indent="0" algn="l" defTabSz="1218956" rtl="0" eaLnBrk="1" latinLnBrk="0" hangingPunct="1">
        <a:lnSpc>
          <a:spcPct val="110000"/>
        </a:lnSpc>
        <a:spcBef>
          <a:spcPts val="1450"/>
        </a:spcBef>
        <a:spcAft>
          <a:spcPts val="0"/>
        </a:spcAft>
        <a:buClrTx/>
        <a:buSzPct val="100000"/>
        <a:buFont typeface="Arial" panose="020B0604020202020204" pitchFamily="34" charset="0"/>
        <a:buNone/>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12.sv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EA5B-4414-F077-FEFC-62FB32B3C0A3}"/>
              </a:ext>
            </a:extLst>
          </p:cNvPr>
          <p:cNvSpPr>
            <a:spLocks noGrp="1"/>
          </p:cNvSpPr>
          <p:nvPr>
            <p:ph type="title"/>
          </p:nvPr>
        </p:nvSpPr>
        <p:spPr/>
        <p:txBody>
          <a:bodyPr/>
          <a:lstStyle/>
          <a:p>
            <a:r>
              <a:rPr lang="en-US" dirty="0"/>
              <a:t>Data &amp; Functions</a:t>
            </a:r>
          </a:p>
        </p:txBody>
      </p:sp>
      <p:sp>
        <p:nvSpPr>
          <p:cNvPr id="3" name="Content Placeholder 2">
            <a:extLst>
              <a:ext uri="{FF2B5EF4-FFF2-40B4-BE49-F238E27FC236}">
                <a16:creationId xmlns:a16="http://schemas.microsoft.com/office/drawing/2014/main" id="{2DE02BED-E3D8-01ED-9C97-4C4B72B680D8}"/>
              </a:ext>
            </a:extLst>
          </p:cNvPr>
          <p:cNvSpPr>
            <a:spLocks noGrp="1"/>
          </p:cNvSpPr>
          <p:nvPr>
            <p:ph idx="1"/>
          </p:nvPr>
        </p:nvSpPr>
        <p:spPr/>
        <p:txBody>
          <a:bodyPr/>
          <a:lstStyle/>
          <a:p>
            <a:r>
              <a:rPr lang="en-US" dirty="0">
                <a:latin typeface="IBM Plex Sans"/>
              </a:rPr>
              <a:t>TechPartner Monthly Governance – Jan 2025</a:t>
            </a:r>
          </a:p>
          <a:p>
            <a:endParaRPr lang="en-US" dirty="0"/>
          </a:p>
        </p:txBody>
      </p:sp>
      <p:sp>
        <p:nvSpPr>
          <p:cNvPr id="4" name="Slide Number Placeholder 3">
            <a:extLst>
              <a:ext uri="{FF2B5EF4-FFF2-40B4-BE49-F238E27FC236}">
                <a16:creationId xmlns:a16="http://schemas.microsoft.com/office/drawing/2014/main" id="{505AAA6F-0900-E74D-0A4E-86265377E0D0}"/>
              </a:ext>
            </a:extLst>
          </p:cNvPr>
          <p:cNvSpPr>
            <a:spLocks noGrp="1"/>
          </p:cNvSpPr>
          <p:nvPr>
            <p:ph type="sldNum" sz="quarter" idx="4"/>
          </p:nvPr>
        </p:nvSpPr>
        <p:spPr/>
        <p:txBody>
          <a:bodyPr/>
          <a:lstStyle/>
          <a:p>
            <a:pPr>
              <a:defRPr/>
            </a:pPr>
            <a:fld id="{11532031-6A7D-483A-A066-0D4C829E5C9D}" type="slidenum">
              <a:rPr lang="en-US" smtClean="0"/>
              <a:pPr>
                <a:defRPr/>
              </a:pPr>
              <a:t>1</a:t>
            </a:fld>
            <a:endParaRPr lang="en-US" dirty="0"/>
          </a:p>
        </p:txBody>
      </p:sp>
      <p:sp>
        <p:nvSpPr>
          <p:cNvPr id="5" name="Footer Placeholder 4">
            <a:extLst>
              <a:ext uri="{FF2B5EF4-FFF2-40B4-BE49-F238E27FC236}">
                <a16:creationId xmlns:a16="http://schemas.microsoft.com/office/drawing/2014/main" id="{7471FFFB-0477-7CC2-12E2-A578BDBE17EE}"/>
              </a:ext>
            </a:extLst>
          </p:cNvPr>
          <p:cNvSpPr>
            <a:spLocks noGrp="1"/>
          </p:cNvSpPr>
          <p:nvPr>
            <p:ph type="ftr" sz="quarter" idx="3"/>
          </p:nvPr>
        </p:nvSpPr>
        <p:spPr/>
        <p:txBody>
          <a:bodyPr/>
          <a:lstStyle/>
          <a:p>
            <a:r>
              <a:rPr lang="en-IN"/>
              <a:t>GlobalBank and TechPartner confidential   |    © 2024 TechPartner Inc </a:t>
            </a:r>
            <a:endParaRPr lang="en-US" altLang="x-none" dirty="0">
              <a:ea typeface="Arial" charset="0"/>
              <a:cs typeface="Arial" charset="0"/>
            </a:endParaRPr>
          </a:p>
        </p:txBody>
      </p:sp>
    </p:spTree>
    <p:extLst>
      <p:ext uri="{BB962C8B-B14F-4D97-AF65-F5344CB8AC3E}">
        <p14:creationId xmlns:p14="http://schemas.microsoft.com/office/powerpoint/2010/main" val="3649192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03810AF-AE90-40AD-6337-541B0A4130B0}"/>
              </a:ext>
            </a:extLst>
          </p:cNvPr>
          <p:cNvGraphicFramePr>
            <a:graphicFrameLocks noGrp="1"/>
          </p:cNvGraphicFramePr>
          <p:nvPr>
            <p:extLst>
              <p:ext uri="{D42A27DB-BD31-4B8C-83A1-F6EECF244321}">
                <p14:modId xmlns:p14="http://schemas.microsoft.com/office/powerpoint/2010/main" val="3642280548"/>
              </p:ext>
            </p:extLst>
          </p:nvPr>
        </p:nvGraphicFramePr>
        <p:xfrm>
          <a:off x="405442" y="737783"/>
          <a:ext cx="11556265" cy="4967496"/>
        </p:xfrm>
        <a:graphic>
          <a:graphicData uri="http://schemas.openxmlformats.org/drawingml/2006/table">
            <a:tbl>
              <a:tblPr firstRow="1" bandRow="1">
                <a:tableStyleId>{5C22544A-7EE6-4342-B048-85BDC9FD1C3A}</a:tableStyleId>
              </a:tblPr>
              <a:tblGrid>
                <a:gridCol w="2474251">
                  <a:extLst>
                    <a:ext uri="{9D8B030D-6E8A-4147-A177-3AD203B41FA5}">
                      <a16:colId xmlns:a16="http://schemas.microsoft.com/office/drawing/2014/main" val="3118056824"/>
                    </a:ext>
                  </a:extLst>
                </a:gridCol>
                <a:gridCol w="2474251">
                  <a:extLst>
                    <a:ext uri="{9D8B030D-6E8A-4147-A177-3AD203B41FA5}">
                      <a16:colId xmlns:a16="http://schemas.microsoft.com/office/drawing/2014/main" val="912072556"/>
                    </a:ext>
                  </a:extLst>
                </a:gridCol>
                <a:gridCol w="3744005">
                  <a:extLst>
                    <a:ext uri="{9D8B030D-6E8A-4147-A177-3AD203B41FA5}">
                      <a16:colId xmlns:a16="http://schemas.microsoft.com/office/drawing/2014/main" val="625390160"/>
                    </a:ext>
                  </a:extLst>
                </a:gridCol>
                <a:gridCol w="2863758">
                  <a:extLst>
                    <a:ext uri="{9D8B030D-6E8A-4147-A177-3AD203B41FA5}">
                      <a16:colId xmlns:a16="http://schemas.microsoft.com/office/drawing/2014/main" val="3534534639"/>
                    </a:ext>
                  </a:extLst>
                </a:gridCol>
              </a:tblGrid>
              <a:tr h="30405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dirty="0">
                        <a:ln>
                          <a:noFill/>
                        </a:ln>
                        <a:solidFill>
                          <a:srgbClr val="051243"/>
                        </a:solidFill>
                        <a:effectLst/>
                        <a:uLnTx/>
                        <a:uFillTx/>
                        <a:latin typeface="IBM Plex Sans" panose="020B0503050000000000" pitchFamily="34" charset="0"/>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dirty="0">
                          <a:ln>
                            <a:noFill/>
                          </a:ln>
                          <a:solidFill>
                            <a:srgbClr val="051243"/>
                          </a:solidFill>
                          <a:effectLst/>
                          <a:uLnTx/>
                          <a:uFillTx/>
                          <a:latin typeface="IBM Plex Sans" panose="020B0503050000000000" pitchFamily="34" charset="0"/>
                          <a:ea typeface="+mn-ea"/>
                          <a:cs typeface="+mn-cs"/>
                        </a:rPr>
                        <a:t>Summary of Workstream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i="0" u="none" strike="noStrike" kern="1200" cap="none" spc="0" normalizeH="0" baseline="0" noProof="0" dirty="0">
                          <a:ln>
                            <a:noFill/>
                          </a:ln>
                          <a:solidFill>
                            <a:srgbClr val="051243"/>
                          </a:solidFill>
                          <a:effectLst/>
                          <a:uLnTx/>
                          <a:uFillTx/>
                          <a:latin typeface="IBM Plex Sans"/>
                          <a:ea typeface="+mn-ea"/>
                          <a:cs typeface="+mn-cs"/>
                        </a:rPr>
                        <a:t>In-Quarter</a:t>
                      </a:r>
                      <a:r>
                        <a:rPr kumimoji="0" lang="en-US" sz="1200" b="1" i="0" u="none" strike="noStrike" kern="1200" cap="none" spc="0" normalizeH="0" baseline="0" noProof="0" dirty="0">
                          <a:ln>
                            <a:noFill/>
                          </a:ln>
                          <a:solidFill>
                            <a:srgbClr val="051243"/>
                          </a:solidFill>
                          <a:effectLst/>
                          <a:uLnTx/>
                          <a:uFillTx/>
                          <a:latin typeface="IBM Plex Sans"/>
                          <a:ea typeface="+mn-ea"/>
                          <a:cs typeface="+mn-cs"/>
                        </a:rPr>
                        <a:t> Highlights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51243"/>
                          </a:solidFill>
                          <a:effectLst/>
                          <a:uLnTx/>
                          <a:uFillTx/>
                          <a:latin typeface="IBM Plex Sans" panose="020B0503050000000000" pitchFamily="34" charset="0"/>
                          <a:ea typeface="+mn-ea"/>
                          <a:cs typeface="+mn-cs"/>
                        </a:rPr>
                        <a:t>Next Month Priority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1814326"/>
                  </a:ext>
                </a:extLst>
              </a:tr>
              <a:tr h="1011558">
                <a:tc>
                  <a:txBody>
                    <a:bodyPr/>
                    <a:lstStyle/>
                    <a:p>
                      <a:pPr marL="0" marR="0" lvl="0" indent="0" algn="l" rtl="0" eaLnBrk="1" fontAlgn="auto" latinLnBrk="0" hangingPunct="1">
                        <a:lnSpc>
                          <a:spcPct val="100000"/>
                        </a:lnSpc>
                        <a:spcBef>
                          <a:spcPts val="0"/>
                        </a:spcBef>
                        <a:spcAft>
                          <a:spcPts val="0"/>
                        </a:spcAft>
                        <a:buClrTx/>
                        <a:buSzTx/>
                        <a:buFontTx/>
                        <a:buNone/>
                      </a:pPr>
                      <a:endParaRPr lang="en-US" sz="1000" b="1" dirty="0">
                        <a:highlight>
                          <a:srgbClr val="FFFF00"/>
                        </a:highlight>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1050" b="0" i="0" u="none" strike="noStrike" kern="1200" cap="none" spc="0" normalizeH="0" baseline="0" noProof="0" dirty="0">
                          <a:ln>
                            <a:noFill/>
                          </a:ln>
                          <a:solidFill>
                            <a:srgbClr val="051243"/>
                          </a:solidFill>
                          <a:effectLst/>
                          <a:uLnTx/>
                          <a:uFillTx/>
                          <a:latin typeface="IBM Plex Sans"/>
                          <a:ea typeface="+mn-ea"/>
                          <a:cs typeface="+mn-cs"/>
                        </a:rPr>
                        <a:t>AI </a:t>
                      </a:r>
                      <a:r>
                        <a:rPr kumimoji="0" lang="en-US" sz="1050" b="0" i="0" u="none" strike="noStrike" kern="1200" cap="none" spc="0" normalizeH="0" baseline="0" noProof="0" dirty="0" err="1">
                          <a:ln>
                            <a:noFill/>
                          </a:ln>
                          <a:solidFill>
                            <a:srgbClr val="051243"/>
                          </a:solidFill>
                          <a:effectLst/>
                          <a:uLnTx/>
                          <a:uFillTx/>
                          <a:latin typeface="IBM Plex Sans"/>
                          <a:ea typeface="+mn-ea"/>
                          <a:cs typeface="+mn-cs"/>
                        </a:rPr>
                        <a:t>CoE</a:t>
                      </a:r>
                      <a:r>
                        <a:rPr kumimoji="0" lang="en-US" sz="1050" b="0" i="0" u="none" strike="noStrike" kern="1200" cap="none" spc="0" normalizeH="0" baseline="0" noProof="0" dirty="0">
                          <a:ln>
                            <a:noFill/>
                          </a:ln>
                          <a:solidFill>
                            <a:srgbClr val="051243"/>
                          </a:solidFill>
                          <a:effectLst/>
                          <a:uLnTx/>
                          <a:uFillTx/>
                          <a:latin typeface="IBM Plex Sans"/>
                          <a:ea typeface="+mn-ea"/>
                          <a:cs typeface="+mn-cs"/>
                        </a:rPr>
                        <a:t> design</a:t>
                      </a:r>
                      <a:r>
                        <a:rPr lang="en-US" sz="1050" b="0" i="0" u="none" strike="noStrike" kern="1200" cap="none" spc="0" normalizeH="0" baseline="0" noProof="0" dirty="0">
                          <a:ln>
                            <a:noFill/>
                          </a:ln>
                          <a:solidFill>
                            <a:srgbClr val="051243"/>
                          </a:solidFill>
                          <a:effectLst/>
                          <a:uLnTx/>
                          <a:uFillTx/>
                          <a:latin typeface="IBM Plex Sans"/>
                          <a:ea typeface="+mn-ea"/>
                          <a:cs typeface="+mn-cs"/>
                        </a:rPr>
                        <a:t>, </a:t>
                      </a:r>
                      <a:r>
                        <a:rPr lang="en-US" sz="1050" b="0" i="0" u="none" strike="noStrike" kern="1200" cap="none" spc="0" normalizeH="0" baseline="0" noProof="0" dirty="0" err="1">
                          <a:ln>
                            <a:noFill/>
                          </a:ln>
                          <a:solidFill>
                            <a:srgbClr val="051243"/>
                          </a:solidFill>
                          <a:effectLst/>
                          <a:uLnTx/>
                          <a:uFillTx/>
                          <a:latin typeface="IBM Plex Sans"/>
                          <a:ea typeface="+mn-ea"/>
                          <a:cs typeface="+mn-cs"/>
                        </a:rPr>
                        <a:t>mobilisation</a:t>
                      </a:r>
                      <a:r>
                        <a:rPr lang="en-US" sz="1050" b="0" i="0" u="none" strike="noStrike" kern="1200" cap="none" spc="0" normalizeH="0" baseline="0" noProof="0" dirty="0">
                          <a:ln>
                            <a:noFill/>
                          </a:ln>
                          <a:solidFill>
                            <a:srgbClr val="051243"/>
                          </a:solidFill>
                          <a:effectLst/>
                          <a:uLnTx/>
                          <a:uFillTx/>
                          <a:latin typeface="IBM Plex Sans"/>
                          <a:ea typeface="+mn-ea"/>
                          <a:cs typeface="+mn-cs"/>
                        </a:rPr>
                        <a:t> and</a:t>
                      </a:r>
                      <a:r>
                        <a:rPr kumimoji="0" lang="en-US" sz="1050" b="0" i="0" u="none" strike="noStrike" kern="1200" cap="none" spc="0" normalizeH="0" baseline="0" noProof="0" dirty="0">
                          <a:ln>
                            <a:noFill/>
                          </a:ln>
                          <a:solidFill>
                            <a:srgbClr val="051243"/>
                          </a:solidFill>
                          <a:effectLst/>
                          <a:uLnTx/>
                          <a:uFillTx/>
                          <a:latin typeface="IBM Plex Sans"/>
                          <a:ea typeface="+mn-ea"/>
                          <a:cs typeface="+mn-cs"/>
                        </a:rPr>
                        <a:t> support to enable streamlined delivery of AI </a:t>
                      </a:r>
                      <a:br>
                        <a:rPr kumimoji="0" lang="en-US" sz="1050" b="0" i="0" u="none" strike="noStrike" kern="1200" cap="none" spc="0" normalizeH="0" baseline="0" noProof="0" dirty="0">
                          <a:ln>
                            <a:noFill/>
                          </a:ln>
                          <a:solidFill>
                            <a:srgbClr val="051243"/>
                          </a:solidFill>
                          <a:effectLst/>
                          <a:uLnTx/>
                          <a:uFillTx/>
                          <a:latin typeface="IBM Plex Sans"/>
                          <a:ea typeface="+mn-ea"/>
                          <a:cs typeface="+mn-cs"/>
                        </a:rPr>
                      </a:br>
                      <a:endParaRPr kumimoji="0" lang="en-US" sz="1050" b="0" i="0" u="none" strike="noStrike" kern="1200" cap="none" spc="0" normalizeH="0" baseline="0" noProof="0" dirty="0">
                        <a:ln>
                          <a:noFill/>
                        </a:ln>
                        <a:solidFill>
                          <a:srgbClr val="051243"/>
                        </a:solidFill>
                        <a:effectLst/>
                        <a:uLnTx/>
                        <a:uFillTx/>
                        <a:latin typeface="IBM Plex Sans"/>
                        <a:ea typeface="+mn-ea"/>
                        <a:cs typeface="+mn-cs"/>
                      </a:endParaRPr>
                    </a:p>
                    <a:p>
                      <a:pPr marL="0" marR="0" lvl="0" indent="0" algn="l" rtl="0" eaLnBrk="1" fontAlgn="auto" latinLnBrk="0" hangingPunct="1">
                        <a:lnSpc>
                          <a:spcPct val="100000"/>
                        </a:lnSpc>
                        <a:spcBef>
                          <a:spcPts val="0"/>
                        </a:spcBef>
                        <a:spcAft>
                          <a:spcPts val="0"/>
                        </a:spcAft>
                        <a:buClrTx/>
                        <a:buSzTx/>
                        <a:buFontTx/>
                        <a:buNone/>
                      </a:pPr>
                      <a:r>
                        <a:rPr lang="en-US" sz="1050" b="0" i="0" u="none" strike="noStrike" kern="1200" cap="none" spc="0" normalizeH="0" baseline="0" noProof="0" dirty="0">
                          <a:ln>
                            <a:noFill/>
                          </a:ln>
                          <a:solidFill>
                            <a:srgbClr val="051243"/>
                          </a:solidFill>
                          <a:effectLst/>
                          <a:uLnTx/>
                          <a:uFillTx/>
                          <a:latin typeface="IBM Plex Sans"/>
                          <a:ea typeface="+mn-ea"/>
                          <a:cs typeface="+mn-cs"/>
                        </a:rPr>
                        <a:t>Gen </a:t>
                      </a:r>
                      <a:r>
                        <a:rPr kumimoji="0" lang="en-US" sz="1050" b="0" i="0" u="none" strike="noStrike" kern="1200" cap="none" spc="0" normalizeH="0" baseline="0" noProof="0" dirty="0">
                          <a:ln>
                            <a:noFill/>
                          </a:ln>
                          <a:solidFill>
                            <a:srgbClr val="051243"/>
                          </a:solidFill>
                          <a:effectLst/>
                          <a:uLnTx/>
                          <a:uFillTx/>
                          <a:latin typeface="IBM Plex Sans"/>
                          <a:ea typeface="+mn-ea"/>
                          <a:cs typeface="+mn-cs"/>
                        </a:rPr>
                        <a:t>AI experimentation </a:t>
                      </a:r>
                      <a:r>
                        <a:rPr lang="en-US" sz="1050" b="0" i="0" u="none" strike="noStrike" kern="1200" cap="none" spc="0" normalizeH="0" baseline="0" noProof="0" dirty="0">
                          <a:ln>
                            <a:noFill/>
                          </a:ln>
                          <a:solidFill>
                            <a:srgbClr val="051243"/>
                          </a:solidFill>
                          <a:effectLst/>
                          <a:uLnTx/>
                          <a:uFillTx/>
                          <a:latin typeface="IBM Plex Sans"/>
                          <a:ea typeface="+mn-ea"/>
                          <a:cs typeface="+mn-cs"/>
                        </a:rPr>
                        <a:t>and production capability</a:t>
                      </a:r>
                      <a:r>
                        <a:rPr kumimoji="0" lang="en-US" sz="1050" b="0" i="0" u="none" strike="noStrike" kern="1200" cap="none" spc="0" normalizeH="0" baseline="0" noProof="0" dirty="0">
                          <a:ln>
                            <a:noFill/>
                          </a:ln>
                          <a:solidFill>
                            <a:srgbClr val="051243"/>
                          </a:solidFill>
                          <a:effectLst/>
                          <a:uLnTx/>
                          <a:uFillTx/>
                          <a:latin typeface="IBM Plex Sans"/>
                          <a:ea typeface="+mn-ea"/>
                          <a:cs typeface="+mn-cs"/>
                        </a:rPr>
                        <a:t> to </a:t>
                      </a:r>
                      <a:r>
                        <a:rPr lang="en-US" sz="1050" b="0" i="0" u="none" strike="noStrike" kern="1200" cap="none" spc="0" normalizeH="0" baseline="0" noProof="0" dirty="0">
                          <a:ln>
                            <a:noFill/>
                          </a:ln>
                          <a:solidFill>
                            <a:srgbClr val="051243"/>
                          </a:solidFill>
                          <a:effectLst/>
                          <a:uLnTx/>
                          <a:uFillTx/>
                          <a:latin typeface="IBM Plex Sans"/>
                          <a:ea typeface="+mn-ea"/>
                          <a:cs typeface="+mn-cs"/>
                        </a:rPr>
                        <a:t>prove use</a:t>
                      </a:r>
                      <a:r>
                        <a:rPr kumimoji="0" lang="en-US" sz="1050" b="0" i="0" u="none" strike="noStrike" kern="1200" cap="none" spc="0" normalizeH="0" baseline="0" noProof="0" dirty="0">
                          <a:ln>
                            <a:noFill/>
                          </a:ln>
                          <a:solidFill>
                            <a:srgbClr val="051243"/>
                          </a:solidFill>
                          <a:effectLst/>
                          <a:uLnTx/>
                          <a:uFillTx/>
                          <a:latin typeface="IBM Plex Sans"/>
                          <a:ea typeface="+mn-ea"/>
                          <a:cs typeface="+mn-cs"/>
                        </a:rPr>
                        <a:t> cases</a:t>
                      </a:r>
                      <a:r>
                        <a:rPr lang="en-US" sz="1050" b="0" i="0" u="none" strike="noStrike" kern="1200" cap="none" spc="0" normalizeH="0" baseline="0" noProof="0" dirty="0">
                          <a:ln>
                            <a:noFill/>
                          </a:ln>
                          <a:solidFill>
                            <a:srgbClr val="051243"/>
                          </a:solidFill>
                          <a:effectLst/>
                          <a:uLnTx/>
                          <a:uFillTx/>
                          <a:latin typeface="IBM Plex Sans"/>
                          <a:ea typeface="+mn-ea"/>
                          <a:cs typeface="+mn-cs"/>
                        </a:rPr>
                        <a:t> </a:t>
                      </a:r>
                      <a:endParaRPr lang="en-US" sz="1050" b="1" dirty="0">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rtl="0" eaLnBrk="1" fontAlgn="auto" latinLnBrk="0" hangingPunct="1">
                        <a:lnSpc>
                          <a:spcPct val="100000"/>
                        </a:lnSpc>
                        <a:spcBef>
                          <a:spcPts val="0"/>
                        </a:spcBef>
                        <a:spcAft>
                          <a:spcPts val="0"/>
                        </a:spcAft>
                        <a:buClr>
                          <a:srgbClr val="000000"/>
                        </a:buClr>
                        <a:buSz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QA-AI-Assist tool ( QAQC POC)  – Pilot solution design complete &amp; build + governance initiated </a:t>
                      </a:r>
                      <a:endParaRPr lang="en-US" sz="105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Call transcript Analysis - Fraud Analysis Process mapping , POC in progress</a:t>
                      </a:r>
                      <a:endParaRPr lang="en-US" sz="105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Retail User Survey Analysis -  POC underway</a:t>
                      </a:r>
                      <a:endParaRPr lang="en-US" sz="105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GAIMM and MRO consumers onboarded to platform</a:t>
                      </a:r>
                    </a:p>
                    <a:p>
                      <a:pPr marL="228600" marR="0" lvl="0" indent="-228600" algn="l">
                        <a:lnSpc>
                          <a:spcPct val="100000"/>
                        </a:lnSpc>
                        <a:spcBef>
                          <a:spcPts val="0"/>
                        </a:spcBef>
                        <a:spcAft>
                          <a:spcPts val="0"/>
                        </a:spcAft>
                        <a:buClr>
                          <a:srgbClr val="000000"/>
                        </a:buClr>
                        <a:buSz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Contract comparison POC complete </a:t>
                      </a:r>
                      <a:endParaRPr lang="en-US" sz="105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Contextual Call </a:t>
                      </a:r>
                      <a:r>
                        <a:rPr lang="en-US" sz="1050" b="0" i="0" u="none" strike="noStrike" kern="1200" cap="none" spc="0" normalizeH="0" baseline="0" noProof="0" dirty="0" err="1">
                          <a:ln>
                            <a:noFill/>
                          </a:ln>
                          <a:solidFill>
                            <a:srgbClr val="101C45"/>
                          </a:solidFill>
                          <a:effectLst/>
                          <a:uLnTx/>
                          <a:uFillTx/>
                          <a:latin typeface="IBM Plex Sans"/>
                          <a:ea typeface="+mn-ea"/>
                          <a:cs typeface="+mn-cs"/>
                        </a:rPr>
                        <a:t>Summarisation</a:t>
                      </a:r>
                      <a:r>
                        <a:rPr lang="en-US" sz="1050" b="0" i="0" u="none" strike="noStrike" kern="1200" cap="none" spc="0" normalizeH="0" baseline="0" noProof="0" dirty="0">
                          <a:ln>
                            <a:noFill/>
                          </a:ln>
                          <a:solidFill>
                            <a:srgbClr val="101C45"/>
                          </a:solidFill>
                          <a:effectLst/>
                          <a:uLnTx/>
                          <a:uFillTx/>
                          <a:latin typeface="IBM Plex Sans"/>
                          <a:ea typeface="+mn-ea"/>
                          <a:cs typeface="+mn-cs"/>
                        </a:rPr>
                        <a:t> technology discussions + AWS accelerator demo scheduled</a:t>
                      </a:r>
                    </a:p>
                    <a:p>
                      <a:pPr marL="228600" marR="0" lvl="0" indent="-228600" algn="l">
                        <a:lnSpc>
                          <a:spcPct val="100000"/>
                        </a:lnSpc>
                        <a:spcBef>
                          <a:spcPts val="0"/>
                        </a:spcBef>
                        <a:spcAft>
                          <a:spcPts val="0"/>
                        </a:spcAft>
                        <a:buClr>
                          <a:srgbClr val="000000"/>
                        </a:buClr>
                        <a:buSzTx/>
                        <a:buAutoNum type="arabicPeriod"/>
                      </a:pPr>
                      <a:endParaRPr lang="en-US" sz="2000" dirty="0">
                        <a:solidFill>
                          <a:srgbClr val="101C45"/>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rtl="0" eaLnBrk="1" fontAlgn="auto" latinLnBrk="0" hangingPunct="1">
                        <a:lnSpc>
                          <a:spcPct val="100000"/>
                        </a:lnSpc>
                        <a:spcBef>
                          <a:spcPts val="0"/>
                        </a:spcBef>
                        <a:spcAft>
                          <a:spcPts val="0"/>
                        </a:spcAft>
                        <a:buClr>
                          <a:srgbClr val="000000"/>
                        </a:buClr>
                        <a:buSzTx/>
                        <a:buFont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QA-Ai-Assist – Functional testing, Threat modelling, Pilot live planned for March 25 </a:t>
                      </a:r>
                    </a:p>
                    <a:p>
                      <a:pPr marL="228600" marR="0" lvl="0" indent="-228600" algn="l">
                        <a:lnSpc>
                          <a:spcPct val="100000"/>
                        </a:lnSpc>
                        <a:spcBef>
                          <a:spcPts val="0"/>
                        </a:spcBef>
                        <a:spcAft>
                          <a:spcPts val="0"/>
                        </a:spcAft>
                        <a:buClr>
                          <a:srgbClr val="000000"/>
                        </a:buClr>
                        <a:buSzTx/>
                        <a:buFont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Fraud Analysis – complete Pilot scoping and solution design , start build </a:t>
                      </a:r>
                      <a:endParaRPr lang="en-US" sz="105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Font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Fraud Analysis – Extended on larger dataset.</a:t>
                      </a:r>
                      <a:endParaRPr lang="en-US" sz="105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Font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APIM set completion for PTU services.</a:t>
                      </a:r>
                      <a:endParaRPr lang="en-US" sz="105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Font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MSFT Monitoring MVP start</a:t>
                      </a:r>
                      <a:endParaRPr lang="en-US" sz="1050" dirty="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Font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AI Client Story Release</a:t>
                      </a:r>
                      <a:br>
                        <a:rPr lang="en-US" sz="1050" b="0" i="0" u="none" strike="noStrike" kern="1200" cap="none" spc="0" normalizeH="0" baseline="0" noProof="0" dirty="0">
                          <a:ln>
                            <a:noFill/>
                          </a:ln>
                          <a:solidFill>
                            <a:srgbClr val="101C45"/>
                          </a:solidFill>
                          <a:effectLst/>
                          <a:uLnTx/>
                          <a:uFillTx/>
                          <a:latin typeface="IBM Plex Sans"/>
                          <a:ea typeface="+mn-ea"/>
                          <a:cs typeface="+mn-cs"/>
                        </a:rPr>
                      </a:br>
                      <a:endParaRPr lang="en-US" sz="1050">
                        <a:solidFill>
                          <a:srgbClr val="101C45"/>
                        </a:solidFill>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429153"/>
                  </a:ext>
                </a:extLst>
              </a:tr>
              <a:tr h="993168">
                <a:tc>
                  <a:txBody>
                    <a:bodyPr/>
                    <a:lstStyle/>
                    <a:p>
                      <a:endParaRPr lang="en-US" sz="1000" dirty="0">
                        <a:highlight>
                          <a:srgbClr val="FFFF00"/>
                        </a:highlight>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050" b="0" i="0" u="none" strike="noStrike" kern="1200" cap="none" spc="0" normalizeH="0" baseline="0" noProof="0" dirty="0">
                          <a:ln>
                            <a:noFill/>
                          </a:ln>
                          <a:solidFill>
                            <a:srgbClr val="051243"/>
                          </a:solidFill>
                          <a:effectLst/>
                          <a:uLnTx/>
                          <a:uFillTx/>
                          <a:latin typeface="IBM Plex Sans"/>
                          <a:ea typeface="+mn-ea"/>
                          <a:cs typeface="+mn-cs"/>
                        </a:rPr>
                        <a:t>Delivery of Technology and Data capabilities (plus Business Design) to support time-critical Financial Crime Transformation </a:t>
                      </a:r>
                      <a:r>
                        <a:rPr lang="en-US" sz="1050" b="0" i="0" u="none" strike="noStrike" kern="1200" cap="none" spc="0" normalizeH="0" baseline="0" noProof="0" err="1">
                          <a:ln>
                            <a:noFill/>
                          </a:ln>
                          <a:solidFill>
                            <a:srgbClr val="051243"/>
                          </a:solidFill>
                          <a:effectLst/>
                          <a:uLnTx/>
                          <a:uFillTx/>
                          <a:latin typeface="IBM Plex Sans"/>
                          <a:ea typeface="+mn-ea"/>
                          <a:cs typeface="+mn-cs"/>
                        </a:rPr>
                        <a:t>Programme</a:t>
                      </a:r>
                      <a:r>
                        <a:rPr lang="en-US" sz="1050" b="0" i="0" u="none" strike="noStrike" kern="1200" cap="none" spc="0" normalizeH="0" baseline="0" noProof="0" dirty="0">
                          <a:ln>
                            <a:noFill/>
                          </a:ln>
                          <a:solidFill>
                            <a:srgbClr val="051243"/>
                          </a:solidFill>
                          <a:effectLst/>
                          <a:uLnTx/>
                          <a:uFillTx/>
                          <a:latin typeface="IBM Plex Sans"/>
                          <a:ea typeface="+mn-ea"/>
                          <a:cs typeface="+mn-cs"/>
                        </a:rPr>
                        <a:t>. </a:t>
                      </a:r>
                    </a:p>
                    <a:p>
                      <a:pPr marL="0" marR="0" lvl="0" indent="0" algn="l">
                        <a:lnSpc>
                          <a:spcPct val="100000"/>
                        </a:lnSpc>
                        <a:spcBef>
                          <a:spcPts val="0"/>
                        </a:spcBef>
                        <a:spcAft>
                          <a:spcPts val="0"/>
                        </a:spcAft>
                        <a:buNone/>
                      </a:pPr>
                      <a:endParaRPr lang="en-US" sz="1050" b="0" i="0" u="none" strike="noStrike" kern="1200" cap="none" spc="0" normalizeH="0" baseline="0" noProof="0" dirty="0">
                        <a:ln>
                          <a:noFill/>
                        </a:ln>
                        <a:solidFill>
                          <a:srgbClr val="051243"/>
                        </a:solidFill>
                        <a:effectLst/>
                        <a:uLnTx/>
                        <a:uFillTx/>
                        <a:latin typeface="IBM Plex Sans"/>
                        <a:ea typeface="+mn-ea"/>
                        <a:cs typeface="+mn-cs"/>
                      </a:endParaRPr>
                    </a:p>
                    <a:p>
                      <a:pPr marL="0" marR="0" lvl="0" indent="0" algn="l">
                        <a:lnSpc>
                          <a:spcPct val="100000"/>
                        </a:lnSpc>
                        <a:spcBef>
                          <a:spcPts val="0"/>
                        </a:spcBef>
                        <a:spcAft>
                          <a:spcPts val="0"/>
                        </a:spcAft>
                        <a:buNone/>
                      </a:pPr>
                      <a:r>
                        <a:rPr lang="en-US" sz="1050" b="0" i="0" u="none" strike="noStrike" kern="1200" cap="none" spc="0" normalizeH="0" baseline="0" noProof="0" dirty="0">
                          <a:ln>
                            <a:noFill/>
                          </a:ln>
                          <a:solidFill>
                            <a:srgbClr val="051243"/>
                          </a:solidFill>
                          <a:effectLst/>
                          <a:uLnTx/>
                          <a:uFillTx/>
                          <a:latin typeface="IBM Plex Sans"/>
                        </a:rPr>
                        <a:t>Definition and delivery of data lineage, data quality and data reconciliation efforts to progress maturity – as part of Economic Crime Book of Work backlog. </a:t>
                      </a:r>
                      <a:endParaRPr kumimoji="0" lang="en-US" sz="1050" b="0" i="0" u="none" strike="noStrike" kern="1200" cap="none" spc="0" normalizeH="0" baseline="0" noProof="0" dirty="0">
                        <a:ln>
                          <a:noFill/>
                        </a:ln>
                        <a:solidFill>
                          <a:srgbClr val="051243"/>
                        </a:solidFill>
                        <a:effectLst/>
                        <a:uLnTx/>
                        <a:uFillTx/>
                        <a:latin typeface="IBM Plex Sans"/>
                        <a:ea typeface="+mn-ea"/>
                        <a:cs typeface="+mn-cs"/>
                      </a:endParaRPr>
                    </a:p>
                    <a:p>
                      <a:endParaRPr lang="en-US" sz="1050" dirty="0">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lnSpc>
                          <a:spcPct val="100000"/>
                        </a:lnSpc>
                        <a:spcBef>
                          <a:spcPts val="0"/>
                        </a:spcBef>
                        <a:spcAft>
                          <a:spcPts val="0"/>
                        </a:spcAft>
                        <a:buClr>
                          <a:srgbClr val="000000"/>
                        </a:buClr>
                        <a:buAutoNum type="arabicPeriod"/>
                      </a:pPr>
                      <a:r>
                        <a:rPr lang="en-US" sz="1050" b="0" i="0" u="none" strike="noStrike" kern="1200" cap="none" spc="0" normalizeH="0" baseline="0" noProof="0" dirty="0" err="1">
                          <a:ln>
                            <a:noFill/>
                          </a:ln>
                          <a:solidFill>
                            <a:srgbClr val="101C45"/>
                          </a:solidFill>
                          <a:effectLst/>
                          <a:uLnTx/>
                          <a:uFillTx/>
                          <a:latin typeface="IBM Plex Sans"/>
                        </a:rPr>
                        <a:t>BuSa</a:t>
                      </a:r>
                      <a:r>
                        <a:rPr lang="en-US" sz="1050" b="0" i="0" u="none" strike="noStrike" kern="1200" cap="none" spc="0" normalizeH="0" baseline="0" noProof="0" dirty="0">
                          <a:ln>
                            <a:noFill/>
                          </a:ln>
                          <a:solidFill>
                            <a:srgbClr val="101C45"/>
                          </a:solidFill>
                          <a:effectLst/>
                          <a:uLnTx/>
                          <a:uFillTx/>
                          <a:latin typeface="IBM Plex Sans"/>
                        </a:rPr>
                        <a:t>: Development of DocuSign front end &amp; workflow tool (27-01-25 go live) to enable remediation of Business Savings customers beginning end Jan 2025 </a:t>
                      </a:r>
                      <a:br>
                        <a:rPr lang="en-US" sz="1050" b="0" i="0" u="none" strike="noStrike" kern="1200" cap="none" spc="0" normalizeH="0" baseline="0" noProof="0" dirty="0">
                          <a:ln>
                            <a:noFill/>
                          </a:ln>
                          <a:solidFill>
                            <a:srgbClr val="101C45"/>
                          </a:solidFill>
                          <a:effectLst/>
                          <a:uLnTx/>
                          <a:uFillTx/>
                          <a:latin typeface="IBM Plex Sans"/>
                        </a:rPr>
                      </a:br>
                      <a:endParaRPr lang="en-US" sz="1050" dirty="0">
                        <a:solidFill>
                          <a:srgbClr val="101C45"/>
                        </a:solidFill>
                        <a:latin typeface="IBM Plex Sans"/>
                      </a:endParaRPr>
                    </a:p>
                    <a:p>
                      <a:pPr marL="228600" marR="0" lvl="1" indent="-228600" algn="l">
                        <a:lnSpc>
                          <a:spcPct val="100000"/>
                        </a:lnSpc>
                        <a:spcBef>
                          <a:spcPts val="0"/>
                        </a:spcBef>
                        <a:spcAft>
                          <a:spcPts val="0"/>
                        </a:spcAft>
                        <a:buAutoNum type="arabicPeriod"/>
                      </a:pPr>
                      <a:r>
                        <a:rPr lang="en-US" sz="1050" b="0" i="0" u="none" strike="noStrike" kern="1200" cap="none" spc="0" normalizeH="0" baseline="0" noProof="0" dirty="0">
                          <a:ln>
                            <a:noFill/>
                          </a:ln>
                          <a:solidFill>
                            <a:srgbClr val="101C45"/>
                          </a:solidFill>
                          <a:effectLst/>
                          <a:uLnTx/>
                          <a:uFillTx/>
                          <a:latin typeface="IBM Plex Sans"/>
                        </a:rPr>
                        <a:t>ID&amp;V: BIP Phase A and Service Alert Automation both expected to go live 31st Jan, enabling us to progress with replacing the ODSPD Robot and expediting ID&amp;V remediation. Additional CRs being actioned to improve operational reporting and reduce </a:t>
                      </a:r>
                      <a:r>
                        <a:rPr lang="en-US" sz="1050" b="0" i="0" u="none" strike="noStrike" kern="1200" cap="none" spc="0" normalizeH="0" baseline="0" noProof="0" dirty="0" err="1">
                          <a:ln>
                            <a:noFill/>
                          </a:ln>
                          <a:solidFill>
                            <a:srgbClr val="101C45"/>
                          </a:solidFill>
                          <a:effectLst/>
                          <a:uLnTx/>
                          <a:uFillTx/>
                          <a:latin typeface="IBM Plex Sans"/>
                        </a:rPr>
                        <a:t>RemOps</a:t>
                      </a:r>
                      <a:r>
                        <a:rPr lang="en-US" sz="1050" b="0" i="0" u="none" strike="noStrike" kern="1200" cap="none" spc="0" normalizeH="0" baseline="0" noProof="0" dirty="0">
                          <a:ln>
                            <a:noFill/>
                          </a:ln>
                          <a:solidFill>
                            <a:srgbClr val="101C45"/>
                          </a:solidFill>
                          <a:effectLst/>
                          <a:uLnTx/>
                          <a:uFillTx/>
                          <a:latin typeface="IBM Plex Sans"/>
                        </a:rPr>
                        <a:t> processing time</a:t>
                      </a:r>
                      <a:br>
                        <a:rPr lang="en-US" sz="1050" b="0" i="0" u="none" strike="noStrike" kern="1200" cap="none" spc="0" normalizeH="0" baseline="0" noProof="0" dirty="0">
                          <a:ln>
                            <a:noFill/>
                          </a:ln>
                          <a:solidFill>
                            <a:srgbClr val="101C45"/>
                          </a:solidFill>
                          <a:effectLst/>
                          <a:uLnTx/>
                          <a:uFillTx/>
                          <a:latin typeface="IBM Plex Sans"/>
                        </a:rPr>
                      </a:br>
                      <a:endParaRPr lang="en-US" sz="1050" dirty="0">
                        <a:solidFill>
                          <a:srgbClr val="101C45"/>
                        </a:solidFill>
                        <a:latin typeface="IBM Plex Sans"/>
                      </a:endParaRPr>
                    </a:p>
                    <a:p>
                      <a:pPr marL="228600" marR="0" lvl="1" indent="-228600" algn="l">
                        <a:lnSpc>
                          <a:spcPct val="100000"/>
                        </a:lnSpc>
                        <a:spcBef>
                          <a:spcPts val="0"/>
                        </a:spcBef>
                        <a:spcAft>
                          <a:spcPts val="0"/>
                        </a:spcAft>
                        <a:buAutoNum type="arabicPeriod"/>
                      </a:pPr>
                      <a:r>
                        <a:rPr lang="en-US" sz="1050" b="0" i="0" u="none" strike="noStrike" kern="1200" cap="none" spc="0" normalizeH="0" baseline="0" noProof="0" dirty="0">
                          <a:ln>
                            <a:noFill/>
                          </a:ln>
                          <a:solidFill>
                            <a:srgbClr val="101C45"/>
                          </a:solidFill>
                          <a:effectLst/>
                          <a:uLnTx/>
                          <a:uFillTx/>
                          <a:latin typeface="IBM Plex Sans"/>
                        </a:rPr>
                        <a:t>CDD: Refinement of requirements for 2025 demand inc. Blocks, Exits &amp; Automated Removal of Blocks, a Refresh Date, </a:t>
                      </a:r>
                      <a:r>
                        <a:rPr lang="en-US" sz="1050" b="0" i="0" u="none" strike="noStrike" kern="1200" cap="none" spc="0" normalizeH="0" baseline="0" noProof="0" dirty="0" err="1">
                          <a:ln>
                            <a:noFill/>
                          </a:ln>
                          <a:solidFill>
                            <a:srgbClr val="101C45"/>
                          </a:solidFill>
                          <a:effectLst/>
                          <a:uLnTx/>
                          <a:uFillTx/>
                          <a:latin typeface="IBM Plex Sans"/>
                        </a:rPr>
                        <a:t>etc</a:t>
                      </a:r>
                      <a:r>
                        <a:rPr lang="en-US" sz="1050" b="0" i="0" u="none" strike="noStrike" kern="1200" cap="none" spc="0" normalizeH="0" baseline="0" noProof="0" dirty="0">
                          <a:ln>
                            <a:noFill/>
                          </a:ln>
                          <a:solidFill>
                            <a:srgbClr val="101C45"/>
                          </a:solidFill>
                          <a:effectLst/>
                          <a:uLnTx/>
                          <a:uFillTx/>
                          <a:latin typeface="IBM Plex Sans"/>
                        </a:rPr>
                        <a:t> to ensure timely 2025 delivery. In progress build of .co.uk platform to capture and process member CDD, leveraging DocuSign front-end. </a:t>
                      </a:r>
                      <a:endParaRPr lang="en-US" sz="1050" dirty="0">
                        <a:solidFill>
                          <a:srgbClr val="101C45"/>
                        </a:solidFill>
                        <a:latin typeface="IBM Plex Sans"/>
                      </a:endParaRPr>
                    </a:p>
                    <a:p>
                      <a:pPr marL="228600" marR="0" lvl="0" indent="-228600" algn="l">
                        <a:lnSpc>
                          <a:spcPct val="100000"/>
                        </a:lnSpc>
                        <a:spcBef>
                          <a:spcPts val="0"/>
                        </a:spcBef>
                        <a:spcAft>
                          <a:spcPts val="0"/>
                        </a:spcAft>
                        <a:buAutoNum type="arabicPeriod"/>
                      </a:pPr>
                      <a:endParaRPr lang="en-US" sz="1050" b="0" i="0" u="none" strike="noStrike" kern="1200" cap="none" spc="0" normalizeH="0" baseline="0" noProof="0" dirty="0">
                        <a:ln>
                          <a:noFill/>
                        </a:ln>
                        <a:solidFill>
                          <a:srgbClr val="101C45"/>
                        </a:solidFill>
                        <a:effectLst/>
                        <a:highlight>
                          <a:srgbClr val="FFFF00"/>
                        </a:highlight>
                        <a:uLnTx/>
                        <a:uFillTx/>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lnSpc>
                          <a:spcPct val="100000"/>
                        </a:lnSpc>
                        <a:spcBef>
                          <a:spcPts val="0"/>
                        </a:spcBef>
                        <a:spcAft>
                          <a:spcPts val="0"/>
                        </a:spcAft>
                        <a:buClr>
                          <a:srgbClr val="000000"/>
                        </a:buClr>
                        <a:buSzTx/>
                        <a:buAutoNum type="arabicPeriod"/>
                      </a:pPr>
                      <a:r>
                        <a:rPr lang="en-US" sz="1050" b="0" i="0" u="none" strike="noStrike" kern="1200" cap="none" spc="0" normalizeH="0" baseline="0" noProof="0" dirty="0" err="1">
                          <a:ln>
                            <a:noFill/>
                          </a:ln>
                          <a:solidFill>
                            <a:srgbClr val="101C45"/>
                          </a:solidFill>
                          <a:effectLst/>
                          <a:uLnTx/>
                          <a:uFillTx/>
                          <a:latin typeface="IBM Plex Sans"/>
                          <a:ea typeface="+mn-ea"/>
                          <a:cs typeface="+mn-cs"/>
                        </a:rPr>
                        <a:t>BuSa</a:t>
                      </a:r>
                      <a:r>
                        <a:rPr lang="en-US" sz="1050" b="0" i="0" u="none" strike="noStrike" kern="1200" cap="none" spc="0" normalizeH="0" baseline="0" noProof="0" dirty="0">
                          <a:ln>
                            <a:noFill/>
                          </a:ln>
                          <a:solidFill>
                            <a:srgbClr val="101C45"/>
                          </a:solidFill>
                          <a:effectLst/>
                          <a:uLnTx/>
                          <a:uFillTx/>
                          <a:latin typeface="IBM Plex Sans"/>
                          <a:ea typeface="+mn-ea"/>
                          <a:cs typeface="+mn-cs"/>
                        </a:rPr>
                        <a:t>: Phase 2 enhancements to Workflow Tool and MI dashboards, with a particular focus on automation where possible.</a:t>
                      </a:r>
                      <a:br>
                        <a:rPr lang="en-US" sz="1050" b="0" i="0" u="none" strike="noStrike" kern="1200" cap="none" spc="0" normalizeH="0" baseline="0" noProof="0" dirty="0">
                          <a:ln>
                            <a:noFill/>
                          </a:ln>
                          <a:solidFill>
                            <a:srgbClr val="101C45"/>
                          </a:solidFill>
                          <a:effectLst/>
                          <a:uLnTx/>
                          <a:uFillTx/>
                          <a:latin typeface="IBM Plex Sans"/>
                          <a:ea typeface="+mn-ea"/>
                          <a:cs typeface="+mn-cs"/>
                        </a:rPr>
                      </a:br>
                      <a:endParaRPr lang="en-US" sz="1050" b="0" i="0" u="none" strike="noStrike" kern="1200" cap="none" spc="0" normalizeH="0" baseline="0" noProof="0" dirty="0">
                        <a:ln>
                          <a:noFill/>
                        </a:ln>
                        <a:solidFill>
                          <a:srgbClr val="101C45"/>
                        </a:solidFill>
                        <a:effectLst/>
                        <a:uLnTx/>
                        <a:uFillTx/>
                        <a:latin typeface="IBM Plex Sans"/>
                        <a:ea typeface="+mn-ea"/>
                        <a:cs typeface="+mn-cs"/>
                      </a:endParaRPr>
                    </a:p>
                    <a:p>
                      <a:pPr marL="228600" marR="0" lvl="0" indent="-228600" algn="l">
                        <a:lnSpc>
                          <a:spcPct val="100000"/>
                        </a:lnSpc>
                        <a:spcBef>
                          <a:spcPts val="0"/>
                        </a:spcBef>
                        <a:spcAft>
                          <a:spcPts val="0"/>
                        </a:spcAft>
                        <a:buClr>
                          <a:srgbClr val="000000"/>
                        </a:buClr>
                        <a:buSz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ID&amp;V: Complete decommissioning of ODSPD Bot, initiate work on BIP Phase B (automated Bureau Check) &amp; C, and complete 4 CRs benefitting </a:t>
                      </a:r>
                      <a:r>
                        <a:rPr lang="en-US" sz="1050" b="0" i="0" u="none" strike="noStrike" kern="1200" cap="none" spc="0" normalizeH="0" baseline="0" noProof="0" dirty="0" err="1">
                          <a:ln>
                            <a:noFill/>
                          </a:ln>
                          <a:solidFill>
                            <a:srgbClr val="101C45"/>
                          </a:solidFill>
                          <a:effectLst/>
                          <a:uLnTx/>
                          <a:uFillTx/>
                          <a:latin typeface="IBM Plex Sans"/>
                          <a:ea typeface="+mn-ea"/>
                          <a:cs typeface="+mn-cs"/>
                        </a:rPr>
                        <a:t>RemOps</a:t>
                      </a:r>
                      <a:r>
                        <a:rPr lang="en-US" sz="1050" b="0" i="0" u="none" strike="noStrike" kern="1200" cap="none" spc="0" normalizeH="0" baseline="0" noProof="0" dirty="0">
                          <a:ln>
                            <a:noFill/>
                          </a:ln>
                          <a:solidFill>
                            <a:srgbClr val="101C45"/>
                          </a:solidFill>
                          <a:effectLst/>
                          <a:uLnTx/>
                          <a:uFillTx/>
                          <a:latin typeface="IBM Plex Sans"/>
                          <a:ea typeface="+mn-ea"/>
                          <a:cs typeface="+mn-cs"/>
                        </a:rPr>
                        <a:t>.</a:t>
                      </a:r>
                      <a:br>
                        <a:rPr lang="en-US" sz="1050" b="0" i="0" u="none" strike="noStrike" kern="1200" cap="none" spc="0" normalizeH="0" baseline="0" noProof="0" dirty="0">
                          <a:ln>
                            <a:noFill/>
                          </a:ln>
                          <a:solidFill>
                            <a:srgbClr val="101C45"/>
                          </a:solidFill>
                          <a:effectLst/>
                          <a:uLnTx/>
                          <a:uFillTx/>
                          <a:latin typeface="IBM Plex Sans"/>
                          <a:ea typeface="+mn-ea"/>
                          <a:cs typeface="+mn-cs"/>
                        </a:rPr>
                      </a:br>
                      <a:endParaRPr lang="en-US" sz="1050" dirty="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AutoNum type="arabicPeriod"/>
                      </a:pPr>
                      <a:r>
                        <a:rPr lang="en-US" sz="1050" b="0" i="0" u="none" strike="noStrike" kern="1200" cap="none" spc="0" normalizeH="0" baseline="0" noProof="0" dirty="0">
                          <a:ln>
                            <a:noFill/>
                          </a:ln>
                          <a:solidFill>
                            <a:srgbClr val="101C45"/>
                          </a:solidFill>
                          <a:effectLst/>
                          <a:uLnTx/>
                          <a:uFillTx/>
                          <a:latin typeface="IBM Plex Sans"/>
                          <a:ea typeface="+mn-ea"/>
                          <a:cs typeface="+mn-cs"/>
                        </a:rPr>
                        <a:t>CDD: Complete requirement definition for 2025 agreed demand, refine end-to-end architecture artefacts, and progress .co.uk platform build</a:t>
                      </a:r>
                      <a:endParaRPr lang="en-US" sz="1050" dirty="0">
                        <a:solidFill>
                          <a:srgbClr val="101C45"/>
                        </a:solidFill>
                        <a:latin typeface="IBM Plex Sans"/>
                        <a:ea typeface="+mn-ea"/>
                        <a:cs typeface="+mn-cs"/>
                      </a:endParaRPr>
                    </a:p>
                    <a:p>
                      <a:pPr marL="228600" marR="0" lvl="0" indent="-228600" algn="l">
                        <a:lnSpc>
                          <a:spcPct val="100000"/>
                        </a:lnSpc>
                        <a:spcBef>
                          <a:spcPts val="0"/>
                        </a:spcBef>
                        <a:spcAft>
                          <a:spcPts val="0"/>
                        </a:spcAft>
                        <a:buClr>
                          <a:srgbClr val="000000"/>
                        </a:buClr>
                        <a:buSzTx/>
                        <a:buFontTx/>
                        <a:buAutoNum type="arabicPeriod"/>
                      </a:pPr>
                      <a:endParaRPr lang="en-US" sz="1050" b="0" i="0" u="none" strike="noStrike" kern="1200" cap="none" spc="0" normalizeH="0" baseline="0" noProof="0" dirty="0">
                        <a:ln>
                          <a:noFill/>
                        </a:ln>
                        <a:solidFill>
                          <a:srgbClr val="101C45"/>
                        </a:solidFill>
                        <a:effectLst/>
                        <a:uLnTx/>
                        <a:uFillTx/>
                        <a:latin typeface="IBM Plex Sans"/>
                      </a:endParaRPr>
                    </a:p>
                    <a:p>
                      <a:pPr marL="0" marR="0" lvl="0" indent="0" algn="l">
                        <a:lnSpc>
                          <a:spcPct val="100000"/>
                        </a:lnSpc>
                        <a:spcBef>
                          <a:spcPts val="0"/>
                        </a:spcBef>
                        <a:spcAft>
                          <a:spcPts val="0"/>
                        </a:spcAft>
                        <a:buClr>
                          <a:srgbClr val="000000"/>
                        </a:buClr>
                        <a:buSzTx/>
                        <a:buFontTx/>
                        <a:buNone/>
                      </a:pPr>
                      <a:endParaRPr lang="en-US" sz="1050" b="0" i="0" u="none" strike="noStrike" kern="1200" cap="none" spc="0" normalizeH="0" baseline="0" noProof="0" dirty="0">
                        <a:ln>
                          <a:noFill/>
                        </a:ln>
                        <a:solidFill>
                          <a:srgbClr val="101C45"/>
                        </a:solidFill>
                        <a:effectLst/>
                        <a:highlight>
                          <a:srgbClr val="FFFF00"/>
                        </a:highlight>
                        <a:uLnTx/>
                        <a:uFillTx/>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3582319"/>
                  </a:ext>
                </a:extLst>
              </a:tr>
            </a:tbl>
          </a:graphicData>
        </a:graphic>
      </p:graphicFrame>
      <p:sp>
        <p:nvSpPr>
          <p:cNvPr id="2" name="Title 1">
            <a:extLst>
              <a:ext uri="{FF2B5EF4-FFF2-40B4-BE49-F238E27FC236}">
                <a16:creationId xmlns:a16="http://schemas.microsoft.com/office/drawing/2014/main" id="{7FE87D33-DE75-9EF3-1E5B-52BE40A92AFA}"/>
              </a:ext>
            </a:extLst>
          </p:cNvPr>
          <p:cNvSpPr>
            <a:spLocks noGrp="1"/>
          </p:cNvSpPr>
          <p:nvPr>
            <p:ph type="title"/>
          </p:nvPr>
        </p:nvSpPr>
        <p:spPr>
          <a:xfrm>
            <a:off x="331704" y="141298"/>
            <a:ext cx="11642581" cy="516844"/>
          </a:xfrm>
        </p:spPr>
        <p:txBody>
          <a:bodyPr/>
          <a:lstStyle/>
          <a:p>
            <a:r>
              <a:rPr lang="en-US" dirty="0">
                <a:latin typeface="IBM Plex Sans Text"/>
              </a:rPr>
              <a:t>Data &amp; Functions – TechPartner Monthly Governance </a:t>
            </a:r>
            <a:r>
              <a:rPr lang="en-US" sz="1300" i="1" dirty="0">
                <a:latin typeface="IBM Plex Sans Text"/>
              </a:rPr>
              <a:t>(pg. 1 of 3)</a:t>
            </a:r>
            <a:endParaRPr lang="en-US" sz="1300" dirty="0">
              <a:latin typeface="IBM Plex Sans Text"/>
            </a:endParaRPr>
          </a:p>
        </p:txBody>
      </p:sp>
      <p:sp>
        <p:nvSpPr>
          <p:cNvPr id="4" name="Slide Number Placeholder 3">
            <a:extLst>
              <a:ext uri="{FF2B5EF4-FFF2-40B4-BE49-F238E27FC236}">
                <a16:creationId xmlns:a16="http://schemas.microsoft.com/office/drawing/2014/main" id="{F4B1498E-EA68-9E9A-B88F-63CEDF9DEA0D}"/>
              </a:ext>
            </a:extLst>
          </p:cNvPr>
          <p:cNvSpPr>
            <a:spLocks noGrp="1"/>
          </p:cNvSpPr>
          <p:nvPr>
            <p:ph type="sldNum" sz="quarter" idx="4"/>
          </p:nvPr>
        </p:nvSpPr>
        <p:spPr>
          <a:xfrm>
            <a:off x="3912543" y="6444209"/>
            <a:ext cx="2844800" cy="366183"/>
          </a:xfrm>
        </p:spPr>
        <p:txBody>
          <a:bodyPr/>
          <a:lstStyle/>
          <a:p>
            <a:pPr marL="0" marR="0" lvl="0" indent="0" algn="r" defTabSz="913992"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00" b="0" i="0" u="none" strike="noStrike" kern="1200" cap="none" spc="0" normalizeH="0" baseline="0" noProof="0">
                <a:ln>
                  <a:noFill/>
                </a:ln>
                <a:solidFill>
                  <a:prstClr val="white"/>
                </a:solidFill>
                <a:effectLst/>
                <a:uLnTx/>
                <a:uFillTx/>
                <a:latin typeface="IBM Plex Sans" panose="020B0503050203000203" pitchFamily="34" charset="0"/>
                <a:ea typeface="+mn-ea"/>
                <a:cs typeface="Arial" panose="020B0604020202020204" pitchFamily="34" charset="0"/>
              </a:rPr>
              <a:pPr marL="0" marR="0" lvl="0" indent="0" algn="r" defTabSz="913992"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dirty="0">
              <a:ln>
                <a:noFill/>
              </a:ln>
              <a:solidFill>
                <a:prstClr val="white"/>
              </a:solidFill>
              <a:effectLst/>
              <a:uLnTx/>
              <a:uFillTx/>
              <a:latin typeface="IBM Plex Sans" panose="020B0503050203000203" pitchFamily="34" charset="0"/>
              <a:ea typeface="+mn-ea"/>
              <a:cs typeface="Arial" panose="020B0604020202020204" pitchFamily="34" charset="0"/>
            </a:endParaRPr>
          </a:p>
        </p:txBody>
      </p:sp>
      <p:sp>
        <p:nvSpPr>
          <p:cNvPr id="3" name="Footer Placeholder 2">
            <a:extLst>
              <a:ext uri="{FF2B5EF4-FFF2-40B4-BE49-F238E27FC236}">
                <a16:creationId xmlns:a16="http://schemas.microsoft.com/office/drawing/2014/main" id="{D0C6DAFE-79B8-F3AA-6D24-A0C04BD7AC4F}"/>
              </a:ext>
            </a:extLst>
          </p:cNvPr>
          <p:cNvSpPr>
            <a:spLocks noGrp="1"/>
          </p:cNvSpPr>
          <p:nvPr>
            <p:ph type="ftr" sz="quarter" idx="3"/>
          </p:nvPr>
        </p:nvSpPr>
        <p:spPr>
          <a:xfrm>
            <a:off x="6757343" y="6445390"/>
            <a:ext cx="5219059" cy="365125"/>
          </a:xfrm>
        </p:spPr>
        <p:txBody>
          <a:bodyPr lIns="91440" tIns="45720" rIns="91440" bIns="4572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IBM Plex Sans"/>
              </a:rPr>
              <a:t>GlobalBank and TechPartner confidential   |    © </a:t>
            </a:r>
            <a:r>
              <a:rPr lang="en-US" dirty="0">
                <a:solidFill>
                  <a:prstClr val="white"/>
                </a:solidFill>
                <a:latin typeface="IBM Plex Sans"/>
              </a:rPr>
              <a:t>2025</a:t>
            </a:r>
            <a:r>
              <a:rPr kumimoji="0" lang="en-US" sz="900" b="0" i="0" u="none" strike="noStrike" kern="1200" cap="none" spc="0" normalizeH="0" baseline="0" noProof="0" dirty="0">
                <a:ln>
                  <a:noFill/>
                </a:ln>
                <a:solidFill>
                  <a:prstClr val="white"/>
                </a:solidFill>
                <a:effectLst/>
                <a:uLnTx/>
                <a:uFillTx/>
                <a:latin typeface="IBM Plex Sans"/>
              </a:rPr>
              <a:t> TechPartner Inc </a:t>
            </a:r>
          </a:p>
        </p:txBody>
      </p:sp>
      <p:grpSp>
        <p:nvGrpSpPr>
          <p:cNvPr id="25" name="Group 24">
            <a:extLst>
              <a:ext uri="{FF2B5EF4-FFF2-40B4-BE49-F238E27FC236}">
                <a16:creationId xmlns:a16="http://schemas.microsoft.com/office/drawing/2014/main" id="{2325FC1F-A5ED-BD32-D3D3-094002443D1F}"/>
              </a:ext>
            </a:extLst>
          </p:cNvPr>
          <p:cNvGrpSpPr/>
          <p:nvPr/>
        </p:nvGrpSpPr>
        <p:grpSpPr>
          <a:xfrm>
            <a:off x="437985" y="3180510"/>
            <a:ext cx="2019578" cy="1019940"/>
            <a:chOff x="429476" y="2086717"/>
            <a:chExt cx="2033308" cy="841454"/>
          </a:xfrm>
        </p:grpSpPr>
        <p:sp>
          <p:nvSpPr>
            <p:cNvPr id="16" name="Rounded Rectangle 38">
              <a:extLst>
                <a:ext uri="{FF2B5EF4-FFF2-40B4-BE49-F238E27FC236}">
                  <a16:creationId xmlns:a16="http://schemas.microsoft.com/office/drawing/2014/main" id="{04DE0511-3AA5-3D5C-12EA-4EADFBF4A1DD}"/>
                </a:ext>
              </a:extLst>
            </p:cNvPr>
            <p:cNvSpPr/>
            <p:nvPr/>
          </p:nvSpPr>
          <p:spPr>
            <a:xfrm>
              <a:off x="429476" y="2086717"/>
              <a:ext cx="2033308" cy="841454"/>
            </a:xfrm>
            <a:prstGeom prst="roundRect">
              <a:avLst>
                <a:gd name="adj" fmla="val 1306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5" rIns="57151" bIns="28575" numCol="1" spcCol="0" rtlCol="0" fromWordArt="0" anchor="ctr" anchorCtr="0" forceAA="0" compatLnSpc="1">
              <a:prstTxWarp prst="textNoShape">
                <a:avLst/>
              </a:prstTxWarp>
              <a:noAutofit/>
            </a:bodyPr>
            <a:lstStyle/>
            <a:p>
              <a:pPr marL="445770" defTabSz="914377">
                <a:defRPr/>
              </a:pPr>
              <a:r>
                <a:rPr kumimoji="0" lang="en-US" sz="1400" b="1" i="0" u="none" strike="noStrike" kern="1200" cap="none" spc="0" normalizeH="0" baseline="0" noProof="0" dirty="0">
                  <a:ln>
                    <a:noFill/>
                  </a:ln>
                  <a:solidFill>
                    <a:srgbClr val="051243"/>
                  </a:solidFill>
                  <a:effectLst/>
                  <a:uLnTx/>
                  <a:uFillTx/>
                  <a:latin typeface="IBM Plex Sans"/>
                </a:rPr>
                <a:t>Financial Crime</a:t>
              </a:r>
              <a:r>
                <a:rPr lang="en-US" sz="1400" b="1" dirty="0">
                  <a:solidFill>
                    <a:srgbClr val="051243"/>
                  </a:solidFill>
                  <a:latin typeface="IBM Plex Sans"/>
                </a:rPr>
                <a:t> &amp; Data Governance</a:t>
              </a:r>
              <a:br>
                <a:rPr lang="en-US" sz="1400" b="1" i="0" u="none" strike="noStrike" kern="1200" cap="none" spc="0" normalizeH="0" baseline="0" noProof="0" dirty="0">
                  <a:ln>
                    <a:noFill/>
                  </a:ln>
                  <a:effectLst/>
                  <a:highlight>
                    <a:srgbClr val="FFFF00"/>
                  </a:highlight>
                  <a:uLnTx/>
                  <a:uFillTx/>
                  <a:latin typeface="IBM Plex Sans" panose="020B0503050000000000" pitchFamily="34" charset="0"/>
                </a:rPr>
              </a:br>
              <a:r>
                <a:rPr lang="en-US" sz="1100" dirty="0">
                  <a:solidFill>
                    <a:srgbClr val="051243"/>
                  </a:solidFill>
                  <a:latin typeface="IBM Plex Sans"/>
                </a:rPr>
                <a:t>21 FTE</a:t>
              </a:r>
              <a:endParaRPr lang="en-US" sz="1400" b="1" i="0" u="none" strike="noStrike" kern="1200" cap="none" spc="0" normalizeH="0" baseline="0" noProof="0" dirty="0">
                <a:ln>
                  <a:noFill/>
                </a:ln>
                <a:solidFill>
                  <a:srgbClr val="051243"/>
                </a:solidFill>
                <a:effectLst/>
                <a:uLnTx/>
                <a:uFillTx/>
                <a:latin typeface="IBM Plex Sans" panose="020B0503050000000000" pitchFamily="34" charset="0"/>
              </a:endParaRPr>
            </a:p>
          </p:txBody>
        </p:sp>
        <p:pic>
          <p:nvPicPr>
            <p:cNvPr id="19" name="Graphic 18" descr="Siren outline">
              <a:extLst>
                <a:ext uri="{FF2B5EF4-FFF2-40B4-BE49-F238E27FC236}">
                  <a16:creationId xmlns:a16="http://schemas.microsoft.com/office/drawing/2014/main" id="{A2609401-B7C9-FB19-E45D-6C6D7C0A794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22583" y="2331529"/>
              <a:ext cx="385418" cy="346789"/>
            </a:xfrm>
            <a:prstGeom prst="rect">
              <a:avLst/>
            </a:prstGeom>
          </p:spPr>
        </p:pic>
      </p:grpSp>
      <p:grpSp>
        <p:nvGrpSpPr>
          <p:cNvPr id="31" name="Group 30">
            <a:extLst>
              <a:ext uri="{FF2B5EF4-FFF2-40B4-BE49-F238E27FC236}">
                <a16:creationId xmlns:a16="http://schemas.microsoft.com/office/drawing/2014/main" id="{D5A34C58-C697-5027-021C-B3F3B0CCBA29}"/>
              </a:ext>
            </a:extLst>
          </p:cNvPr>
          <p:cNvGrpSpPr/>
          <p:nvPr/>
        </p:nvGrpSpPr>
        <p:grpSpPr>
          <a:xfrm>
            <a:off x="468972" y="1189027"/>
            <a:ext cx="2006097" cy="841454"/>
            <a:chOff x="429476" y="1102570"/>
            <a:chExt cx="2006097" cy="841454"/>
          </a:xfrm>
        </p:grpSpPr>
        <p:sp>
          <p:nvSpPr>
            <p:cNvPr id="32" name="Rounded Rectangle 1068">
              <a:extLst>
                <a:ext uri="{FF2B5EF4-FFF2-40B4-BE49-F238E27FC236}">
                  <a16:creationId xmlns:a16="http://schemas.microsoft.com/office/drawing/2014/main" id="{8B6CEA06-F0C3-52C0-A4AD-572F3A0D45DC}"/>
                </a:ext>
              </a:extLst>
            </p:cNvPr>
            <p:cNvSpPr/>
            <p:nvPr/>
          </p:nvSpPr>
          <p:spPr>
            <a:xfrm>
              <a:off x="429476" y="1102570"/>
              <a:ext cx="2006097" cy="841454"/>
            </a:xfrm>
            <a:prstGeom prst="roundRect">
              <a:avLst>
                <a:gd name="adj" fmla="val 1306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5" rIns="57151" bIns="28575" numCol="1" spcCol="0" rtlCol="0" fromWordArt="0" anchor="ctr" anchorCtr="0" forceAA="0" compatLnSpc="1">
              <a:prstTxWarp prst="textNoShape">
                <a:avLst/>
              </a:prstTxWarp>
              <a:noAutofit/>
            </a:bodyPr>
            <a:lstStyle/>
            <a:p>
              <a:pPr marL="445770" defTabSz="914377">
                <a:defRPr/>
              </a:pPr>
              <a:r>
                <a:rPr kumimoji="0" lang="en-US" sz="1400" b="1" i="0" u="none" strike="noStrike" kern="1200" cap="none" spc="0" normalizeH="0" baseline="0" noProof="0" dirty="0">
                  <a:ln>
                    <a:noFill/>
                  </a:ln>
                  <a:solidFill>
                    <a:srgbClr val="051243"/>
                  </a:solidFill>
                  <a:effectLst/>
                  <a:uLnTx/>
                  <a:uFillTx/>
                  <a:latin typeface="IBM Plex Sans"/>
                </a:rPr>
                <a:t>Generative AI </a:t>
              </a:r>
              <a:r>
                <a:rPr kumimoji="0" lang="en-US" sz="1400" b="1" i="0" u="none" strike="noStrike" kern="1200" cap="none" spc="0" normalizeH="0" baseline="0" noProof="0" err="1">
                  <a:ln>
                    <a:noFill/>
                  </a:ln>
                  <a:solidFill>
                    <a:srgbClr val="051243"/>
                  </a:solidFill>
                  <a:effectLst/>
                  <a:uLnTx/>
                  <a:uFillTx/>
                  <a:latin typeface="IBM Plex Sans"/>
                </a:rPr>
                <a:t>CoE</a:t>
              </a:r>
              <a:br>
                <a:rPr lang="en-US" sz="1400" b="1" i="0" u="none" strike="noStrike" kern="1200" cap="none" spc="0" normalizeH="0" baseline="0" noProof="0" dirty="0">
                  <a:ln>
                    <a:noFill/>
                  </a:ln>
                  <a:effectLst/>
                  <a:uLnTx/>
                  <a:uFillTx/>
                  <a:latin typeface="IBM Plex Sans" panose="020B0503050000000000" pitchFamily="34" charset="0"/>
                </a:rPr>
              </a:br>
              <a:r>
                <a:rPr lang="en-US" sz="1100" dirty="0">
                  <a:solidFill>
                    <a:srgbClr val="051243"/>
                  </a:solidFill>
                  <a:latin typeface="IBM Plex Sans"/>
                </a:rPr>
                <a:t>7.5 FTE</a:t>
              </a:r>
              <a:endParaRPr lang="en-US" sz="1400" i="0" u="none" strike="noStrike" kern="1200" cap="none" spc="0" normalizeH="0" baseline="0" noProof="0" dirty="0">
                <a:ln>
                  <a:noFill/>
                </a:ln>
                <a:solidFill>
                  <a:srgbClr val="051243"/>
                </a:solidFill>
                <a:effectLst/>
                <a:uLnTx/>
                <a:uFillTx/>
                <a:latin typeface="IBM Plex Sans"/>
              </a:endParaRPr>
            </a:p>
          </p:txBody>
        </p:sp>
        <p:pic>
          <p:nvPicPr>
            <p:cNvPr id="34" name="Graphic 33" descr="Artificial Intelligence outline">
              <a:extLst>
                <a:ext uri="{FF2B5EF4-FFF2-40B4-BE49-F238E27FC236}">
                  <a16:creationId xmlns:a16="http://schemas.microsoft.com/office/drawing/2014/main" id="{4CE05BFB-1BAD-0E51-DF43-9AF32B8025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1920" y="1349146"/>
              <a:ext cx="385418" cy="346789"/>
            </a:xfrm>
            <a:prstGeom prst="rect">
              <a:avLst/>
            </a:prstGeom>
          </p:spPr>
        </p:pic>
      </p:grpSp>
    </p:spTree>
    <p:extLst>
      <p:ext uri="{BB962C8B-B14F-4D97-AF65-F5344CB8AC3E}">
        <p14:creationId xmlns:p14="http://schemas.microsoft.com/office/powerpoint/2010/main" val="215883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1EA5D-1C58-F270-BE38-9EE965790067}"/>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70A15B2-4390-E3A1-B27A-7865A4A33E9A}"/>
              </a:ext>
            </a:extLst>
          </p:cNvPr>
          <p:cNvGraphicFramePr>
            <a:graphicFrameLocks noGrp="1"/>
          </p:cNvGraphicFramePr>
          <p:nvPr>
            <p:extLst>
              <p:ext uri="{D42A27DB-BD31-4B8C-83A1-F6EECF244321}">
                <p14:modId xmlns:p14="http://schemas.microsoft.com/office/powerpoint/2010/main" val="3322048644"/>
              </p:ext>
            </p:extLst>
          </p:nvPr>
        </p:nvGraphicFramePr>
        <p:xfrm>
          <a:off x="405442" y="751513"/>
          <a:ext cx="11556265" cy="4823717"/>
        </p:xfrm>
        <a:graphic>
          <a:graphicData uri="http://schemas.openxmlformats.org/drawingml/2006/table">
            <a:tbl>
              <a:tblPr firstRow="1" bandRow="1">
                <a:tableStyleId>{5C22544A-7EE6-4342-B048-85BDC9FD1C3A}</a:tableStyleId>
              </a:tblPr>
              <a:tblGrid>
                <a:gridCol w="2474251">
                  <a:extLst>
                    <a:ext uri="{9D8B030D-6E8A-4147-A177-3AD203B41FA5}">
                      <a16:colId xmlns:a16="http://schemas.microsoft.com/office/drawing/2014/main" val="3118056824"/>
                    </a:ext>
                  </a:extLst>
                </a:gridCol>
                <a:gridCol w="2474251">
                  <a:extLst>
                    <a:ext uri="{9D8B030D-6E8A-4147-A177-3AD203B41FA5}">
                      <a16:colId xmlns:a16="http://schemas.microsoft.com/office/drawing/2014/main" val="912072556"/>
                    </a:ext>
                  </a:extLst>
                </a:gridCol>
                <a:gridCol w="3744005">
                  <a:extLst>
                    <a:ext uri="{9D8B030D-6E8A-4147-A177-3AD203B41FA5}">
                      <a16:colId xmlns:a16="http://schemas.microsoft.com/office/drawing/2014/main" val="625390160"/>
                    </a:ext>
                  </a:extLst>
                </a:gridCol>
                <a:gridCol w="2863758">
                  <a:extLst>
                    <a:ext uri="{9D8B030D-6E8A-4147-A177-3AD203B41FA5}">
                      <a16:colId xmlns:a16="http://schemas.microsoft.com/office/drawing/2014/main" val="3534534639"/>
                    </a:ext>
                  </a:extLst>
                </a:gridCol>
              </a:tblGrid>
              <a:tr h="286181">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dirty="0">
                        <a:ln>
                          <a:noFill/>
                        </a:ln>
                        <a:solidFill>
                          <a:srgbClr val="051243"/>
                        </a:solidFill>
                        <a:effectLst/>
                        <a:uLnTx/>
                        <a:uFillTx/>
                        <a:latin typeface="IBM Plex Sans" panose="020B0503050203000203" pitchFamily="34" charset="0"/>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dirty="0">
                          <a:ln>
                            <a:noFill/>
                          </a:ln>
                          <a:solidFill>
                            <a:srgbClr val="051243"/>
                          </a:solidFill>
                          <a:effectLst/>
                          <a:uLnTx/>
                          <a:uFillTx/>
                          <a:latin typeface="IBM Plex Sans" panose="020B0503050203000203" pitchFamily="34" charset="0"/>
                          <a:ea typeface="+mn-ea"/>
                          <a:cs typeface="+mn-cs"/>
                        </a:rPr>
                        <a:t>Summary of Workstream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rPr>
                        <a:t>In-Quarter</a:t>
                      </a:r>
                      <a:r>
                        <a:rPr kumimoji="0" lang="en-US" sz="10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rPr>
                        <a:t> Highlights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51243"/>
                          </a:solidFill>
                          <a:effectLst/>
                          <a:uLnTx/>
                          <a:uFillTx/>
                          <a:latin typeface="IBM Plex Sans" panose="020B0503050203000203" pitchFamily="34" charset="0"/>
                          <a:ea typeface="+mn-ea"/>
                          <a:cs typeface="+mn-cs"/>
                        </a:rPr>
                        <a:t>Next Month Priority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1814326"/>
                  </a:ext>
                </a:extLst>
              </a:tr>
              <a:tr h="1526301">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highlight>
                          <a:srgbClr val="FFFF00"/>
                        </a:highligh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cap="none" spc="0" normalizeH="0" baseline="0" noProof="0" dirty="0">
                        <a:ln>
                          <a:noFill/>
                        </a:ln>
                        <a:solidFill>
                          <a:srgbClr val="051243"/>
                        </a:solidFill>
                        <a:effectLst/>
                        <a:uLnTx/>
                        <a:uFillTx/>
                        <a:latin typeface="IBM Plex Sans"/>
                        <a:ea typeface="+mn-ea"/>
                        <a:cs typeface="+mn-cs"/>
                      </a:endParaRPr>
                    </a:p>
                    <a:p>
                      <a:pPr marL="0" marR="0" lvl="0" indent="0" algn="l">
                        <a:lnSpc>
                          <a:spcPct val="100000"/>
                        </a:lnSpc>
                        <a:spcBef>
                          <a:spcPts val="0"/>
                        </a:spcBef>
                        <a:spcAft>
                          <a:spcPts val="0"/>
                        </a:spcAft>
                        <a:buNone/>
                      </a:pPr>
                      <a:endParaRPr lang="en-US" sz="1000" dirty="0">
                        <a:highlight>
                          <a:srgbClr val="FFFF00"/>
                        </a:highlight>
                        <a:latin typeface="IBM Plex Sans" panose="020B050305020300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endParaRPr lang="en-US" sz="800" dirty="0">
                        <a:latin typeface="IBM Plex Sans" panose="020B0503050203000203" pitchFamily="34" charset="0"/>
                      </a:endParaRPr>
                    </a:p>
                    <a:p>
                      <a:pPr marL="0" marR="0" lvl="0" indent="0" algn="l">
                        <a:lnSpc>
                          <a:spcPct val="100000"/>
                        </a:lnSpc>
                        <a:spcBef>
                          <a:spcPts val="0"/>
                        </a:spcBef>
                        <a:spcAft>
                          <a:spcPts val="0"/>
                        </a:spcAft>
                        <a:buNone/>
                      </a:pPr>
                      <a:r>
                        <a:rPr lang="en-US" sz="1000" dirty="0">
                          <a:latin typeface="IBM Plex Sans"/>
                        </a:rPr>
                        <a:t>MMTS Marts Migration – Working for Alex Thompson on data transformation process/ application, involves models, snapshots, tests development in DBT.</a:t>
                      </a:r>
                    </a:p>
                    <a:p>
                      <a:pPr marL="0" marR="0" lvl="0" indent="0" algn="l">
                        <a:lnSpc>
                          <a:spcPct val="100000"/>
                        </a:lnSpc>
                        <a:spcBef>
                          <a:spcPts val="0"/>
                        </a:spcBef>
                        <a:spcAft>
                          <a:spcPts val="0"/>
                        </a:spcAft>
                        <a:buNone/>
                      </a:pPr>
                      <a:r>
                        <a:rPr lang="en-US" sz="1000" dirty="0">
                          <a:latin typeface="IBM Plex Sans"/>
                        </a:rPr>
                        <a:t>L2 (migrated) marts reconciliation, </a:t>
                      </a:r>
                    </a:p>
                    <a:p>
                      <a:pPr marL="0" marR="0" lvl="0" indent="0" algn="l">
                        <a:lnSpc>
                          <a:spcPct val="100000"/>
                        </a:lnSpc>
                        <a:spcBef>
                          <a:spcPts val="0"/>
                        </a:spcBef>
                        <a:spcAft>
                          <a:spcPts val="0"/>
                        </a:spcAft>
                        <a:buNone/>
                      </a:pPr>
                      <a:r>
                        <a:rPr lang="en-US" sz="1000" dirty="0">
                          <a:latin typeface="IBM Plex Sans"/>
                        </a:rPr>
                        <a:t>DBT Test framework design, and development of custom DBT tests.</a:t>
                      </a:r>
                      <a:br>
                        <a:rPr lang="en-US" sz="1000" dirty="0">
                          <a:latin typeface="IBM Plex Sans"/>
                        </a:rPr>
                      </a:br>
                      <a:r>
                        <a:rPr lang="en-US" sz="1000" i="1" dirty="0">
                          <a:latin typeface="IBM Plex Sans"/>
                        </a:rPr>
                        <a:t>(3 FTE)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buFont typeface="+mj-lt"/>
                        <a:buAutoNum type="arabicPeriod"/>
                      </a:pPr>
                      <a:endParaRPr lang="en-IN" sz="1000" dirty="0">
                        <a:effectLst/>
                        <a:latin typeface="IBM Plex Sans" panose="020B0503050203000203" pitchFamily="34" charset="0"/>
                        <a:ea typeface="Times New Roman" panose="02020603050405020304" pitchFamily="18" charset="0"/>
                      </a:endParaRPr>
                    </a:p>
                    <a:p>
                      <a:pPr marL="228600" marR="0" lvl="0" indent="-228600" algn="l">
                        <a:buFont typeface="+mj-lt"/>
                        <a:buAutoNum type="arabicPeriod"/>
                      </a:pPr>
                      <a:r>
                        <a:rPr lang="en-IN" sz="1000" b="0" i="0" u="none" strike="noStrike" kern="1200" cap="none" spc="0" normalizeH="0" baseline="0" dirty="0">
                          <a:ln>
                            <a:noFill/>
                          </a:ln>
                          <a:solidFill>
                            <a:srgbClr val="051243"/>
                          </a:solidFill>
                          <a:effectLst/>
                          <a:uLnTx/>
                          <a:uFillTx/>
                          <a:latin typeface="IBM Plex Sans"/>
                          <a:ea typeface="+mn-ea"/>
                          <a:cs typeface="+mn-cs"/>
                        </a:rPr>
                        <a:t>Development and delivery (migration) of MMTS marts​</a:t>
                      </a:r>
                    </a:p>
                    <a:p>
                      <a:pPr marL="228600" marR="0" lvl="0" indent="-228600" algn="l">
                        <a:buFont typeface="+mj-lt"/>
                        <a:buAutoNum type="arabicPeriod"/>
                      </a:pPr>
                      <a:r>
                        <a:rPr lang="en-IN" sz="1000" b="0" i="0" u="none" strike="noStrike" kern="1200" cap="none" spc="0" normalizeH="0" baseline="0" dirty="0">
                          <a:ln>
                            <a:noFill/>
                          </a:ln>
                          <a:solidFill>
                            <a:srgbClr val="051243"/>
                          </a:solidFill>
                          <a:effectLst/>
                          <a:uLnTx/>
                          <a:uFillTx/>
                          <a:latin typeface="IBM Plex Sans"/>
                          <a:ea typeface="+mn-ea"/>
                          <a:cs typeface="+mn-cs"/>
                        </a:rPr>
                        <a:t>MMTS marts reconciliation process​</a:t>
                      </a:r>
                    </a:p>
                    <a:p>
                      <a:pPr marL="228600" marR="0" lvl="0" indent="-228600" algn="l">
                        <a:buFont typeface="+mj-lt"/>
                        <a:buAutoNum type="arabicPeriod"/>
                      </a:pPr>
                      <a:r>
                        <a:rPr lang="en-IN" sz="1000" b="0" i="0" u="none" strike="noStrike" kern="1200" cap="none" spc="0" normalizeH="0" baseline="0" dirty="0">
                          <a:ln>
                            <a:noFill/>
                          </a:ln>
                          <a:solidFill>
                            <a:srgbClr val="051243"/>
                          </a:solidFill>
                          <a:effectLst/>
                          <a:uLnTx/>
                          <a:uFillTx/>
                          <a:latin typeface="IBM Plex Sans"/>
                          <a:ea typeface="+mn-ea"/>
                          <a:cs typeface="+mn-cs"/>
                        </a:rPr>
                        <a:t>Analysis and understanding the DBT test framework; Adaptation of DBT models to the evolving test-framework</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buFont typeface="+mj-lt"/>
                        <a:buAutoNum type="arabicPeriod"/>
                      </a:pPr>
                      <a:endParaRPr lang="en-IN" sz="1000" dirty="0">
                        <a:effectLst/>
                        <a:latin typeface="IBM Plex Sans" panose="020B0503050203000203" pitchFamily="34" charset="0"/>
                        <a:ea typeface="Times New Roman" panose="02020603050405020304" pitchFamily="18" charset="0"/>
                      </a:endParaRPr>
                    </a:p>
                    <a:p>
                      <a:pPr marL="228600" marR="0" lvl="0" indent="-228600" algn="l">
                        <a:buFont typeface="+mj-lt"/>
                        <a:buAutoNum type="arabicPeriod"/>
                      </a:pPr>
                      <a:r>
                        <a:rPr lang="en-IN" sz="1000" dirty="0">
                          <a:solidFill>
                            <a:srgbClr val="000000"/>
                          </a:solidFill>
                          <a:effectLst/>
                          <a:latin typeface="IBM Plex Sans"/>
                          <a:ea typeface="Times New Roman" panose="02020603050405020304" pitchFamily="18" charset="0"/>
                        </a:rPr>
                        <a:t>MMTS Marts Migration​</a:t>
                      </a:r>
                      <a:endParaRPr lang="en-IN" sz="1000" dirty="0">
                        <a:solidFill>
                          <a:srgbClr val="000000"/>
                        </a:solidFill>
                        <a:effectLst/>
                        <a:latin typeface="IBM Plex Sans"/>
                        <a:ea typeface="Calibri" panose="020F0502020204030204" pitchFamily="34" charset="0"/>
                      </a:endParaRPr>
                    </a:p>
                    <a:p>
                      <a:pPr marL="228600" marR="0" lvl="0" indent="-228600" algn="l">
                        <a:buFont typeface="+mj-lt"/>
                        <a:buAutoNum type="arabicPeriod"/>
                      </a:pPr>
                      <a:r>
                        <a:rPr lang="en-IN" sz="1000" dirty="0">
                          <a:solidFill>
                            <a:srgbClr val="000000"/>
                          </a:solidFill>
                          <a:effectLst/>
                          <a:latin typeface="IBM Plex Sans"/>
                          <a:ea typeface="Times New Roman" panose="02020603050405020304" pitchFamily="18" charset="0"/>
                        </a:rPr>
                        <a:t>MMTS Marts Reconciliation</a:t>
                      </a:r>
                      <a:endParaRPr lang="en-IN" sz="1000" dirty="0">
                        <a:solidFill>
                          <a:srgbClr val="000000"/>
                        </a:solidFill>
                        <a:effectLst/>
                        <a:latin typeface="IBM Plex Sans"/>
                        <a:ea typeface="Calibri" panose="020F050202020403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429153"/>
                  </a:ext>
                </a:extLst>
              </a:tr>
              <a:tr h="901867">
                <a:tc vMerge="1">
                  <a:txBody>
                    <a:bodyPr/>
                    <a:lstStyle/>
                    <a:p>
                      <a:pPr marL="0" marR="0" lvl="0" indent="0" algn="l">
                        <a:lnSpc>
                          <a:spcPct val="100000"/>
                        </a:lnSpc>
                        <a:spcBef>
                          <a:spcPts val="0"/>
                        </a:spcBef>
                        <a:spcAft>
                          <a:spcPts val="0"/>
                        </a:spcAft>
                        <a:buNone/>
                      </a:pPr>
                      <a:endParaRPr lang="en-US" sz="1000" dirty="0">
                        <a:highlight>
                          <a:srgbClr val="FFFF00"/>
                        </a:highlight>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000" dirty="0">
                        <a:solidFill>
                          <a:srgbClr val="000000"/>
                        </a:solidFill>
                        <a:effectLst/>
                        <a:latin typeface="IBM Plex Sans" panose="020B0503050203000203" pitchFamily="34" charset="0"/>
                        <a:ea typeface="Calibri" panose="020F0502020204030204" pitchFamily="34" charset="0"/>
                        <a:cs typeface="Calibri" panose="020F0502020204030204" pitchFamily="34" charset="0"/>
                      </a:endParaRPr>
                    </a:p>
                    <a:p>
                      <a:r>
                        <a:rPr lang="en-IN" sz="1000" dirty="0">
                          <a:solidFill>
                            <a:srgbClr val="000000"/>
                          </a:solidFill>
                          <a:effectLst/>
                          <a:latin typeface="IBM Plex Sans"/>
                          <a:ea typeface="Calibri"/>
                          <a:cs typeface="Calibri"/>
                        </a:rPr>
                        <a:t>Under David Chen, Migration of MERCURY application from legacy SQL server to Databricks SQL using DBT.</a:t>
                      </a:r>
                      <a:r>
                        <a:rPr lang="en-IN" sz="1000" dirty="0">
                          <a:solidFill>
                            <a:srgbClr val="000000"/>
                          </a:solidFill>
                          <a:effectLst/>
                          <a:latin typeface="IBM Plex Sans"/>
                          <a:ea typeface="Calibri"/>
                          <a:cs typeface="Aptos" panose="020B0004020202020204" pitchFamily="34" charset="0"/>
                        </a:rPr>
                        <a:t>​</a:t>
                      </a:r>
                      <a:endParaRPr lang="en-IN" sz="1000" dirty="0">
                        <a:effectLst/>
                        <a:latin typeface="IBM Plex Sans"/>
                        <a:ea typeface="Calibri"/>
                        <a:cs typeface="Aptos" panose="020B0004020202020204" pitchFamily="34" charset="0"/>
                      </a:endParaRPr>
                    </a:p>
                    <a:p>
                      <a:r>
                        <a:rPr lang="en-IN" sz="1000" dirty="0">
                          <a:solidFill>
                            <a:srgbClr val="000000"/>
                          </a:solidFill>
                          <a:effectLst/>
                          <a:latin typeface="IBM Plex Sans"/>
                          <a:ea typeface="Calibri"/>
                          <a:cs typeface="Calibri"/>
                        </a:rPr>
                        <a:t>Total of 58 reports identified</a:t>
                      </a:r>
                      <a:r>
                        <a:rPr lang="en-IN" sz="1000" dirty="0">
                          <a:solidFill>
                            <a:srgbClr val="000000"/>
                          </a:solidFill>
                          <a:effectLst/>
                          <a:latin typeface="IBM Plex Sans"/>
                          <a:ea typeface="Calibri"/>
                          <a:cs typeface="Aptos" panose="020B0004020202020204" pitchFamily="34" charset="0"/>
                        </a:rPr>
                        <a:t>​.</a:t>
                      </a:r>
                      <a:endParaRPr lang="en-IN" sz="1000" dirty="0">
                        <a:effectLst/>
                        <a:latin typeface="IBM Plex Sans" panose="020B0503050203000203" pitchFamily="34" charset="0"/>
                        <a:ea typeface="Calibri" panose="020F0502020204030204" pitchFamily="34" charset="0"/>
                        <a:cs typeface="Aptos" panose="020B0004020202020204" pitchFamily="34" charset="0"/>
                      </a:endParaRPr>
                    </a:p>
                    <a:p>
                      <a:pPr lvl="0">
                        <a:buNone/>
                      </a:pPr>
                      <a:r>
                        <a:rPr lang="en-US" sz="900" b="0" i="1" u="none" strike="noStrike" noProof="0" dirty="0">
                          <a:solidFill>
                            <a:srgbClr val="000000"/>
                          </a:solidFill>
                          <a:effectLst/>
                          <a:latin typeface="IBM Plex Sans"/>
                        </a:rPr>
                        <a:t>(2 FTE)</a:t>
                      </a:r>
                      <a:endParaRPr lang="en-IN" dirty="0"/>
                    </a:p>
                    <a:p>
                      <a:endParaRPr lang="en-IN" sz="1000" dirty="0">
                        <a:effectLst/>
                        <a:latin typeface="IBM Plex Sans" panose="020B0503050203000203" pitchFamily="34" charset="0"/>
                        <a:ea typeface="Calibri" panose="020F0502020204030204" pitchFamily="34" charset="0"/>
                        <a:cs typeface="Aptos" panose="020B00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a:buFont typeface="+mj-lt"/>
                        <a:buAutoNum type="arabicPeriod"/>
                      </a:pPr>
                      <a:endParaRPr lang="en-IN" sz="1000" dirty="0">
                        <a:solidFill>
                          <a:srgbClr val="000000"/>
                        </a:solidFill>
                        <a:effectLst/>
                        <a:latin typeface="IBM Plex Sans" panose="020B0503050203000203" pitchFamily="34" charset="0"/>
                        <a:ea typeface="Calibri" panose="020F0502020204030204" pitchFamily="34" charset="0"/>
                        <a:cs typeface="Aptos" panose="020B0004020202020204" pitchFamily="34" charset="0"/>
                      </a:endParaRPr>
                    </a:p>
                    <a:p>
                      <a:pPr marL="228600" marR="0" indent="-228600" algn="l">
                        <a:buFont typeface="+mj-lt"/>
                        <a:buAutoNum type="arabicPeriod"/>
                      </a:pPr>
                      <a:r>
                        <a:rPr lang="en-IN" sz="1000" b="0" i="0" u="none" strike="noStrike" kern="1200" cap="none" spc="0" normalizeH="0" baseline="0">
                          <a:ln>
                            <a:noFill/>
                          </a:ln>
                          <a:solidFill>
                            <a:srgbClr val="051243"/>
                          </a:solidFill>
                          <a:effectLst/>
                          <a:uLnTx/>
                          <a:uFillTx/>
                          <a:latin typeface="IBM Plex Sans"/>
                          <a:ea typeface="+mn-ea"/>
                          <a:cs typeface="+mn-cs"/>
                        </a:rPr>
                        <a:t>All the reports deployed in production (48)</a:t>
                      </a:r>
                    </a:p>
                    <a:p>
                      <a:pPr marL="228600" marR="0" indent="-228600" algn="l">
                        <a:buFont typeface="+mj-lt"/>
                        <a:buAutoNum type="arabicPeriod"/>
                      </a:pPr>
                      <a:r>
                        <a:rPr lang="en-IN" sz="1000" b="0" i="0" u="none" strike="noStrike" kern="1200" cap="none" spc="0" normalizeH="0" baseline="0">
                          <a:ln>
                            <a:noFill/>
                          </a:ln>
                          <a:solidFill>
                            <a:srgbClr val="051243"/>
                          </a:solidFill>
                          <a:effectLst/>
                          <a:uLnTx/>
                          <a:uFillTx/>
                          <a:latin typeface="IBM Plex Sans"/>
                          <a:ea typeface="+mn-ea"/>
                          <a:cs typeface="+mn-cs"/>
                        </a:rPr>
                        <a:t>Data reconciliation completed for 8 reports</a:t>
                      </a:r>
                    </a:p>
                    <a:p>
                      <a:pPr marL="228600" marR="0" indent="-228600" algn="l">
                        <a:buFont typeface="+mj-lt"/>
                        <a:buAutoNum type="arabicPeriod"/>
                      </a:pPr>
                      <a:r>
                        <a:rPr lang="en-IN" sz="1000" b="0" i="0" u="none" strike="noStrike" kern="1200" cap="none" spc="0" normalizeH="0" baseline="0">
                          <a:ln>
                            <a:noFill/>
                          </a:ln>
                          <a:solidFill>
                            <a:srgbClr val="051243"/>
                          </a:solidFill>
                          <a:effectLst/>
                          <a:uLnTx/>
                          <a:uFillTx/>
                          <a:latin typeface="IBM Plex Sans"/>
                          <a:ea typeface="+mn-ea"/>
                          <a:cs typeface="+mn-cs"/>
                        </a:rPr>
                        <a:t>Bug fixes and performance tuning for the completed ones</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a:buFont typeface="+mj-lt"/>
                        <a:buAutoNum type="arabicPeriod"/>
                      </a:pPr>
                      <a:endParaRPr lang="en-IN" sz="1000" dirty="0">
                        <a:solidFill>
                          <a:srgbClr val="000000"/>
                        </a:solidFill>
                        <a:effectLst/>
                        <a:latin typeface="IBM Plex Sans" panose="020B0503050203000203" pitchFamily="34" charset="0"/>
                        <a:ea typeface="Times New Roman" panose="02020603050405020304" pitchFamily="18" charset="0"/>
                        <a:cs typeface="Aptos" panose="020B0004020202020204" pitchFamily="34" charset="0"/>
                      </a:endParaRPr>
                    </a:p>
                    <a:p>
                      <a:pPr marL="228600" marR="0" indent="-228600" algn="l">
                        <a:buFont typeface="+mj-lt"/>
                        <a:buAutoNum type="arabicPeriod"/>
                      </a:pPr>
                      <a:r>
                        <a:rPr lang="en-IN" sz="1000">
                          <a:solidFill>
                            <a:srgbClr val="000000"/>
                          </a:solidFill>
                          <a:effectLst/>
                          <a:latin typeface="IBM Plex Sans"/>
                          <a:ea typeface="Times New Roman" panose="02020603050405020304" pitchFamily="18" charset="0"/>
                        </a:rPr>
                        <a:t>UAT dates planned (Feb)</a:t>
                      </a:r>
                      <a:endParaRPr lang="en-IN" sz="1000" dirty="0">
                        <a:effectLst/>
                        <a:latin typeface="IBM Plex Sans"/>
                        <a:ea typeface="Calibri" panose="020F0502020204030204" pitchFamily="34" charset="0"/>
                      </a:endParaRPr>
                    </a:p>
                    <a:p>
                      <a:pPr marL="228600" marR="0" indent="-228600" algn="l">
                        <a:buFont typeface="+mj-lt"/>
                        <a:buAutoNum type="arabicPeriod"/>
                      </a:pPr>
                      <a:r>
                        <a:rPr lang="en-IN" sz="1000" dirty="0">
                          <a:solidFill>
                            <a:srgbClr val="000000"/>
                          </a:solidFill>
                          <a:effectLst/>
                          <a:latin typeface="IBM Plex Sans"/>
                          <a:ea typeface="Times New Roman" panose="02020603050405020304" pitchFamily="18" charset="0"/>
                        </a:rPr>
                        <a:t>Business signoff and parallel runs</a:t>
                      </a:r>
                      <a:endParaRPr lang="en-IN" sz="1000" dirty="0">
                        <a:effectLst/>
                        <a:latin typeface="IBM Plex Sans"/>
                        <a:ea typeface="Calibri" panose="020F050202020403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8390763"/>
                  </a:ext>
                </a:extLst>
              </a:tr>
              <a:tr h="1060515">
                <a:tc vMerge="1">
                  <a:txBody>
                    <a:bodyPr/>
                    <a:lstStyle/>
                    <a:p>
                      <a:pPr marL="0" marR="0" lvl="0" indent="0" algn="l">
                        <a:lnSpc>
                          <a:spcPct val="100000"/>
                        </a:lnSpc>
                        <a:spcBef>
                          <a:spcPts val="0"/>
                        </a:spcBef>
                        <a:spcAft>
                          <a:spcPts val="0"/>
                        </a:spcAft>
                        <a:buNone/>
                      </a:pPr>
                      <a:endParaRPr lang="en-US" sz="1000" dirty="0">
                        <a:highlight>
                          <a:srgbClr val="FFFF00"/>
                        </a:highlight>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000" dirty="0">
                        <a:effectLst/>
                        <a:latin typeface="IBM Plex Sans" panose="020B0503050203000203" pitchFamily="34" charset="0"/>
                        <a:ea typeface="Calibri" panose="020F0502020204030204" pitchFamily="34" charset="0"/>
                        <a:cs typeface="Aptos" panose="020B0004020202020204" pitchFamily="34" charset="0"/>
                      </a:endParaRPr>
                    </a:p>
                    <a:p>
                      <a:r>
                        <a:rPr lang="en-IN" sz="1000" dirty="0">
                          <a:effectLst/>
                          <a:latin typeface="IBM Plex Sans"/>
                          <a:ea typeface="Calibri"/>
                          <a:cs typeface="Aptos" panose="020B0004020202020204" pitchFamily="34" charset="0"/>
                        </a:rPr>
                        <a:t>Working for Sarah Mitchell on CDMP – CIS - Reverse Congruency - Files/Feeds Generation using CIS (</a:t>
                      </a:r>
                      <a:r>
                        <a:rPr lang="en-IN" sz="1000">
                          <a:effectLst/>
                          <a:latin typeface="IBM Plex Sans"/>
                          <a:ea typeface="Calibri"/>
                          <a:cs typeface="Aptos" panose="020B0004020202020204" pitchFamily="34" charset="0"/>
                        </a:rPr>
                        <a:t>Data lake</a:t>
                      </a:r>
                      <a:r>
                        <a:rPr lang="en-IN" sz="1000" dirty="0">
                          <a:effectLst/>
                          <a:latin typeface="IBM Plex Sans"/>
                          <a:ea typeface="Calibri"/>
                          <a:cs typeface="Aptos" panose="020B0004020202020204" pitchFamily="34" charset="0"/>
                        </a:rPr>
                        <a:t>) for other Systems.</a:t>
                      </a:r>
                    </a:p>
                    <a:p>
                      <a:pPr lvl="0">
                        <a:buNone/>
                      </a:pPr>
                      <a:r>
                        <a:rPr lang="en-US" sz="900" b="0" i="1" u="none" strike="noStrike" noProof="0">
                          <a:solidFill>
                            <a:srgbClr val="000000"/>
                          </a:solidFill>
                          <a:effectLst/>
                          <a:latin typeface="IBM Plex Sans"/>
                        </a:rPr>
                        <a:t>(3 FTE)</a:t>
                      </a:r>
                      <a:endParaRPr lang="en-IN"/>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a:buFont typeface="+mj-lt"/>
                        <a:buAutoNum type="arabicPeriod"/>
                      </a:pPr>
                      <a:endParaRPr lang="en-IN" sz="1000" dirty="0">
                        <a:effectLst/>
                        <a:latin typeface="IBM Plex Sans" panose="020B0503050203000203" pitchFamily="34" charset="0"/>
                        <a:ea typeface="Calibri" panose="020F0502020204030204" pitchFamily="34" charset="0"/>
                        <a:cs typeface="Aptos" panose="020B0004020202020204" pitchFamily="34" charset="0"/>
                      </a:endParaRPr>
                    </a:p>
                    <a:p>
                      <a:pPr marL="228600" marR="0" lvl="0" indent="-228600" algn="l">
                        <a:lnSpc>
                          <a:spcPct val="100000"/>
                        </a:lnSpc>
                        <a:spcBef>
                          <a:spcPts val="0"/>
                        </a:spcBef>
                        <a:spcAft>
                          <a:spcPts val="0"/>
                        </a:spcAft>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Queries developed for “CPH54-Actimise”, “CPP59” , “AVIVO AVOUTS”, Amendment flags and associated stage tables, Best Address Logic</a:t>
                      </a:r>
                    </a:p>
                    <a:p>
                      <a:pPr marL="228600" marR="0" lvl="0" indent="-228600" algn="l">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Logic for Address table based on the requirement given by James Wilson</a:t>
                      </a:r>
                      <a:endParaRPr lang="en-IN" sz="1000" b="0" i="0" u="none" strike="noStrike" kern="1200" cap="none" spc="0" normalizeH="0" baseline="0" noProof="0" dirty="0">
                        <a:ln>
                          <a:noFill/>
                        </a:ln>
                        <a:solidFill>
                          <a:srgbClr val="051243"/>
                        </a:solidFill>
                        <a:uLnTx/>
                        <a:uFillTx/>
                        <a:latin typeface="IBM Plex Sans"/>
                        <a:ea typeface="+mn-ea"/>
                        <a:cs typeface="+mn-cs"/>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a:buFont typeface="+mj-lt"/>
                        <a:buAutoNum type="arabicPeriod"/>
                      </a:pPr>
                      <a:endParaRPr lang="en-IN" sz="1000" dirty="0">
                        <a:effectLst/>
                        <a:latin typeface="IBM Plex Sans" panose="020B0503050203000203" pitchFamily="34" charset="0"/>
                        <a:ea typeface="Times New Roman" panose="02020603050405020304" pitchFamily="18" charset="0"/>
                      </a:endParaRPr>
                    </a:p>
                    <a:p>
                      <a:pPr marL="228600" marR="0" indent="-228600" algn="l">
                        <a:buFont typeface="+mj-lt"/>
                        <a:buAutoNum type="arabicPeriod"/>
                      </a:pPr>
                      <a:r>
                        <a:rPr lang="en-IN" sz="1000" dirty="0">
                          <a:solidFill>
                            <a:srgbClr val="000000"/>
                          </a:solidFill>
                          <a:effectLst/>
                          <a:latin typeface="IBM Plex Sans"/>
                          <a:ea typeface="Calibri"/>
                        </a:rPr>
                        <a:t>Develop DBT models for feeds</a:t>
                      </a:r>
                    </a:p>
                    <a:p>
                      <a:pPr marL="228600" marR="0" indent="-228600" algn="l">
                        <a:buFont typeface="+mj-lt"/>
                        <a:buAutoNum type="arabicPeriod"/>
                      </a:pPr>
                      <a:r>
                        <a:rPr lang="en-IN" sz="1000" dirty="0">
                          <a:solidFill>
                            <a:srgbClr val="000000"/>
                          </a:solidFill>
                          <a:effectLst/>
                          <a:latin typeface="IBM Plex Sans"/>
                          <a:ea typeface="Calibri"/>
                        </a:rPr>
                        <a:t>Plan the development work with Priya Patel</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5648172"/>
                  </a:ext>
                </a:extLst>
              </a:tr>
              <a:tr h="863785">
                <a:tc vMerge="1">
                  <a:txBody>
                    <a:bodyPr/>
                    <a:lstStyle/>
                    <a:p>
                      <a:pPr marL="0" marR="0" lvl="0" indent="0" algn="l">
                        <a:lnSpc>
                          <a:spcPct val="100000"/>
                        </a:lnSpc>
                        <a:spcBef>
                          <a:spcPts val="0"/>
                        </a:spcBef>
                        <a:spcAft>
                          <a:spcPts val="0"/>
                        </a:spcAft>
                        <a:buNone/>
                      </a:pPr>
                      <a:endParaRPr lang="en-US" sz="1000" dirty="0">
                        <a:highlight>
                          <a:srgbClr val="FFFF00"/>
                        </a:highlight>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000" dirty="0">
                        <a:effectLst/>
                        <a:latin typeface="IBM Plex Sans" panose="020B0503050203000203" pitchFamily="34" charset="0"/>
                        <a:ea typeface="Calibri" panose="020F0502020204030204" pitchFamily="34" charset="0"/>
                      </a:endParaRPr>
                    </a:p>
                    <a:p>
                      <a:r>
                        <a:rPr lang="en-IN" sz="1000" dirty="0">
                          <a:effectLst/>
                          <a:latin typeface="IBM Plex Sans"/>
                          <a:ea typeface="Calibri"/>
                        </a:rPr>
                        <a:t>Working for Mark Johnson on Performance PSD (Product Sales Data) </a:t>
                      </a:r>
                      <a:r>
                        <a:rPr lang="en-IN" sz="1000">
                          <a:effectLst/>
                          <a:latin typeface="IBM Plex Sans"/>
                          <a:ea typeface="Calibri"/>
                        </a:rPr>
                        <a:t>consumer Reports.</a:t>
                      </a:r>
                    </a:p>
                    <a:p>
                      <a:pPr lvl="0">
                        <a:buNone/>
                      </a:pPr>
                      <a:r>
                        <a:rPr lang="en-US" sz="900" b="0" i="1" u="none" strike="noStrike" noProof="0">
                          <a:solidFill>
                            <a:srgbClr val="000000"/>
                          </a:solidFill>
                          <a:effectLst/>
                          <a:latin typeface="IBM Plex Sans"/>
                        </a:rPr>
                        <a:t>(3 FTE)</a:t>
                      </a:r>
                      <a:endParaRPr lang="en-IN"/>
                    </a:p>
                    <a:p>
                      <a:pPr lvl="0">
                        <a:buNone/>
                      </a:pPr>
                      <a:endParaRPr lang="en-IN" sz="1000" dirty="0">
                        <a:effectLst/>
                        <a:highlight>
                          <a:srgbClr val="FFFF00"/>
                        </a:highlight>
                        <a:latin typeface="IBM Plex Sans"/>
                        <a:ea typeface="Calibri"/>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a:buFont typeface="+mj-lt"/>
                        <a:buAutoNum type="arabicPeriod"/>
                      </a:pPr>
                      <a:endParaRPr lang="en-IN" sz="1000" dirty="0">
                        <a:effectLst/>
                        <a:latin typeface="IBM Plex Sans" panose="020B0503050203000203" pitchFamily="34" charset="0"/>
                        <a:ea typeface="Calibri" panose="020F0502020204030204" pitchFamily="34" charset="0"/>
                      </a:endParaRPr>
                    </a:p>
                    <a:p>
                      <a:pPr marL="228600" marR="0" indent="-228600" algn="l">
                        <a:buFont typeface="+mj-lt"/>
                        <a:buAutoNum type="arabicPeriod"/>
                      </a:pPr>
                      <a:r>
                        <a:rPr lang="en-IN" sz="1000" b="0" i="0" u="none" strike="noStrike" kern="1200" cap="none" spc="0" normalizeH="0" baseline="0" dirty="0">
                          <a:ln>
                            <a:noFill/>
                          </a:ln>
                          <a:solidFill>
                            <a:srgbClr val="051243"/>
                          </a:solidFill>
                          <a:effectLst/>
                          <a:uLnTx/>
                          <a:uFillTx/>
                          <a:latin typeface="IBM Plex Sans"/>
                          <a:ea typeface="+mn-ea"/>
                          <a:cs typeface="+mn-cs"/>
                        </a:rPr>
                        <a:t>Completed DBT setup</a:t>
                      </a:r>
                    </a:p>
                    <a:p>
                      <a:pPr marL="228600" marR="0" indent="-228600" algn="l">
                        <a:buFont typeface="+mj-lt"/>
                        <a:buAutoNum type="arabicPeriod"/>
                      </a:pPr>
                      <a:r>
                        <a:rPr lang="en-IN" sz="1000" b="0" i="0" u="none" strike="noStrike" kern="1200" cap="none" spc="0" normalizeH="0" baseline="0" dirty="0">
                          <a:ln>
                            <a:noFill/>
                          </a:ln>
                          <a:solidFill>
                            <a:srgbClr val="051243"/>
                          </a:solidFill>
                          <a:effectLst/>
                          <a:uLnTx/>
                          <a:uFillTx/>
                          <a:latin typeface="IBM Plex Sans"/>
                          <a:ea typeface="+mn-ea"/>
                          <a:cs typeface="+mn-cs"/>
                        </a:rPr>
                        <a:t>Started analysing  PSD code and documents as directed by Rachel Lee</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a:buFont typeface="+mj-lt"/>
                        <a:buAutoNum type="arabicPeriod"/>
                      </a:pPr>
                      <a:endParaRPr lang="en-IN" sz="1000" dirty="0">
                        <a:effectLst/>
                        <a:latin typeface="IBM Plex Sans" panose="020B0503050203000203" pitchFamily="34" charset="0"/>
                        <a:ea typeface="Calibri" panose="020F0502020204030204" pitchFamily="34" charset="0"/>
                      </a:endParaRPr>
                    </a:p>
                    <a:p>
                      <a:pPr marL="228600" marR="0" indent="-228600" algn="l">
                        <a:buFont typeface="+mj-lt"/>
                        <a:buAutoNum type="arabicPeriod"/>
                      </a:pPr>
                      <a:r>
                        <a:rPr lang="en-IN" sz="1000" dirty="0">
                          <a:solidFill>
                            <a:srgbClr val="000000"/>
                          </a:solidFill>
                          <a:effectLst/>
                          <a:latin typeface="IBM Plex Sans"/>
                          <a:ea typeface="Calibri"/>
                        </a:rPr>
                        <a:t>Development of PSD credit card reports</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5202141"/>
                  </a:ext>
                </a:extLst>
              </a:tr>
            </a:tbl>
          </a:graphicData>
        </a:graphic>
      </p:graphicFrame>
      <p:sp>
        <p:nvSpPr>
          <p:cNvPr id="2" name="Title 1">
            <a:extLst>
              <a:ext uri="{FF2B5EF4-FFF2-40B4-BE49-F238E27FC236}">
                <a16:creationId xmlns:a16="http://schemas.microsoft.com/office/drawing/2014/main" id="{8574A8DE-5054-ECFF-DCED-7307EBA3EA25}"/>
              </a:ext>
            </a:extLst>
          </p:cNvPr>
          <p:cNvSpPr>
            <a:spLocks noGrp="1"/>
          </p:cNvSpPr>
          <p:nvPr>
            <p:ph type="title"/>
          </p:nvPr>
        </p:nvSpPr>
        <p:spPr>
          <a:xfrm>
            <a:off x="331704" y="141298"/>
            <a:ext cx="11642581" cy="516844"/>
          </a:xfrm>
        </p:spPr>
        <p:txBody>
          <a:bodyPr/>
          <a:lstStyle/>
          <a:p>
            <a:r>
              <a:rPr lang="en-US" dirty="0">
                <a:latin typeface="IBM Plex Sans Text"/>
              </a:rPr>
              <a:t>Data &amp; Functions – TechPartner Monthly Governance </a:t>
            </a:r>
            <a:r>
              <a:rPr lang="en-US" sz="1300" i="1" dirty="0">
                <a:latin typeface="IBM Plex Sans Text"/>
              </a:rPr>
              <a:t>(pg. 2 of 3)</a:t>
            </a:r>
            <a:endParaRPr lang="en-US" sz="1300" dirty="0">
              <a:latin typeface="IBM Plex Sans Text"/>
            </a:endParaRPr>
          </a:p>
        </p:txBody>
      </p:sp>
      <p:sp>
        <p:nvSpPr>
          <p:cNvPr id="4" name="Slide Number Placeholder 3">
            <a:extLst>
              <a:ext uri="{FF2B5EF4-FFF2-40B4-BE49-F238E27FC236}">
                <a16:creationId xmlns:a16="http://schemas.microsoft.com/office/drawing/2014/main" id="{7F037A44-954E-CF9A-682C-18C36F12BF89}"/>
              </a:ext>
            </a:extLst>
          </p:cNvPr>
          <p:cNvSpPr>
            <a:spLocks noGrp="1"/>
          </p:cNvSpPr>
          <p:nvPr>
            <p:ph type="sldNum" sz="quarter" idx="4"/>
          </p:nvPr>
        </p:nvSpPr>
        <p:spPr>
          <a:xfrm>
            <a:off x="3912543" y="6444209"/>
            <a:ext cx="2844800" cy="366183"/>
          </a:xfrm>
        </p:spPr>
        <p:txBody>
          <a:bodyPr/>
          <a:lstStyle/>
          <a:p>
            <a:pPr marL="0" marR="0" lvl="0" indent="0" algn="r" defTabSz="913992"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00" b="0" i="0" u="none" strike="noStrike" kern="1200" cap="none" spc="0" normalizeH="0" baseline="0" noProof="0">
                <a:ln>
                  <a:noFill/>
                </a:ln>
                <a:solidFill>
                  <a:prstClr val="white"/>
                </a:solidFill>
                <a:effectLst/>
                <a:uLnTx/>
                <a:uFillTx/>
                <a:latin typeface="IBM Plex Sans" panose="020B0503050203000203" pitchFamily="34" charset="0"/>
                <a:ea typeface="+mn-ea"/>
                <a:cs typeface="Arial" panose="020B0604020202020204" pitchFamily="34" charset="0"/>
              </a:rPr>
              <a:pPr marL="0" marR="0" lvl="0" indent="0" algn="r" defTabSz="913992"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dirty="0">
              <a:ln>
                <a:noFill/>
              </a:ln>
              <a:solidFill>
                <a:prstClr val="white"/>
              </a:solidFill>
              <a:effectLst/>
              <a:uLnTx/>
              <a:uFillTx/>
              <a:latin typeface="IBM Plex Sans" panose="020B0503050203000203" pitchFamily="34" charset="0"/>
              <a:ea typeface="+mn-ea"/>
              <a:cs typeface="Arial" panose="020B0604020202020204" pitchFamily="34" charset="0"/>
            </a:endParaRPr>
          </a:p>
        </p:txBody>
      </p:sp>
      <p:sp>
        <p:nvSpPr>
          <p:cNvPr id="3" name="Footer Placeholder 2">
            <a:extLst>
              <a:ext uri="{FF2B5EF4-FFF2-40B4-BE49-F238E27FC236}">
                <a16:creationId xmlns:a16="http://schemas.microsoft.com/office/drawing/2014/main" id="{D31557AB-2097-D5FF-C48B-2A060B242EAD}"/>
              </a:ext>
            </a:extLst>
          </p:cNvPr>
          <p:cNvSpPr>
            <a:spLocks noGrp="1"/>
          </p:cNvSpPr>
          <p:nvPr>
            <p:ph type="ftr" sz="quarter" idx="3"/>
          </p:nvPr>
        </p:nvSpPr>
        <p:spPr>
          <a:xfrm>
            <a:off x="6757343" y="6445390"/>
            <a:ext cx="5219059" cy="365125"/>
          </a:xfrm>
        </p:spPr>
        <p:txBody>
          <a:bodyPr lIns="91440" tIns="45720" rIns="91440" bIns="4572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IBM Plex Sans"/>
              </a:rPr>
              <a:t>GlobalBank and TechPartner confidential   |    © </a:t>
            </a:r>
            <a:r>
              <a:rPr lang="en-US" dirty="0">
                <a:solidFill>
                  <a:prstClr val="white"/>
                </a:solidFill>
                <a:latin typeface="IBM Plex Sans"/>
              </a:rPr>
              <a:t>2025</a:t>
            </a:r>
            <a:r>
              <a:rPr kumimoji="0" lang="en-US" sz="900" b="0" i="0" u="none" strike="noStrike" kern="1200" cap="none" spc="0" normalizeH="0" baseline="0" noProof="0" dirty="0">
                <a:ln>
                  <a:noFill/>
                </a:ln>
                <a:solidFill>
                  <a:prstClr val="white"/>
                </a:solidFill>
                <a:effectLst/>
                <a:uLnTx/>
                <a:uFillTx/>
                <a:latin typeface="IBM Plex Sans"/>
              </a:rPr>
              <a:t> TechPartner Inc </a:t>
            </a:r>
          </a:p>
        </p:txBody>
      </p:sp>
      <p:grpSp>
        <p:nvGrpSpPr>
          <p:cNvPr id="24" name="Group 23">
            <a:extLst>
              <a:ext uri="{FF2B5EF4-FFF2-40B4-BE49-F238E27FC236}">
                <a16:creationId xmlns:a16="http://schemas.microsoft.com/office/drawing/2014/main" id="{AA537A22-E1FB-FA21-EDF2-2A4DC88C4037}"/>
              </a:ext>
            </a:extLst>
          </p:cNvPr>
          <p:cNvGrpSpPr/>
          <p:nvPr/>
        </p:nvGrpSpPr>
        <p:grpSpPr>
          <a:xfrm>
            <a:off x="491701" y="2876621"/>
            <a:ext cx="2033308" cy="844806"/>
            <a:chOff x="416550" y="2864251"/>
            <a:chExt cx="2033308" cy="844806"/>
          </a:xfrm>
        </p:grpSpPr>
        <p:sp>
          <p:nvSpPr>
            <p:cNvPr id="15" name="Rounded Rectangle 32">
              <a:extLst>
                <a:ext uri="{FF2B5EF4-FFF2-40B4-BE49-F238E27FC236}">
                  <a16:creationId xmlns:a16="http://schemas.microsoft.com/office/drawing/2014/main" id="{3EA99512-F14F-432A-C8DF-3091845F9213}"/>
                </a:ext>
              </a:extLst>
            </p:cNvPr>
            <p:cNvSpPr/>
            <p:nvPr/>
          </p:nvSpPr>
          <p:spPr>
            <a:xfrm>
              <a:off x="416550" y="2864251"/>
              <a:ext cx="2033308" cy="844806"/>
            </a:xfrm>
            <a:prstGeom prst="roundRect">
              <a:avLst>
                <a:gd name="adj" fmla="val 1306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5" rIns="57151" bIns="28575" numCol="1" spcCol="0" rtlCol="0" fromWordArt="0" anchor="ctr" anchorCtr="0" forceAA="0" compatLnSpc="1">
              <a:prstTxWarp prst="textNoShape">
                <a:avLst/>
              </a:prstTxWarp>
              <a:noAutofit/>
            </a:bodyPr>
            <a:lstStyle/>
            <a:p>
              <a:pPr marL="445770" defTabSz="914377">
                <a:defRPr/>
              </a:pPr>
              <a:r>
                <a:rPr kumimoji="0" lang="en-US" sz="1400" b="1" i="0" u="none" strike="noStrike" kern="1200" cap="none" spc="0" normalizeH="0" baseline="0" noProof="0" dirty="0">
                  <a:ln>
                    <a:noFill/>
                  </a:ln>
                  <a:solidFill>
                    <a:srgbClr val="051243"/>
                  </a:solidFill>
                  <a:effectLst/>
                  <a:uLnTx/>
                  <a:uFillTx/>
                  <a:latin typeface="IBM Plex Sans"/>
                </a:rPr>
                <a:t>Data</a:t>
              </a:r>
              <a:r>
                <a:rPr lang="en-US" sz="1400" b="1" dirty="0">
                  <a:solidFill>
                    <a:srgbClr val="051243"/>
                  </a:solidFill>
                  <a:latin typeface="IBM Plex Sans"/>
                </a:rPr>
                <a:t> Platforms &amp; Engineering</a:t>
              </a:r>
              <a:br>
                <a:rPr lang="en-US" sz="1400" b="1" i="0" u="none" strike="noStrike" kern="1200" cap="none" spc="0" normalizeH="0" baseline="0" noProof="0" dirty="0">
                  <a:ln>
                    <a:noFill/>
                  </a:ln>
                  <a:effectLst/>
                  <a:uLnTx/>
                  <a:uFillTx/>
                  <a:latin typeface="IBM Plex Sans" panose="020B0503050000000000" pitchFamily="34" charset="0"/>
                </a:rPr>
              </a:br>
              <a:r>
                <a:rPr lang="en-US" sz="1100" dirty="0">
                  <a:solidFill>
                    <a:srgbClr val="051243"/>
                  </a:solidFill>
                  <a:latin typeface="IBM Plex Sans"/>
                </a:rPr>
                <a:t>11 FTE </a:t>
              </a:r>
              <a:endParaRPr lang="en-US" sz="1100" i="0" u="none" strike="noStrike" kern="1200" cap="none" spc="0" normalizeH="0" baseline="0" noProof="0" dirty="0">
                <a:ln>
                  <a:noFill/>
                </a:ln>
                <a:solidFill>
                  <a:srgbClr val="051243"/>
                </a:solidFill>
                <a:effectLst/>
                <a:uLnTx/>
                <a:uFillTx/>
                <a:latin typeface="IBM Plex Sans"/>
              </a:endParaRPr>
            </a:p>
          </p:txBody>
        </p:sp>
        <p:pic>
          <p:nvPicPr>
            <p:cNvPr id="20" name="Graphic 19" descr="Database outline">
              <a:extLst>
                <a:ext uri="{FF2B5EF4-FFF2-40B4-BE49-F238E27FC236}">
                  <a16:creationId xmlns:a16="http://schemas.microsoft.com/office/drawing/2014/main" id="{C65F9BFE-460D-A662-BE37-64E4186943D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5693" y="3112428"/>
              <a:ext cx="385418" cy="346789"/>
            </a:xfrm>
            <a:prstGeom prst="rect">
              <a:avLst/>
            </a:prstGeom>
          </p:spPr>
        </p:pic>
      </p:grpSp>
    </p:spTree>
    <p:extLst>
      <p:ext uri="{BB962C8B-B14F-4D97-AF65-F5344CB8AC3E}">
        <p14:creationId xmlns:p14="http://schemas.microsoft.com/office/powerpoint/2010/main" val="3446630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03810AF-AE90-40AD-6337-541B0A4130B0}"/>
              </a:ext>
            </a:extLst>
          </p:cNvPr>
          <p:cNvGraphicFramePr>
            <a:graphicFrameLocks noGrp="1"/>
          </p:cNvGraphicFramePr>
          <p:nvPr>
            <p:extLst>
              <p:ext uri="{D42A27DB-BD31-4B8C-83A1-F6EECF244321}">
                <p14:modId xmlns:p14="http://schemas.microsoft.com/office/powerpoint/2010/main" val="2452862099"/>
              </p:ext>
            </p:extLst>
          </p:nvPr>
        </p:nvGraphicFramePr>
        <p:xfrm>
          <a:off x="405442" y="803269"/>
          <a:ext cx="11556261" cy="5279653"/>
        </p:xfrm>
        <a:graphic>
          <a:graphicData uri="http://schemas.openxmlformats.org/drawingml/2006/table">
            <a:tbl>
              <a:tblPr firstRow="1" bandRow="1">
                <a:tableStyleId>{5C22544A-7EE6-4342-B048-85BDC9FD1C3A}</a:tableStyleId>
              </a:tblPr>
              <a:tblGrid>
                <a:gridCol w="2474250">
                  <a:extLst>
                    <a:ext uri="{9D8B030D-6E8A-4147-A177-3AD203B41FA5}">
                      <a16:colId xmlns:a16="http://schemas.microsoft.com/office/drawing/2014/main" val="3118056824"/>
                    </a:ext>
                  </a:extLst>
                </a:gridCol>
                <a:gridCol w="2474250">
                  <a:extLst>
                    <a:ext uri="{9D8B030D-6E8A-4147-A177-3AD203B41FA5}">
                      <a16:colId xmlns:a16="http://schemas.microsoft.com/office/drawing/2014/main" val="912072556"/>
                    </a:ext>
                  </a:extLst>
                </a:gridCol>
                <a:gridCol w="3036875">
                  <a:extLst>
                    <a:ext uri="{9D8B030D-6E8A-4147-A177-3AD203B41FA5}">
                      <a16:colId xmlns:a16="http://schemas.microsoft.com/office/drawing/2014/main" val="625390160"/>
                    </a:ext>
                  </a:extLst>
                </a:gridCol>
                <a:gridCol w="3570886">
                  <a:extLst>
                    <a:ext uri="{9D8B030D-6E8A-4147-A177-3AD203B41FA5}">
                      <a16:colId xmlns:a16="http://schemas.microsoft.com/office/drawing/2014/main" val="3534534639"/>
                    </a:ext>
                  </a:extLst>
                </a:gridCol>
              </a:tblGrid>
              <a:tr h="33727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dirty="0">
                        <a:ln>
                          <a:noFill/>
                        </a:ln>
                        <a:solidFill>
                          <a:srgbClr val="051243"/>
                        </a:solidFill>
                        <a:effectLst/>
                        <a:uLnTx/>
                        <a:uFillTx/>
                        <a:latin typeface="IBM Plex Sans" panose="020B0503050000000000" pitchFamily="34" charset="0"/>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dirty="0">
                          <a:ln>
                            <a:noFill/>
                          </a:ln>
                          <a:solidFill>
                            <a:srgbClr val="051243"/>
                          </a:solidFill>
                          <a:effectLst/>
                          <a:uLnTx/>
                          <a:uFillTx/>
                          <a:latin typeface="IBM Plex Sans" panose="020B0503050000000000" pitchFamily="34" charset="0"/>
                          <a:ea typeface="+mn-ea"/>
                          <a:cs typeface="+mn-cs"/>
                        </a:rPr>
                        <a:t>Summary of Workstream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i="0" u="none" strike="noStrike" kern="1200" cap="none" spc="0" normalizeH="0" baseline="0" noProof="0" dirty="0">
                          <a:ln>
                            <a:noFill/>
                          </a:ln>
                          <a:solidFill>
                            <a:srgbClr val="051243"/>
                          </a:solidFill>
                          <a:effectLst/>
                          <a:uLnTx/>
                          <a:uFillTx/>
                          <a:latin typeface="IBM Plex Sans"/>
                          <a:ea typeface="+mn-ea"/>
                          <a:cs typeface="+mn-cs"/>
                        </a:rPr>
                        <a:t>In-Quarter</a:t>
                      </a:r>
                      <a:r>
                        <a:rPr kumimoji="0" lang="en-US" sz="1200" b="1" i="0" u="none" strike="noStrike" kern="1200" cap="none" spc="0" normalizeH="0" baseline="0" noProof="0" dirty="0">
                          <a:ln>
                            <a:noFill/>
                          </a:ln>
                          <a:solidFill>
                            <a:srgbClr val="051243"/>
                          </a:solidFill>
                          <a:effectLst/>
                          <a:uLnTx/>
                          <a:uFillTx/>
                          <a:latin typeface="IBM Plex Sans"/>
                          <a:ea typeface="+mn-ea"/>
                          <a:cs typeface="+mn-cs"/>
                        </a:rPr>
                        <a:t> Highlights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51243"/>
                          </a:solidFill>
                          <a:effectLst/>
                          <a:uLnTx/>
                          <a:uFillTx/>
                          <a:latin typeface="IBM Plex Sans" panose="020B0503050000000000" pitchFamily="34" charset="0"/>
                          <a:ea typeface="+mn-ea"/>
                          <a:cs typeface="+mn-cs"/>
                        </a:rPr>
                        <a:t>Next Month Priority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1814326"/>
                  </a:ext>
                </a:extLst>
              </a:tr>
              <a:tr h="1115732">
                <a:tc>
                  <a:txBody>
                    <a:bodyPr/>
                    <a:lstStyle/>
                    <a:p>
                      <a:endParaRPr lang="en-US" sz="1000" dirty="0">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000" b="0" i="0" u="none" strike="noStrike" kern="1200" cap="none" spc="0" normalizeH="0" baseline="0" noProof="0" dirty="0">
                          <a:ln>
                            <a:noFill/>
                          </a:ln>
                          <a:solidFill>
                            <a:srgbClr val="051243"/>
                          </a:solidFill>
                          <a:effectLst/>
                          <a:uLnTx/>
                          <a:uFillTx/>
                          <a:latin typeface="IBM Plex Sans"/>
                          <a:ea typeface="+mn-ea"/>
                          <a:cs typeface="+mn-cs"/>
                        </a:rPr>
                        <a:t>TechPartner work across Power and Pega Automation. </a:t>
                      </a:r>
                    </a:p>
                    <a:p>
                      <a:pPr lvl="0" algn="l">
                        <a:lnSpc>
                          <a:spcPct val="100000"/>
                        </a:lnSpc>
                        <a:spcBef>
                          <a:spcPts val="0"/>
                        </a:spcBef>
                        <a:spcAft>
                          <a:spcPts val="0"/>
                        </a:spcAft>
                        <a:buNone/>
                      </a:pPr>
                      <a:r>
                        <a:rPr lang="en-US" sz="1000" b="0" i="0" u="none" strike="noStrike" kern="1200" cap="none" spc="0" normalizeH="0" baseline="0" noProof="0" dirty="0">
                          <a:ln>
                            <a:noFill/>
                          </a:ln>
                          <a:solidFill>
                            <a:srgbClr val="051243"/>
                          </a:solidFill>
                          <a:effectLst/>
                          <a:uLnTx/>
                          <a:uFillTx/>
                          <a:latin typeface="IBM Plex Sans"/>
                          <a:ea typeface="+mn-ea"/>
                          <a:cs typeface="+mn-cs"/>
                        </a:rPr>
                        <a:t>Automation </a:t>
                      </a:r>
                      <a:r>
                        <a:rPr lang="en-US" sz="1000" b="0" i="0" u="none" strike="noStrike" kern="1200" cap="none" spc="0" normalizeH="0" baseline="0" noProof="0" dirty="0" err="1">
                          <a:ln>
                            <a:noFill/>
                          </a:ln>
                          <a:solidFill>
                            <a:srgbClr val="051243"/>
                          </a:solidFill>
                          <a:effectLst/>
                          <a:uLnTx/>
                          <a:uFillTx/>
                          <a:latin typeface="IBM Plex Sans"/>
                          <a:ea typeface="+mn-ea"/>
                          <a:cs typeface="+mn-cs"/>
                        </a:rPr>
                        <a:t>CoE</a:t>
                      </a:r>
                      <a:r>
                        <a:rPr lang="en-US" sz="1000" b="0" i="0" u="none" strike="noStrike" kern="1200" cap="none" spc="0" normalizeH="0" baseline="0" noProof="0" dirty="0">
                          <a:ln>
                            <a:noFill/>
                          </a:ln>
                          <a:solidFill>
                            <a:srgbClr val="051243"/>
                          </a:solidFill>
                          <a:effectLst/>
                          <a:uLnTx/>
                          <a:uFillTx/>
                          <a:latin typeface="IBM Plex Sans"/>
                          <a:ea typeface="+mn-ea"/>
                          <a:cs typeface="+mn-cs"/>
                        </a:rPr>
                        <a:t> team is mostly GBC perms and includes 4 TechPartner consultants</a:t>
                      </a:r>
                      <a:endParaRPr lang="en-US" sz="1000" b="0" i="0" u="none" strike="noStrike" kern="1200" cap="none" spc="0" normalizeH="0" baseline="0" noProof="0">
                        <a:ln>
                          <a:noFill/>
                        </a:ln>
                        <a:solidFill>
                          <a:srgbClr val="051243"/>
                        </a:solidFill>
                        <a:effectLst/>
                        <a:uLnTx/>
                        <a:uFillTx/>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lnSpc>
                          <a:spcPct val="100000"/>
                        </a:lnSpc>
                        <a:spcBef>
                          <a:spcPts val="0"/>
                        </a:spcBef>
                        <a:spcAft>
                          <a:spcPts val="0"/>
                        </a:spcAft>
                        <a:buClr>
                          <a:srgbClr val="000000"/>
                        </a:buClr>
                        <a:buSzTx/>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GBC Calendar 2025 and Max Session Reach Issue fix successfully deployed.</a:t>
                      </a:r>
                      <a:endParaRPr lang="en-US" sz="1000" b="0" dirty="0">
                        <a:solidFill>
                          <a:srgbClr val="051243"/>
                        </a:solidFill>
                        <a:latin typeface="IBM Plex Sans"/>
                        <a:ea typeface="+mn-ea"/>
                        <a:cs typeface="+mn-cs"/>
                      </a:endParaRPr>
                    </a:p>
                    <a:p>
                      <a:pPr marL="228600" marR="0" lvl="0" indent="-228600" algn="l">
                        <a:lnSpc>
                          <a:spcPct val="100000"/>
                        </a:lnSpc>
                        <a:spcBef>
                          <a:spcPts val="0"/>
                        </a:spcBef>
                        <a:spcAft>
                          <a:spcPts val="0"/>
                        </a:spcAft>
                        <a:buSzTx/>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Unisys to SAP Migration: Testing completed along with value stream applications.</a:t>
                      </a:r>
                      <a:endParaRPr lang="en-IN" sz="1000" b="0">
                        <a:solidFill>
                          <a:srgbClr val="051243"/>
                        </a:solidFill>
                        <a:latin typeface="IBM Plex Sans"/>
                        <a:ea typeface="+mn-ea"/>
                        <a:cs typeface="+mn-cs"/>
                      </a:endParaRPr>
                    </a:p>
                    <a:p>
                      <a:pPr marL="228600" marR="0" lvl="0" indent="-228600" algn="l">
                        <a:lnSpc>
                          <a:spcPct val="100000"/>
                        </a:lnSpc>
                        <a:spcBef>
                          <a:spcPts val="0"/>
                        </a:spcBef>
                        <a:spcAft>
                          <a:spcPts val="0"/>
                        </a:spcAft>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Migration of Columbus archives to CMOD.</a:t>
                      </a:r>
                      <a:endParaRPr lang="en-IN" sz="1000" dirty="0">
                        <a:solidFill>
                          <a:srgbClr val="051243"/>
                        </a:solidFill>
                        <a:latin typeface="IBM Plex Sans"/>
                        <a:ea typeface="+mn-ea"/>
                        <a:cs typeface="+mn-cs"/>
                      </a:endParaRPr>
                    </a:p>
                    <a:p>
                      <a:pPr marL="228600" marR="0" lvl="0" indent="-228600" algn="l">
                        <a:lnSpc>
                          <a:spcPct val="100000"/>
                        </a:lnSpc>
                        <a:spcBef>
                          <a:spcPts val="0"/>
                        </a:spcBef>
                        <a:spcAft>
                          <a:spcPts val="0"/>
                        </a:spcAft>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Completed the extraction/ decompression for 6 archives.</a:t>
                      </a:r>
                      <a:endParaRPr lang="en-IN" sz="1000" dirty="0">
                        <a:solidFill>
                          <a:srgbClr val="051243"/>
                        </a:solidFill>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lnSpc>
                          <a:spcPct val="100000"/>
                        </a:lnSpc>
                        <a:spcBef>
                          <a:spcPts val="0"/>
                        </a:spcBef>
                        <a:spcAft>
                          <a:spcPts val="0"/>
                        </a:spcAft>
                        <a:buClrTx/>
                        <a:buSzTx/>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O365 Send/Read Email Capability: Development is in progress. Go-Live ETA by end of Feb '25.</a:t>
                      </a:r>
                    </a:p>
                    <a:p>
                      <a:pPr marL="228600" marR="0" lvl="0" indent="-228600" algn="l">
                        <a:lnSpc>
                          <a:spcPct val="100000"/>
                        </a:lnSpc>
                        <a:spcBef>
                          <a:spcPts val="0"/>
                        </a:spcBef>
                        <a:spcAft>
                          <a:spcPts val="0"/>
                        </a:spcAft>
                        <a:buClrTx/>
                        <a:buSzTx/>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Cloud 3 Migration: Testing across all non-production environments, production migration ETA Feb '25.</a:t>
                      </a:r>
                      <a:endParaRPr lang="en-US" sz="1000" b="0" dirty="0">
                        <a:solidFill>
                          <a:srgbClr val="051243"/>
                        </a:solidFill>
                        <a:latin typeface="IBM Plex Sans"/>
                        <a:ea typeface="+mn-ea"/>
                        <a:cs typeface="+mn-cs"/>
                      </a:endParaRPr>
                    </a:p>
                    <a:p>
                      <a:pPr marL="228600" marR="0" lvl="0" indent="-228600" algn="l">
                        <a:lnSpc>
                          <a:spcPct val="100000"/>
                        </a:lnSpc>
                        <a:spcBef>
                          <a:spcPts val="0"/>
                        </a:spcBef>
                        <a:spcAft>
                          <a:spcPts val="0"/>
                        </a:spcAft>
                        <a:buClrTx/>
                        <a:buSzTx/>
                        <a:buAutoNum type="arabicPeriod"/>
                      </a:pPr>
                      <a:r>
                        <a:rPr lang="en-IN" sz="1000" b="0" i="0" u="none" strike="noStrike" kern="1200" cap="none" spc="0" normalizeH="0" baseline="0" noProof="0" dirty="0">
                          <a:ln>
                            <a:noFill/>
                          </a:ln>
                          <a:solidFill>
                            <a:srgbClr val="051243"/>
                          </a:solidFill>
                          <a:effectLst/>
                          <a:uLnTx/>
                          <a:uFillTx/>
                          <a:latin typeface="IBM Plex Sans"/>
                          <a:ea typeface="+mn-ea"/>
                          <a:cs typeface="+mn-cs"/>
                        </a:rPr>
                        <a:t>Columbus Migration will continue for remaining archives.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3582319"/>
                  </a:ext>
                </a:extLst>
              </a:tr>
              <a:tr h="2150301">
                <a:tc>
                  <a:txBody>
                    <a:bodyPr/>
                    <a:lstStyle/>
                    <a:p>
                      <a:endParaRPr lang="en-US" sz="1000" dirty="0">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IN" sz="1000" b="0" i="0" u="none" strike="noStrike" kern="1200" cap="none" spc="0" normalizeH="0" baseline="0" noProof="0" dirty="0">
                          <a:ln>
                            <a:noFill/>
                          </a:ln>
                          <a:solidFill>
                            <a:srgbClr val="051243"/>
                          </a:solidFill>
                          <a:effectLst/>
                          <a:uLnTx/>
                          <a:uFillTx/>
                          <a:latin typeface="IBM Plex Sans"/>
                          <a:ea typeface="+mn-ea"/>
                          <a:cs typeface="+mn-cs"/>
                        </a:rPr>
                        <a:t>Implementation of the ServiceNow Operational Resilience Module and migration of relevant data</a:t>
                      </a:r>
                      <a:endParaRPr lang="en-US" sz="1000" dirty="0">
                        <a:solidFill>
                          <a:srgbClr val="051243"/>
                        </a:solidFill>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lnSpc>
                          <a:spcPct val="100000"/>
                        </a:lnSpc>
                        <a:spcBef>
                          <a:spcPts val="0"/>
                        </a:spcBef>
                        <a:spcAft>
                          <a:spcPts val="0"/>
                        </a:spcAft>
                        <a:buClr>
                          <a:srgbClr val="000000"/>
                        </a:buClr>
                        <a:buSzTx/>
                        <a:buAutoNum type="arabicPeriod"/>
                      </a:pPr>
                      <a:r>
                        <a:rPr lang="en-US" sz="1000" b="0" i="0" u="none" strike="noStrike" kern="1200" cap="none" spc="0" normalizeH="0" baseline="0" noProof="0" dirty="0">
                          <a:ln>
                            <a:noFill/>
                          </a:ln>
                          <a:solidFill>
                            <a:srgbClr val="051243"/>
                          </a:solidFill>
                          <a:effectLst/>
                          <a:uLnTx/>
                          <a:uFillTx/>
                          <a:latin typeface="IBM Plex Sans"/>
                          <a:ea typeface="+mn-ea"/>
                          <a:cs typeface="+mn-cs"/>
                        </a:rPr>
                        <a:t>Successful Migration of all agreed legacy Op Res data into ServiceNow including validation for accuracy</a:t>
                      </a:r>
                    </a:p>
                    <a:p>
                      <a:pPr marL="228600" marR="0" lvl="0" indent="-228600" algn="l">
                        <a:lnSpc>
                          <a:spcPct val="100000"/>
                        </a:lnSpc>
                        <a:spcBef>
                          <a:spcPts val="0"/>
                        </a:spcBef>
                        <a:spcAft>
                          <a:spcPts val="0"/>
                        </a:spcAft>
                        <a:buClr>
                          <a:srgbClr val="000000"/>
                        </a:buClr>
                        <a:buSzTx/>
                        <a:buAutoNum type="arabicPeriod"/>
                      </a:pPr>
                      <a:r>
                        <a:rPr lang="en-US" sz="1000" b="0" i="0" u="none" strike="noStrike" kern="1200" cap="none" spc="0" normalizeH="0" baseline="0" noProof="0" dirty="0">
                          <a:ln>
                            <a:noFill/>
                          </a:ln>
                          <a:solidFill>
                            <a:srgbClr val="051243"/>
                          </a:solidFill>
                          <a:effectLst/>
                          <a:uLnTx/>
                          <a:uFillTx/>
                          <a:latin typeface="IBM Plex Sans"/>
                          <a:ea typeface="+mn-ea"/>
                          <a:cs typeface="+mn-cs"/>
                        </a:rPr>
                        <a:t>End to end process agreed and documented for management of data points and associated Indicators</a:t>
                      </a:r>
                      <a:endParaRPr lang="en-US" sz="1000" dirty="0">
                        <a:solidFill>
                          <a:srgbClr val="051243"/>
                        </a:solidFill>
                        <a:latin typeface="IBM Plex Sans"/>
                        <a:ea typeface="+mn-ea"/>
                        <a:cs typeface="+mn-cs"/>
                      </a:endParaRPr>
                    </a:p>
                    <a:p>
                      <a:pPr marL="228600" marR="0" lvl="0" indent="-228600" algn="l">
                        <a:lnSpc>
                          <a:spcPct val="100000"/>
                        </a:lnSpc>
                        <a:spcBef>
                          <a:spcPts val="0"/>
                        </a:spcBef>
                        <a:spcAft>
                          <a:spcPts val="0"/>
                        </a:spcAft>
                        <a:buClr>
                          <a:srgbClr val="000000"/>
                        </a:buClr>
                        <a:buSzTx/>
                        <a:buAutoNum type="arabicPeriod"/>
                      </a:pPr>
                      <a:r>
                        <a:rPr lang="en-US" sz="1000" b="0" i="0" u="none" strike="noStrike" kern="1200" cap="none" spc="0" normalizeH="0" baseline="0" noProof="0" dirty="0">
                          <a:ln>
                            <a:noFill/>
                          </a:ln>
                          <a:solidFill>
                            <a:srgbClr val="051243"/>
                          </a:solidFill>
                          <a:effectLst/>
                          <a:uLnTx/>
                          <a:uFillTx/>
                          <a:latin typeface="IBM Plex Sans"/>
                          <a:ea typeface="+mn-ea"/>
                          <a:cs typeface="+mn-cs"/>
                        </a:rPr>
                        <a:t>Multiple iterations of Operational Resilience reporting to enable reports to be delivered at Team, Data Point, and CIO level</a:t>
                      </a:r>
                      <a:endParaRPr lang="en-US" sz="1000" dirty="0">
                        <a:solidFill>
                          <a:srgbClr val="051243"/>
                        </a:solidFill>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lnSpc>
                          <a:spcPct val="100000"/>
                        </a:lnSpc>
                        <a:spcBef>
                          <a:spcPts val="0"/>
                        </a:spcBef>
                        <a:spcAft>
                          <a:spcPts val="0"/>
                        </a:spcAft>
                        <a:buClrTx/>
                        <a:buSzTx/>
                        <a:buFontTx/>
                        <a:buAutoNum type="arabicPeriod"/>
                      </a:pPr>
                      <a:r>
                        <a:rPr lang="en-US" sz="1000" b="0" i="0" u="none" strike="noStrike" kern="1200" cap="none" spc="0" normalizeH="0" baseline="0" noProof="0" dirty="0">
                          <a:ln>
                            <a:noFill/>
                          </a:ln>
                          <a:solidFill>
                            <a:srgbClr val="051243"/>
                          </a:solidFill>
                          <a:effectLst/>
                          <a:uLnTx/>
                          <a:uFillTx/>
                          <a:latin typeface="IBM Plex Sans"/>
                          <a:ea typeface="+mn-ea"/>
                          <a:cs typeface="+mn-cs"/>
                        </a:rPr>
                        <a:t>UAT commenced with 21 datapoint owners</a:t>
                      </a:r>
                      <a:endParaRPr lang="en-US" sz="1000" b="0" i="0" u="none" strike="noStrike" kern="1200" cap="none" spc="0" normalizeH="0" baseline="0" noProof="0">
                        <a:ln>
                          <a:noFill/>
                        </a:ln>
                        <a:solidFill>
                          <a:srgbClr val="051243"/>
                        </a:solidFill>
                        <a:effectLst/>
                        <a:uLnTx/>
                        <a:uFillTx/>
                        <a:latin typeface="IBM Plex Sans"/>
                        <a:ea typeface="+mn-ea"/>
                        <a:cs typeface="+mn-cs"/>
                      </a:endParaRPr>
                    </a:p>
                    <a:p>
                      <a:pPr marL="228600" marR="0" lvl="0" indent="-228600" algn="l">
                        <a:lnSpc>
                          <a:spcPct val="100000"/>
                        </a:lnSpc>
                        <a:spcBef>
                          <a:spcPts val="0"/>
                        </a:spcBef>
                        <a:spcAft>
                          <a:spcPts val="0"/>
                        </a:spcAft>
                        <a:buClrTx/>
                        <a:buSzTx/>
                        <a:buAutoNum type="arabicPeriod"/>
                      </a:pPr>
                      <a:r>
                        <a:rPr lang="en-US" sz="1000" b="0" i="0" u="none" strike="noStrike" kern="1200" cap="none" spc="0" normalizeH="0" baseline="0" noProof="0" dirty="0">
                          <a:ln>
                            <a:noFill/>
                          </a:ln>
                          <a:solidFill>
                            <a:srgbClr val="051243"/>
                          </a:solidFill>
                          <a:effectLst/>
                          <a:uLnTx/>
                          <a:uFillTx/>
                          <a:latin typeface="IBM Plex Sans"/>
                          <a:ea typeface="+mn-ea"/>
                          <a:cs typeface="+mn-cs"/>
                        </a:rPr>
                        <a:t>All testing documentation being consolidated into central location with dynamic defect tracker</a:t>
                      </a:r>
                      <a:endParaRPr lang="en-US" sz="1000" dirty="0">
                        <a:solidFill>
                          <a:srgbClr val="051243"/>
                        </a:solidFill>
                        <a:latin typeface="IBM Plex Sans"/>
                        <a:ea typeface="+mn-ea"/>
                        <a:cs typeface="+mn-cs"/>
                      </a:endParaRPr>
                    </a:p>
                    <a:p>
                      <a:pPr marL="228600" marR="0" lvl="0" indent="-228600" algn="l">
                        <a:lnSpc>
                          <a:spcPct val="100000"/>
                        </a:lnSpc>
                        <a:spcBef>
                          <a:spcPts val="0"/>
                        </a:spcBef>
                        <a:spcAft>
                          <a:spcPts val="0"/>
                        </a:spcAft>
                        <a:buClrTx/>
                        <a:buSzTx/>
                        <a:buAutoNum type="arabicPeriod"/>
                      </a:pPr>
                      <a:r>
                        <a:rPr lang="en-US" sz="1000" b="0" i="0" u="none" strike="noStrike" kern="1200" cap="none" spc="0" normalizeH="0" baseline="0" noProof="0" dirty="0">
                          <a:ln>
                            <a:noFill/>
                          </a:ln>
                          <a:solidFill>
                            <a:srgbClr val="051243"/>
                          </a:solidFill>
                          <a:effectLst/>
                          <a:uLnTx/>
                          <a:uFillTx/>
                          <a:latin typeface="IBM Plex Sans"/>
                          <a:ea typeface="+mn-ea"/>
                          <a:cs typeface="+mn-cs"/>
                        </a:rPr>
                        <a:t>In/Out of scope agreed for remaining capabilities allowing team to focus on testing/reporting, estimated:</a:t>
                      </a:r>
                      <a:endParaRPr lang="en-US" sz="1000" dirty="0">
                        <a:solidFill>
                          <a:srgbClr val="051243"/>
                        </a:solidFill>
                        <a:latin typeface="IBM Plex Sans"/>
                        <a:ea typeface="+mn-ea"/>
                        <a:cs typeface="+mn-cs"/>
                      </a:endParaRPr>
                    </a:p>
                    <a:p>
                      <a:pPr marL="685800" marR="0" lvl="2" indent="-228600" algn="l">
                        <a:lnSpc>
                          <a:spcPct val="100000"/>
                        </a:lnSpc>
                        <a:spcBef>
                          <a:spcPts val="0"/>
                        </a:spcBef>
                        <a:spcAft>
                          <a:spcPts val="0"/>
                        </a:spcAft>
                        <a:buClrTx/>
                        <a:buSzTx/>
                        <a:buFont typeface="Arial"/>
                        <a:buChar char="•"/>
                      </a:pPr>
                      <a:r>
                        <a:rPr lang="en-US" sz="1000" b="0" i="0" u="none" strike="noStrike" kern="1200" cap="none" spc="0" normalizeH="0" baseline="0" noProof="0" dirty="0">
                          <a:ln>
                            <a:noFill/>
                          </a:ln>
                          <a:solidFill>
                            <a:srgbClr val="051243"/>
                          </a:solidFill>
                          <a:effectLst/>
                          <a:uLnTx/>
                          <a:uFillTx/>
                          <a:latin typeface="IBM Plex Sans"/>
                          <a:ea typeface="+mn-ea"/>
                          <a:cs typeface="+mn-cs"/>
                        </a:rPr>
                        <a:t>Lifecycle of BSLs and Associated Assets in scope</a:t>
                      </a:r>
                      <a:endParaRPr lang="en-US" sz="1000" dirty="0">
                        <a:solidFill>
                          <a:srgbClr val="051243"/>
                        </a:solidFill>
                        <a:latin typeface="IBM Plex Sans"/>
                        <a:ea typeface="+mn-ea"/>
                        <a:cs typeface="+mn-cs"/>
                      </a:endParaRPr>
                    </a:p>
                    <a:p>
                      <a:pPr marL="685800" marR="0" lvl="2" indent="-228600" algn="l">
                        <a:lnSpc>
                          <a:spcPct val="100000"/>
                        </a:lnSpc>
                        <a:spcBef>
                          <a:spcPts val="0"/>
                        </a:spcBef>
                        <a:spcAft>
                          <a:spcPts val="0"/>
                        </a:spcAft>
                        <a:buClrTx/>
                        <a:buSzTx/>
                        <a:buFont typeface="Arial"/>
                        <a:buChar char="•"/>
                      </a:pPr>
                      <a:r>
                        <a:rPr lang="en-US" sz="1000" b="0" i="0" u="none" strike="noStrike" kern="1200" cap="none" spc="0" normalizeH="0" baseline="0" noProof="0" dirty="0">
                          <a:ln>
                            <a:noFill/>
                          </a:ln>
                          <a:solidFill>
                            <a:srgbClr val="051243"/>
                          </a:solidFill>
                          <a:effectLst/>
                          <a:uLnTx/>
                          <a:uFillTx/>
                          <a:latin typeface="IBM Plex Sans"/>
                          <a:ea typeface="+mn-ea"/>
                          <a:cs typeface="+mn-cs"/>
                        </a:rPr>
                        <a:t>Management Of Issues and Attestations in scope</a:t>
                      </a:r>
                      <a:endParaRPr lang="en-US" sz="1000" dirty="0">
                        <a:solidFill>
                          <a:srgbClr val="051243"/>
                        </a:solidFill>
                        <a:latin typeface="IBM Plex Sans"/>
                        <a:ea typeface="+mn-ea"/>
                        <a:cs typeface="+mn-cs"/>
                      </a:endParaRPr>
                    </a:p>
                    <a:p>
                      <a:pPr marL="685800" marR="0" lvl="2" indent="-228600" algn="l">
                        <a:lnSpc>
                          <a:spcPct val="100000"/>
                        </a:lnSpc>
                        <a:spcBef>
                          <a:spcPts val="0"/>
                        </a:spcBef>
                        <a:spcAft>
                          <a:spcPts val="0"/>
                        </a:spcAft>
                        <a:buClrTx/>
                        <a:buSzTx/>
                        <a:buFont typeface="Arial"/>
                        <a:buChar char="•"/>
                      </a:pPr>
                      <a:r>
                        <a:rPr lang="en-US" sz="1000" b="0" i="0" u="none" strike="noStrike" kern="1200" cap="none" spc="0" normalizeH="0" baseline="0" noProof="0" dirty="0">
                          <a:ln>
                            <a:noFill/>
                          </a:ln>
                          <a:solidFill>
                            <a:srgbClr val="051243"/>
                          </a:solidFill>
                          <a:effectLst/>
                          <a:uLnTx/>
                          <a:uFillTx/>
                          <a:latin typeface="IBM Plex Sans"/>
                          <a:ea typeface="+mn-ea"/>
                          <a:cs typeface="+mn-cs"/>
                        </a:rPr>
                        <a:t>Full impact tolerance / scenario testing out because their teams don't have capacity to spend helping us shape the solution prior to March 25 deadline out of scope</a:t>
                      </a:r>
                      <a:endParaRPr lang="en-US" sz="1000" dirty="0">
                        <a:solidFill>
                          <a:srgbClr val="051243"/>
                        </a:solidFill>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201411"/>
                  </a:ext>
                </a:extLst>
              </a:tr>
              <a:tr h="1633837">
                <a:tc>
                  <a:txBody>
                    <a:bodyPr/>
                    <a:lstStyle/>
                    <a:p>
                      <a:endParaRPr lang="en-US" sz="1000" dirty="0">
                        <a:latin typeface="IBM Plex San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kern="1200" cap="none" spc="0" normalizeH="0" baseline="0" noProof="0" dirty="0">
                          <a:ln>
                            <a:noFill/>
                          </a:ln>
                          <a:solidFill>
                            <a:srgbClr val="051243"/>
                          </a:solidFill>
                          <a:effectLst/>
                          <a:uLnTx/>
                          <a:uFillTx/>
                          <a:latin typeface="IBM Plex Sans"/>
                          <a:ea typeface="+mn-ea"/>
                          <a:cs typeface="+mn-cs"/>
                        </a:rPr>
                        <a:t>Advisory and implementation support for  HR technology integration between  GlobalBank &amp; AlphaBank's systems using Oracle HCM.</a:t>
                      </a:r>
                    </a:p>
                    <a:p>
                      <a:pPr lvl="0">
                        <a:buNone/>
                      </a:pPr>
                      <a:endParaRPr lang="en-US" sz="1000" b="0" i="0" u="none" strike="noStrike" kern="1200" cap="none" spc="0" normalizeH="0" baseline="0" noProof="0" dirty="0">
                        <a:ln>
                          <a:noFill/>
                        </a:ln>
                        <a:solidFill>
                          <a:srgbClr val="051243"/>
                        </a:solidFill>
                        <a:effectLst/>
                        <a:uLnTx/>
                        <a:uFillTx/>
                        <a:latin typeface="IBM Plex Sans"/>
                        <a:ea typeface="+mn-ea"/>
                        <a:cs typeface="+mn-cs"/>
                      </a:endParaRPr>
                    </a:p>
                    <a:p>
                      <a:pPr lvl="0">
                        <a:buNone/>
                      </a:pPr>
                      <a:r>
                        <a:rPr lang="en-US" sz="1000" b="0" i="0" u="none" strike="noStrike" kern="1200" cap="none" spc="0" normalizeH="0" baseline="0" noProof="0" dirty="0">
                          <a:ln>
                            <a:noFill/>
                          </a:ln>
                          <a:solidFill>
                            <a:srgbClr val="051243"/>
                          </a:solidFill>
                          <a:effectLst/>
                          <a:uLnTx/>
                          <a:uFillTx/>
                          <a:latin typeface="IBM Plex Sans"/>
                          <a:ea typeface="+mn-ea"/>
                          <a:cs typeface="+mn-cs"/>
                        </a:rPr>
                        <a:t>Implementation of Oracle Recruitment Cloud</a:t>
                      </a:r>
                    </a:p>
                    <a:p>
                      <a:pPr lvl="0">
                        <a:buNone/>
                      </a:pPr>
                      <a:endParaRPr lang="en-US" sz="1000" b="0" i="0" u="none" strike="noStrike" kern="1200" cap="none" spc="0" normalizeH="0" baseline="0" noProof="0" dirty="0">
                        <a:ln>
                          <a:noFill/>
                        </a:ln>
                        <a:solidFill>
                          <a:srgbClr val="051243"/>
                        </a:solidFill>
                        <a:effectLst/>
                        <a:uLnTx/>
                        <a:uFillTx/>
                        <a:latin typeface="IBM Plex Sans"/>
                        <a:ea typeface="+mn-ea"/>
                        <a:cs typeface="+mn-cs"/>
                      </a:endParaRPr>
                    </a:p>
                    <a:p>
                      <a:pPr lvl="0">
                        <a:buNone/>
                      </a:pPr>
                      <a:endParaRPr lang="en-US" sz="1000" b="0" i="0" u="none" strike="noStrike" kern="1200" cap="none" spc="0" normalizeH="0" baseline="0" noProof="0" dirty="0">
                        <a:ln>
                          <a:noFill/>
                        </a:ln>
                        <a:solidFill>
                          <a:srgbClr val="051243"/>
                        </a:solidFill>
                        <a:effectLst/>
                        <a:uLnTx/>
                        <a:uFillTx/>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lnSpc>
                          <a:spcPct val="100000"/>
                        </a:lnSpc>
                        <a:spcBef>
                          <a:spcPts val="0"/>
                        </a:spcBef>
                        <a:spcAft>
                          <a:spcPts val="0"/>
                        </a:spcAft>
                        <a:buClr>
                          <a:srgbClr val="000000"/>
                        </a:buClr>
                        <a:buSzTx/>
                        <a:buFontTx/>
                        <a:buAutoNum type="arabicPeriod"/>
                      </a:pPr>
                      <a:r>
                        <a:rPr lang="en-US" sz="1000" b="0" i="0" u="none" strike="noStrike" kern="1200" cap="none" spc="0" normalizeH="0" baseline="0" dirty="0">
                          <a:ln>
                            <a:noFill/>
                          </a:ln>
                          <a:solidFill>
                            <a:srgbClr val="051243"/>
                          </a:solidFill>
                          <a:effectLst/>
                          <a:uLnTx/>
                          <a:uFillTx/>
                          <a:latin typeface="IBM Plex Sans"/>
                          <a:ea typeface="+mn-ea"/>
                          <a:cs typeface="+mn-cs"/>
                        </a:rPr>
                        <a:t>Options presented within  HR Systems Integrations Kickoff workshop 14-15 Jan and currently supporting design of next workshop 29th Jan</a:t>
                      </a:r>
                      <a:endParaRPr lang="en-US" dirty="0"/>
                    </a:p>
                    <a:p>
                      <a:pPr marL="228600" marR="0" lvl="0" indent="-228600" algn="l">
                        <a:lnSpc>
                          <a:spcPct val="100000"/>
                        </a:lnSpc>
                        <a:spcBef>
                          <a:spcPts val="0"/>
                        </a:spcBef>
                        <a:spcAft>
                          <a:spcPts val="0"/>
                        </a:spcAft>
                        <a:buClr>
                          <a:srgbClr val="000000"/>
                        </a:buClr>
                        <a:buSzTx/>
                        <a:buFontTx/>
                        <a:buAutoNum type="arabicPeriod"/>
                      </a:pPr>
                      <a:endParaRPr lang="en-US" sz="1000" b="0" i="0" u="none" strike="noStrike" kern="1200" cap="none" spc="0" normalizeH="0" baseline="0" dirty="0">
                        <a:ln>
                          <a:noFill/>
                        </a:ln>
                        <a:solidFill>
                          <a:srgbClr val="051243"/>
                        </a:solidFill>
                        <a:effectLst/>
                        <a:uLnTx/>
                        <a:uFillTx/>
                        <a:latin typeface="IBM Plex Sans"/>
                        <a:ea typeface="+mn-ea"/>
                        <a:cs typeface="+mn-cs"/>
                      </a:endParaRPr>
                    </a:p>
                    <a:p>
                      <a:pPr marL="228600" marR="0" lvl="0" indent="-228600" algn="l">
                        <a:lnSpc>
                          <a:spcPct val="100000"/>
                        </a:lnSpc>
                        <a:spcBef>
                          <a:spcPts val="0"/>
                        </a:spcBef>
                        <a:spcAft>
                          <a:spcPts val="0"/>
                        </a:spcAft>
                        <a:buClr>
                          <a:srgbClr val="000000"/>
                        </a:buClr>
                        <a:buSzTx/>
                        <a:buFontTx/>
                        <a:buAutoNum type="arabicPeriod"/>
                      </a:pPr>
                      <a:r>
                        <a:rPr lang="en-US" sz="1000" b="0" i="0" u="none" strike="noStrike" kern="1200" cap="none" spc="0" normalizeH="0" baseline="0" dirty="0">
                          <a:ln>
                            <a:noFill/>
                          </a:ln>
                          <a:solidFill>
                            <a:srgbClr val="051243"/>
                          </a:solidFill>
                          <a:effectLst/>
                          <a:uLnTx/>
                          <a:uFillTx/>
                          <a:latin typeface="IBM Plex Sans"/>
                          <a:ea typeface="+mn-ea"/>
                          <a:cs typeface="+mn-cs"/>
                        </a:rPr>
                        <a:t>ORC implementation program kick off on 13th Jan. Onboarding of team underway. Discovery workshops to commenced 16th Jan</a:t>
                      </a:r>
                    </a:p>
                    <a:p>
                      <a:pPr marL="228600" marR="0" lvl="0" indent="-228600" algn="l">
                        <a:lnSpc>
                          <a:spcPct val="100000"/>
                        </a:lnSpc>
                        <a:spcBef>
                          <a:spcPts val="0"/>
                        </a:spcBef>
                        <a:spcAft>
                          <a:spcPts val="0"/>
                        </a:spcAft>
                        <a:buClr>
                          <a:srgbClr val="000000"/>
                        </a:buClr>
                        <a:buSzTx/>
                        <a:buFontTx/>
                        <a:buAutoNum type="arabicPeriod"/>
                      </a:pPr>
                      <a:endParaRPr lang="en-US" sz="1000" b="0" i="0" u="none" strike="noStrike" kern="1200" cap="none" spc="0" normalizeH="0" baseline="0" dirty="0">
                        <a:ln>
                          <a:noFill/>
                        </a:ln>
                        <a:solidFill>
                          <a:srgbClr val="051243"/>
                        </a:solidFill>
                        <a:effectLst/>
                        <a:uLnTx/>
                        <a:uFillTx/>
                        <a:latin typeface="IBM Plex Sans"/>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a:lnSpc>
                          <a:spcPct val="100000"/>
                        </a:lnSpc>
                        <a:spcBef>
                          <a:spcPts val="0"/>
                        </a:spcBef>
                        <a:spcAft>
                          <a:spcPts val="0"/>
                        </a:spcAft>
                        <a:buClrTx/>
                        <a:buSzTx/>
                        <a:buFontTx/>
                        <a:buAutoNum type="arabicPeriod"/>
                      </a:pPr>
                      <a:r>
                        <a:rPr lang="en-US" sz="1000" b="0" i="0" u="none" strike="noStrike" kern="1200" cap="none" spc="0" normalizeH="0" baseline="0" noProof="0" dirty="0">
                          <a:ln>
                            <a:noFill/>
                          </a:ln>
                          <a:solidFill>
                            <a:srgbClr val="051243"/>
                          </a:solidFill>
                          <a:effectLst/>
                          <a:uLnTx/>
                          <a:uFillTx/>
                          <a:latin typeface="IBM Plex Sans"/>
                          <a:ea typeface="+mn-ea"/>
                          <a:cs typeface="+mn-cs"/>
                        </a:rPr>
                        <a:t>Support decision on MVP deployment option for integration, and clear agreement on activities , timeline and preparation items for proposed option. </a:t>
                      </a:r>
                    </a:p>
                    <a:p>
                      <a:pPr marL="228600" marR="0" lvl="0" indent="-228600" algn="l">
                        <a:lnSpc>
                          <a:spcPct val="100000"/>
                        </a:lnSpc>
                        <a:spcBef>
                          <a:spcPts val="0"/>
                        </a:spcBef>
                        <a:spcAft>
                          <a:spcPts val="0"/>
                        </a:spcAft>
                        <a:buClrTx/>
                        <a:buSzTx/>
                        <a:buFontTx/>
                        <a:buAutoNum type="arabicPeriod"/>
                      </a:pPr>
                      <a:endParaRPr lang="en-US" sz="1000" b="0" i="0" u="none" strike="noStrike" kern="1200" cap="none" spc="0" normalizeH="0" baseline="0" noProof="0" dirty="0">
                        <a:ln>
                          <a:noFill/>
                        </a:ln>
                        <a:solidFill>
                          <a:srgbClr val="051243"/>
                        </a:solidFill>
                        <a:effectLst/>
                        <a:uLnTx/>
                        <a:uFillTx/>
                        <a:latin typeface="IBM Plex Sans"/>
                        <a:ea typeface="+mn-ea"/>
                        <a:cs typeface="+mn-cs"/>
                      </a:endParaRPr>
                    </a:p>
                    <a:p>
                      <a:pPr marL="228600" marR="0" lvl="0" indent="-228600" algn="l">
                        <a:lnSpc>
                          <a:spcPct val="100000"/>
                        </a:lnSpc>
                        <a:spcBef>
                          <a:spcPts val="0"/>
                        </a:spcBef>
                        <a:spcAft>
                          <a:spcPts val="0"/>
                        </a:spcAft>
                        <a:buClrTx/>
                        <a:buSzTx/>
                        <a:buFontTx/>
                        <a:buAutoNum type="arabicPeriod"/>
                      </a:pPr>
                      <a:r>
                        <a:rPr lang="en-US" sz="1000" b="0" i="0" u="none" strike="noStrike" kern="1200" cap="none" spc="0" normalizeH="0" baseline="0" noProof="0" dirty="0">
                          <a:ln>
                            <a:noFill/>
                          </a:ln>
                          <a:solidFill>
                            <a:srgbClr val="051243"/>
                          </a:solidFill>
                          <a:effectLst/>
                          <a:uLnTx/>
                          <a:uFillTx/>
                          <a:latin typeface="IBM Plex Sans"/>
                          <a:ea typeface="+mn-ea"/>
                          <a:cs typeface="+mn-cs"/>
                        </a:rPr>
                        <a:t>Complete discovery workshops for ORC and kick off functional design and  build activity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5">
                          <a:lumMod val="40000"/>
                          <a:lumOff val="60000"/>
                        </a:schemeClr>
                      </a:solidFill>
                      <a:prstDash val="solid"/>
                      <a:round/>
                      <a:headEnd type="none" w="med" len="med"/>
                      <a:tailEnd type="none" w="med" len="med"/>
                    </a:lnT>
                    <a:lnB w="19050"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2731842"/>
                  </a:ext>
                </a:extLst>
              </a:tr>
            </a:tbl>
          </a:graphicData>
        </a:graphic>
      </p:graphicFrame>
      <p:sp>
        <p:nvSpPr>
          <p:cNvPr id="2" name="Title 1">
            <a:extLst>
              <a:ext uri="{FF2B5EF4-FFF2-40B4-BE49-F238E27FC236}">
                <a16:creationId xmlns:a16="http://schemas.microsoft.com/office/drawing/2014/main" id="{7FE87D33-DE75-9EF3-1E5B-52BE40A92AFA}"/>
              </a:ext>
            </a:extLst>
          </p:cNvPr>
          <p:cNvSpPr>
            <a:spLocks noGrp="1"/>
          </p:cNvSpPr>
          <p:nvPr>
            <p:ph type="title"/>
          </p:nvPr>
        </p:nvSpPr>
        <p:spPr>
          <a:xfrm>
            <a:off x="331704" y="141298"/>
            <a:ext cx="11642581" cy="516844"/>
          </a:xfrm>
        </p:spPr>
        <p:txBody>
          <a:bodyPr/>
          <a:lstStyle/>
          <a:p>
            <a:r>
              <a:rPr lang="en-US" dirty="0">
                <a:latin typeface="IBM Plex Sans Text"/>
              </a:rPr>
              <a:t>Data &amp; Functions – TechPartner Monthly Governance </a:t>
            </a:r>
            <a:r>
              <a:rPr lang="en-US" sz="1300" i="1" dirty="0">
                <a:latin typeface="IBM Plex Sans Text"/>
              </a:rPr>
              <a:t>(pg. 3 of 3)</a:t>
            </a:r>
            <a:endParaRPr lang="en-US" sz="1300" dirty="0">
              <a:latin typeface="IBM Plex Sans Text"/>
            </a:endParaRPr>
          </a:p>
        </p:txBody>
      </p:sp>
      <p:sp>
        <p:nvSpPr>
          <p:cNvPr id="4" name="Slide Number Placeholder 3">
            <a:extLst>
              <a:ext uri="{FF2B5EF4-FFF2-40B4-BE49-F238E27FC236}">
                <a16:creationId xmlns:a16="http://schemas.microsoft.com/office/drawing/2014/main" id="{F4B1498E-EA68-9E9A-B88F-63CEDF9DEA0D}"/>
              </a:ext>
            </a:extLst>
          </p:cNvPr>
          <p:cNvSpPr>
            <a:spLocks noGrp="1"/>
          </p:cNvSpPr>
          <p:nvPr>
            <p:ph type="sldNum" sz="quarter" idx="4"/>
          </p:nvPr>
        </p:nvSpPr>
        <p:spPr>
          <a:xfrm>
            <a:off x="3912543" y="6444209"/>
            <a:ext cx="2844800" cy="366183"/>
          </a:xfrm>
        </p:spPr>
        <p:txBody>
          <a:bodyPr/>
          <a:lstStyle/>
          <a:p>
            <a:pPr marL="0" marR="0" lvl="0" indent="0" algn="r" defTabSz="913992"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00" b="0" i="0" u="none" strike="noStrike" kern="1200" cap="none" spc="0" normalizeH="0" baseline="0" noProof="0">
                <a:ln>
                  <a:noFill/>
                </a:ln>
                <a:solidFill>
                  <a:prstClr val="white"/>
                </a:solidFill>
                <a:effectLst/>
                <a:uLnTx/>
                <a:uFillTx/>
                <a:latin typeface="IBM Plex Sans" panose="020B0503050203000203" pitchFamily="34" charset="0"/>
                <a:ea typeface="+mn-ea"/>
                <a:cs typeface="Arial" panose="020B0604020202020204" pitchFamily="34" charset="0"/>
              </a:rPr>
              <a:pPr marL="0" marR="0" lvl="0" indent="0" algn="r" defTabSz="913992"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dirty="0">
              <a:ln>
                <a:noFill/>
              </a:ln>
              <a:solidFill>
                <a:prstClr val="white"/>
              </a:solidFill>
              <a:effectLst/>
              <a:uLnTx/>
              <a:uFillTx/>
              <a:latin typeface="IBM Plex Sans" panose="020B0503050203000203" pitchFamily="34" charset="0"/>
              <a:ea typeface="+mn-ea"/>
              <a:cs typeface="Arial" panose="020B0604020202020204" pitchFamily="34" charset="0"/>
            </a:endParaRPr>
          </a:p>
        </p:txBody>
      </p:sp>
      <p:sp>
        <p:nvSpPr>
          <p:cNvPr id="3" name="Footer Placeholder 2">
            <a:extLst>
              <a:ext uri="{FF2B5EF4-FFF2-40B4-BE49-F238E27FC236}">
                <a16:creationId xmlns:a16="http://schemas.microsoft.com/office/drawing/2014/main" id="{D0C6DAFE-79B8-F3AA-6D24-A0C04BD7AC4F}"/>
              </a:ext>
            </a:extLst>
          </p:cNvPr>
          <p:cNvSpPr>
            <a:spLocks noGrp="1"/>
          </p:cNvSpPr>
          <p:nvPr>
            <p:ph type="ftr" sz="quarter" idx="3"/>
          </p:nvPr>
        </p:nvSpPr>
        <p:spPr>
          <a:xfrm>
            <a:off x="6757343" y="6445390"/>
            <a:ext cx="5219059" cy="365125"/>
          </a:xfrm>
        </p:spPr>
        <p:txBody>
          <a:bodyPr lIns="91440" tIns="45720" rIns="91440" bIns="4572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IBM Plex Sans"/>
              </a:rPr>
              <a:t>GlobalBank and TechPartner confidential   |    © </a:t>
            </a:r>
            <a:r>
              <a:rPr lang="en-US" dirty="0">
                <a:solidFill>
                  <a:prstClr val="white"/>
                </a:solidFill>
                <a:latin typeface="IBM Plex Sans"/>
              </a:rPr>
              <a:t>2025</a:t>
            </a:r>
            <a:r>
              <a:rPr kumimoji="0" lang="en-US" sz="900" b="0" i="0" u="none" strike="noStrike" kern="1200" cap="none" spc="0" normalizeH="0" baseline="0" noProof="0" dirty="0">
                <a:ln>
                  <a:noFill/>
                </a:ln>
                <a:solidFill>
                  <a:prstClr val="white"/>
                </a:solidFill>
                <a:effectLst/>
                <a:uLnTx/>
                <a:uFillTx/>
                <a:latin typeface="IBM Plex Sans"/>
              </a:rPr>
              <a:t> TechPartner Inc </a:t>
            </a:r>
          </a:p>
        </p:txBody>
      </p:sp>
      <p:grpSp>
        <p:nvGrpSpPr>
          <p:cNvPr id="7" name="Group 6">
            <a:extLst>
              <a:ext uri="{FF2B5EF4-FFF2-40B4-BE49-F238E27FC236}">
                <a16:creationId xmlns:a16="http://schemas.microsoft.com/office/drawing/2014/main" id="{8A24E0EF-3053-E3C3-17E7-6FCE91AAC101}"/>
              </a:ext>
            </a:extLst>
          </p:cNvPr>
          <p:cNvGrpSpPr/>
          <p:nvPr/>
        </p:nvGrpSpPr>
        <p:grpSpPr>
          <a:xfrm>
            <a:off x="517873" y="1339397"/>
            <a:ext cx="2033308" cy="744393"/>
            <a:chOff x="-910499" y="4689384"/>
            <a:chExt cx="2033308" cy="744393"/>
          </a:xfrm>
        </p:grpSpPr>
        <p:sp>
          <p:nvSpPr>
            <p:cNvPr id="63" name="Rounded Rectangle 62">
              <a:extLst>
                <a:ext uri="{FF2B5EF4-FFF2-40B4-BE49-F238E27FC236}">
                  <a16:creationId xmlns:a16="http://schemas.microsoft.com/office/drawing/2014/main" id="{742117AA-36B8-B1DA-F1DC-DA9F293ABAE3}"/>
                </a:ext>
              </a:extLst>
            </p:cNvPr>
            <p:cNvSpPr/>
            <p:nvPr/>
          </p:nvSpPr>
          <p:spPr>
            <a:xfrm>
              <a:off x="-910499" y="4689384"/>
              <a:ext cx="2033308" cy="744393"/>
            </a:xfrm>
            <a:prstGeom prst="roundRect">
              <a:avLst>
                <a:gd name="adj" fmla="val 1306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5" rIns="57151" bIns="28575" numCol="1" spcCol="0" rtlCol="0" fromWordArt="0" anchor="ctr" anchorCtr="0" forceAA="0" compatLnSpc="1">
              <a:prstTxWarp prst="textNoShape">
                <a:avLst/>
              </a:prstTxWarp>
              <a:noAutofit/>
            </a:bodyPr>
            <a:lstStyle/>
            <a:p>
              <a:pPr marL="403225" defTabSz="914377">
                <a:defRPr/>
              </a:pPr>
              <a:r>
                <a:rPr kumimoji="0" lang="en-US" sz="1400" b="1" i="0" u="none" strike="noStrike" kern="1200" cap="none" spc="0" normalizeH="0" baseline="0" noProof="0" dirty="0">
                  <a:ln>
                    <a:noFill/>
                  </a:ln>
                  <a:solidFill>
                    <a:srgbClr val="051243"/>
                  </a:solidFill>
                  <a:effectLst/>
                  <a:uLnTx/>
                  <a:uFillTx/>
                  <a:latin typeface="IBM Plex Sans"/>
                </a:rPr>
                <a:t>Automation</a:t>
              </a:r>
              <a:br>
                <a:rPr lang="en-US" sz="1400" b="1" dirty="0">
                  <a:latin typeface="IBM Plex Sans"/>
                </a:rPr>
              </a:br>
              <a:r>
                <a:rPr lang="en-US" sz="1100" dirty="0">
                  <a:solidFill>
                    <a:srgbClr val="051243"/>
                  </a:solidFill>
                  <a:latin typeface="IBM Plex Sans"/>
                </a:rPr>
                <a:t> 4 FTE</a:t>
              </a:r>
              <a:r>
                <a:rPr kumimoji="0" lang="en-US" sz="1100" i="0" u="none" strike="noStrike" kern="1200" cap="none" spc="0" normalizeH="0" baseline="0" noProof="0" dirty="0">
                  <a:ln>
                    <a:noFill/>
                  </a:ln>
                  <a:solidFill>
                    <a:srgbClr val="051243"/>
                  </a:solidFill>
                  <a:effectLst/>
                  <a:uLnTx/>
                  <a:uFillTx/>
                  <a:latin typeface="IBM Plex Sans"/>
                </a:rPr>
                <a:t> </a:t>
              </a:r>
              <a:r>
                <a:rPr lang="en-US" sz="1100" dirty="0">
                  <a:solidFill>
                    <a:srgbClr val="051243"/>
                  </a:solidFill>
                  <a:latin typeface="IBM Plex Sans"/>
                </a:rPr>
                <a:t> </a:t>
              </a:r>
              <a:endParaRPr lang="en-US" sz="1100" i="0" u="none" strike="noStrike" kern="1200" cap="none" spc="0" normalizeH="0" baseline="0" noProof="0" dirty="0">
                <a:ln>
                  <a:noFill/>
                </a:ln>
                <a:solidFill>
                  <a:srgbClr val="051243"/>
                </a:solidFill>
                <a:effectLst/>
                <a:uLnTx/>
                <a:uFillTx/>
                <a:latin typeface="IBM Plex Sans"/>
              </a:endParaRPr>
            </a:p>
          </p:txBody>
        </p:sp>
        <p:pic>
          <p:nvPicPr>
            <p:cNvPr id="11" name="Graphic 10" descr="Cause And Effect outline">
              <a:extLst>
                <a:ext uri="{FF2B5EF4-FFF2-40B4-BE49-F238E27FC236}">
                  <a16:creationId xmlns:a16="http://schemas.microsoft.com/office/drawing/2014/main" id="{2DF8A4F1-0DE1-5188-C295-4E003304855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25482" y="4905391"/>
              <a:ext cx="385417" cy="346789"/>
            </a:xfrm>
            <a:prstGeom prst="rect">
              <a:avLst/>
            </a:prstGeom>
          </p:spPr>
        </p:pic>
      </p:grpSp>
      <p:grpSp>
        <p:nvGrpSpPr>
          <p:cNvPr id="6" name="Group 5">
            <a:extLst>
              <a:ext uri="{FF2B5EF4-FFF2-40B4-BE49-F238E27FC236}">
                <a16:creationId xmlns:a16="http://schemas.microsoft.com/office/drawing/2014/main" id="{507588B3-4B67-E11F-1BE9-AB853C37CF64}"/>
              </a:ext>
            </a:extLst>
          </p:cNvPr>
          <p:cNvGrpSpPr/>
          <p:nvPr/>
        </p:nvGrpSpPr>
        <p:grpSpPr>
          <a:xfrm>
            <a:off x="513566" y="2810132"/>
            <a:ext cx="2033308" cy="844806"/>
            <a:chOff x="416550" y="2864251"/>
            <a:chExt cx="2033308" cy="844806"/>
          </a:xfrm>
        </p:grpSpPr>
        <p:sp>
          <p:nvSpPr>
            <p:cNvPr id="8" name="Rounded Rectangle 32">
              <a:extLst>
                <a:ext uri="{FF2B5EF4-FFF2-40B4-BE49-F238E27FC236}">
                  <a16:creationId xmlns:a16="http://schemas.microsoft.com/office/drawing/2014/main" id="{6EF2024C-9A3C-5010-6B40-02B2CF1B9F82}"/>
                </a:ext>
              </a:extLst>
            </p:cNvPr>
            <p:cNvSpPr/>
            <p:nvPr/>
          </p:nvSpPr>
          <p:spPr>
            <a:xfrm>
              <a:off x="416550" y="2864251"/>
              <a:ext cx="2033308" cy="844806"/>
            </a:xfrm>
            <a:prstGeom prst="roundRect">
              <a:avLst>
                <a:gd name="adj" fmla="val 1306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5" rIns="57151" bIns="28575" numCol="1" spcCol="0" rtlCol="0" fromWordArt="0" anchor="ctr" anchorCtr="0" forceAA="0" compatLnSpc="1">
              <a:prstTxWarp prst="textNoShape">
                <a:avLst/>
              </a:prstTxWarp>
              <a:noAutofit/>
            </a:bodyPr>
            <a:lstStyle/>
            <a:p>
              <a:pPr marL="445770" defTabSz="914377">
                <a:defRPr/>
              </a:pPr>
              <a:r>
                <a:rPr lang="en-US" sz="1400" b="1" dirty="0">
                  <a:solidFill>
                    <a:srgbClr val="051243"/>
                  </a:solidFill>
                  <a:latin typeface="IBM Plex Sans"/>
                </a:rPr>
                <a:t>ServiceNow</a:t>
              </a:r>
              <a:br>
                <a:rPr lang="en-US" sz="1400" b="1" i="0" u="none" strike="noStrike" kern="1200" cap="none" spc="0" normalizeH="0" baseline="0" noProof="0" dirty="0">
                  <a:ln>
                    <a:noFill/>
                  </a:ln>
                  <a:effectLst/>
                  <a:uLnTx/>
                  <a:uFillTx/>
                  <a:latin typeface="IBM Plex Sans" panose="020B0503050000000000" pitchFamily="34" charset="0"/>
                </a:rPr>
              </a:br>
              <a:r>
                <a:rPr lang="en-US" sz="1100" dirty="0">
                  <a:solidFill>
                    <a:srgbClr val="051243"/>
                  </a:solidFill>
                  <a:latin typeface="IBM Plex Sans"/>
                </a:rPr>
                <a:t>7 FTE </a:t>
              </a:r>
              <a:endParaRPr lang="en-US">
                <a:ea typeface="Calibri"/>
                <a:cs typeface="Calibri"/>
              </a:endParaRPr>
            </a:p>
          </p:txBody>
        </p:sp>
        <p:pic>
          <p:nvPicPr>
            <p:cNvPr id="9" name="Graphic 8" descr="Server outline">
              <a:extLst>
                <a:ext uri="{FF2B5EF4-FFF2-40B4-BE49-F238E27FC236}">
                  <a16:creationId xmlns:a16="http://schemas.microsoft.com/office/drawing/2014/main" id="{839DA957-45A6-F0A2-3A0C-FC4AA662D96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05007" y="3112428"/>
              <a:ext cx="346789" cy="346789"/>
            </a:xfrm>
            <a:prstGeom prst="rect">
              <a:avLst/>
            </a:prstGeom>
          </p:spPr>
        </p:pic>
      </p:grpSp>
      <p:grpSp>
        <p:nvGrpSpPr>
          <p:cNvPr id="10" name="Group 9">
            <a:extLst>
              <a:ext uri="{FF2B5EF4-FFF2-40B4-BE49-F238E27FC236}">
                <a16:creationId xmlns:a16="http://schemas.microsoft.com/office/drawing/2014/main" id="{C0857809-5F2E-3533-5998-96C09F34197D}"/>
              </a:ext>
            </a:extLst>
          </p:cNvPr>
          <p:cNvGrpSpPr/>
          <p:nvPr/>
        </p:nvGrpSpPr>
        <p:grpSpPr>
          <a:xfrm>
            <a:off x="521822" y="4681967"/>
            <a:ext cx="2033308" cy="844806"/>
            <a:chOff x="416550" y="2864251"/>
            <a:chExt cx="2033308" cy="844806"/>
          </a:xfrm>
        </p:grpSpPr>
        <p:sp>
          <p:nvSpPr>
            <p:cNvPr id="12" name="Rounded Rectangle 32">
              <a:extLst>
                <a:ext uri="{FF2B5EF4-FFF2-40B4-BE49-F238E27FC236}">
                  <a16:creationId xmlns:a16="http://schemas.microsoft.com/office/drawing/2014/main" id="{466734A1-66D0-D9B6-10B1-297139A32EAC}"/>
                </a:ext>
              </a:extLst>
            </p:cNvPr>
            <p:cNvSpPr/>
            <p:nvPr/>
          </p:nvSpPr>
          <p:spPr>
            <a:xfrm>
              <a:off x="416550" y="2864251"/>
              <a:ext cx="2033308" cy="844806"/>
            </a:xfrm>
            <a:prstGeom prst="roundRect">
              <a:avLst>
                <a:gd name="adj" fmla="val 1306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5" rIns="57151" bIns="28575" numCol="1" spcCol="0" rtlCol="0" fromWordArt="0" anchor="ctr" anchorCtr="0" forceAA="0" compatLnSpc="1">
              <a:prstTxWarp prst="textNoShape">
                <a:avLst/>
              </a:prstTxWarp>
              <a:noAutofit/>
            </a:bodyPr>
            <a:lstStyle/>
            <a:p>
              <a:pPr marL="445770" defTabSz="914377">
                <a:defRPr/>
              </a:pPr>
              <a:r>
                <a:rPr lang="en-US" sz="1400" b="1" dirty="0">
                  <a:solidFill>
                    <a:srgbClr val="002060"/>
                  </a:solidFill>
                  <a:latin typeface="IBM Plex Sans"/>
                </a:rPr>
                <a:t>HR Systems</a:t>
              </a:r>
              <a:br>
                <a:rPr lang="en-US" sz="1400" b="1" dirty="0">
                  <a:solidFill>
                    <a:srgbClr val="002060"/>
                  </a:solidFill>
                  <a:latin typeface="IBM Plex Sans"/>
                </a:rPr>
              </a:br>
              <a:r>
                <a:rPr lang="en-US" sz="1100" err="1">
                  <a:solidFill>
                    <a:srgbClr val="002060"/>
                  </a:solidFill>
                  <a:latin typeface="IBM Plex Sans"/>
                </a:rPr>
                <a:t>Mobilising</a:t>
              </a:r>
              <a:endParaRPr lang="en-US" sz="1100" err="1">
                <a:solidFill>
                  <a:srgbClr val="002060"/>
                </a:solidFill>
                <a:latin typeface="IBM Plex Sans"/>
                <a:ea typeface="Calibri"/>
                <a:cs typeface="Calibri"/>
              </a:endParaRPr>
            </a:p>
          </p:txBody>
        </p:sp>
        <p:pic>
          <p:nvPicPr>
            <p:cNvPr id="13" name="Graphic 12" descr="Database outline">
              <a:extLst>
                <a:ext uri="{FF2B5EF4-FFF2-40B4-BE49-F238E27FC236}">
                  <a16:creationId xmlns:a16="http://schemas.microsoft.com/office/drawing/2014/main" id="{3EB4E89F-66F9-CFC5-82CE-6AA07C85B68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485693" y="3112428"/>
              <a:ext cx="385418" cy="346789"/>
            </a:xfrm>
            <a:prstGeom prst="rect">
              <a:avLst/>
            </a:prstGeom>
          </p:spPr>
        </p:pic>
      </p:grpSp>
    </p:spTree>
    <p:extLst>
      <p:ext uri="{BB962C8B-B14F-4D97-AF65-F5344CB8AC3E}">
        <p14:creationId xmlns:p14="http://schemas.microsoft.com/office/powerpoint/2010/main" val="656334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32C13D1-7A10-0361-D2C4-D6CED1A9E94B}"/>
              </a:ext>
            </a:extLst>
          </p:cNvPr>
          <p:cNvSpPr/>
          <p:nvPr/>
        </p:nvSpPr>
        <p:spPr bwMode="auto">
          <a:xfrm>
            <a:off x="1588" y="1785"/>
            <a:ext cx="2658721" cy="6387739"/>
          </a:xfrm>
          <a:prstGeom prst="rect">
            <a:avLst/>
          </a:prstGeom>
          <a:solidFill>
            <a:srgbClr val="101C45"/>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2" tIns="45702" rIns="45702" bIns="45702" numCol="1" rtlCol="0" anchor="t" anchorCtr="0" compatLnSpc="1">
            <a:prstTxWarp prst="textNoShape">
              <a:avLst/>
            </a:prstTxWarp>
          </a:bodyPr>
          <a:lstStyle/>
          <a:p>
            <a:pPr marL="0" marR="0" lvl="0" indent="0" algn="l" defTabSz="456933"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4" name="Slide Number Placeholder 3">
            <a:extLst>
              <a:ext uri="{FF2B5EF4-FFF2-40B4-BE49-F238E27FC236}">
                <a16:creationId xmlns:a16="http://schemas.microsoft.com/office/drawing/2014/main" id="{F4B1498E-EA68-9E9A-B88F-63CEDF9DEA0D}"/>
              </a:ext>
            </a:extLst>
          </p:cNvPr>
          <p:cNvSpPr>
            <a:spLocks noGrp="1"/>
          </p:cNvSpPr>
          <p:nvPr>
            <p:ph type="sldNum" sz="quarter" idx="4"/>
          </p:nvPr>
        </p:nvSpPr>
        <p:spPr>
          <a:xfrm>
            <a:off x="3912543" y="6444209"/>
            <a:ext cx="2844800" cy="366183"/>
          </a:xfrm>
        </p:spPr>
        <p:txBody>
          <a:bodyPr/>
          <a:lstStyle/>
          <a:p>
            <a:pPr marL="0" marR="0" lvl="0" indent="0" algn="r" defTabSz="913992"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00" b="0" i="0" u="none" strike="noStrike" kern="1200" cap="none" spc="0" normalizeH="0" baseline="0" noProof="0">
                <a:ln>
                  <a:noFill/>
                </a:ln>
                <a:solidFill>
                  <a:prstClr val="white"/>
                </a:solidFill>
                <a:effectLst/>
                <a:uLnTx/>
                <a:uFillTx/>
                <a:latin typeface="IBM Plex Sans" panose="020B0503050203000203" pitchFamily="34" charset="0"/>
                <a:ea typeface="+mn-ea"/>
                <a:cs typeface="Arial" panose="020B0604020202020204" pitchFamily="34" charset="0"/>
              </a:rPr>
              <a:pPr marL="0" marR="0" lvl="0" indent="0" algn="r" defTabSz="913992"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dirty="0">
              <a:ln>
                <a:noFill/>
              </a:ln>
              <a:solidFill>
                <a:prstClr val="white"/>
              </a:solidFill>
              <a:effectLst/>
              <a:uLnTx/>
              <a:uFillTx/>
              <a:latin typeface="IBM Plex Sans" panose="020B0503050203000203" pitchFamily="34" charset="0"/>
              <a:ea typeface="+mn-ea"/>
              <a:cs typeface="Arial" panose="020B0604020202020204" pitchFamily="34" charset="0"/>
            </a:endParaRPr>
          </a:p>
        </p:txBody>
      </p:sp>
      <p:sp>
        <p:nvSpPr>
          <p:cNvPr id="3" name="Footer Placeholder 2">
            <a:extLst>
              <a:ext uri="{FF2B5EF4-FFF2-40B4-BE49-F238E27FC236}">
                <a16:creationId xmlns:a16="http://schemas.microsoft.com/office/drawing/2014/main" id="{D0C6DAFE-79B8-F3AA-6D24-A0C04BD7AC4F}"/>
              </a:ext>
            </a:extLst>
          </p:cNvPr>
          <p:cNvSpPr>
            <a:spLocks noGrp="1"/>
          </p:cNvSpPr>
          <p:nvPr>
            <p:ph type="ftr" sz="quarter" idx="3"/>
          </p:nvPr>
        </p:nvSpPr>
        <p:spPr>
          <a:xfrm>
            <a:off x="6757343" y="6445390"/>
            <a:ext cx="5219059" cy="365125"/>
          </a:xfrm>
        </p:spPr>
        <p:txBody>
          <a:bodyPr lIns="91440" tIns="45720" rIns="91440" bIns="4572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IBM Plex Sans"/>
              </a:rPr>
              <a:t>GlobalBank and TechPartner confidential   |    © </a:t>
            </a:r>
            <a:r>
              <a:rPr lang="en-US" dirty="0">
                <a:solidFill>
                  <a:prstClr val="white"/>
                </a:solidFill>
                <a:latin typeface="IBM Plex Sans"/>
              </a:rPr>
              <a:t>2025</a:t>
            </a:r>
            <a:r>
              <a:rPr kumimoji="0" lang="en-US" sz="900" b="0" i="0" u="none" strike="noStrike" kern="1200" cap="none" spc="0" normalizeH="0" baseline="0" noProof="0" dirty="0">
                <a:ln>
                  <a:noFill/>
                </a:ln>
                <a:solidFill>
                  <a:prstClr val="white"/>
                </a:solidFill>
                <a:effectLst/>
                <a:uLnTx/>
                <a:uFillTx/>
                <a:latin typeface="IBM Plex Sans"/>
              </a:rPr>
              <a:t> TechPartner Inc </a:t>
            </a:r>
          </a:p>
        </p:txBody>
      </p:sp>
      <p:sp>
        <p:nvSpPr>
          <p:cNvPr id="29" name="Text Placeholder 2">
            <a:extLst>
              <a:ext uri="{FF2B5EF4-FFF2-40B4-BE49-F238E27FC236}">
                <a16:creationId xmlns:a16="http://schemas.microsoft.com/office/drawing/2014/main" id="{3112820D-452A-6A55-1B10-9DD041AE1DBC}"/>
              </a:ext>
            </a:extLst>
          </p:cNvPr>
          <p:cNvSpPr txBox="1">
            <a:spLocks/>
          </p:cNvSpPr>
          <p:nvPr/>
        </p:nvSpPr>
        <p:spPr>
          <a:xfrm>
            <a:off x="5897765" y="978657"/>
            <a:ext cx="2736961" cy="477802"/>
          </a:xfrm>
          <a:prstGeom prst="rect">
            <a:avLst/>
          </a:prstGeom>
        </p:spPr>
        <p:txBody>
          <a:bodyPr/>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marL="0" marR="0" lvl="0" indent="0" algn="ctr" defTabSz="609356" rtl="0" eaLnBrk="1" fontAlgn="auto" latinLnBrk="0" hangingPunct="1">
              <a:lnSpc>
                <a:spcPct val="110000"/>
              </a:lnSpc>
              <a:spcBef>
                <a:spcPts val="0"/>
              </a:spcBef>
              <a:spcAft>
                <a:spcPts val="0"/>
              </a:spcAft>
              <a:buClrTx/>
              <a:buSzTx/>
              <a:buFontTx/>
              <a:buNone/>
              <a:tabLst/>
              <a:defRPr/>
            </a:pPr>
            <a:r>
              <a:rPr kumimoji="0" lang="en-US" b="1" i="0" u="none" strike="noStrike" kern="0" cap="none" spc="0" normalizeH="0" baseline="0" noProof="0" dirty="0">
                <a:ln>
                  <a:noFill/>
                </a:ln>
                <a:solidFill>
                  <a:srgbClr val="000000"/>
                </a:solidFill>
                <a:effectLst/>
                <a:uLnTx/>
                <a:uFillTx/>
                <a:latin typeface="IBM Plex Sans Light"/>
                <a:ea typeface="+mj-ea"/>
                <a:cs typeface="+mj-cs"/>
                <a:sym typeface="IBM Plex Sans Light"/>
              </a:rPr>
              <a:t> </a:t>
            </a:r>
            <a:r>
              <a:rPr kumimoji="0" lang="en-US" sz="1250" b="1" i="0" u="none" strike="noStrike" kern="0" cap="none" spc="0" normalizeH="0" baseline="0" noProof="0" dirty="0">
                <a:ln>
                  <a:noFill/>
                </a:ln>
                <a:solidFill>
                  <a:srgbClr val="000000"/>
                </a:solidFill>
                <a:effectLst/>
                <a:uLnTx/>
                <a:uFillTx/>
                <a:latin typeface="IBM Plex Sans Light"/>
                <a:ea typeface="+mj-ea"/>
                <a:cs typeface="+mj-cs"/>
                <a:sym typeface="IBM Plex Sans Light"/>
              </a:rPr>
              <a:t>LegacyDB Migration</a:t>
            </a:r>
          </a:p>
        </p:txBody>
      </p:sp>
      <p:cxnSp>
        <p:nvCxnSpPr>
          <p:cNvPr id="30" name="Straight Connector 29">
            <a:extLst>
              <a:ext uri="{FF2B5EF4-FFF2-40B4-BE49-F238E27FC236}">
                <a16:creationId xmlns:a16="http://schemas.microsoft.com/office/drawing/2014/main" id="{3C339F9B-18C6-4D5F-EC30-5850A49180F0}"/>
              </a:ext>
            </a:extLst>
          </p:cNvPr>
          <p:cNvCxnSpPr>
            <a:cxnSpLocks/>
          </p:cNvCxnSpPr>
          <p:nvPr/>
        </p:nvCxnSpPr>
        <p:spPr bwMode="auto">
          <a:xfrm>
            <a:off x="8886778" y="264081"/>
            <a:ext cx="0" cy="616898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76FFC8F2-C094-6905-2A08-FF04DDB10957}"/>
              </a:ext>
            </a:extLst>
          </p:cNvPr>
          <p:cNvCxnSpPr>
            <a:cxnSpLocks/>
          </p:cNvCxnSpPr>
          <p:nvPr/>
        </p:nvCxnSpPr>
        <p:spPr bwMode="auto">
          <a:xfrm>
            <a:off x="3058996" y="3345492"/>
            <a:ext cx="856741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3AEDE25B-57C0-033A-8525-3B9D7DA93CD8}"/>
              </a:ext>
            </a:extLst>
          </p:cNvPr>
          <p:cNvSpPr txBox="1"/>
          <p:nvPr/>
        </p:nvSpPr>
        <p:spPr>
          <a:xfrm>
            <a:off x="2964773" y="1615849"/>
            <a:ext cx="2808776" cy="156964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904" tIns="60952" rIns="121904" bIns="60952" anchor="t">
            <a:spAutoFit/>
          </a:bodyPr>
          <a:lstStyle/>
          <a:p>
            <a:pPr marL="171450" indent="-171450" defTabSz="914507">
              <a:spcBef>
                <a:spcPts val="600"/>
              </a:spcBef>
              <a:buFont typeface="Arial" panose="020B0604020202020204" pitchFamily="34" charset="0"/>
              <a:buChar char="•"/>
              <a:defRPr/>
            </a:pP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CCN </a:t>
            </a:r>
            <a:r>
              <a:rPr lang="en-GB" sz="1200" dirty="0">
                <a:solidFill>
                  <a:srgbClr val="000000"/>
                </a:solidFill>
                <a:latin typeface="IBM Plex Sans Light"/>
              </a:rPr>
              <a:t>and walkthrough for</a:t>
            </a: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 DPS Rate Card and </a:t>
            </a:r>
            <a:r>
              <a:rPr lang="en-GB" sz="1200" dirty="0">
                <a:solidFill>
                  <a:srgbClr val="000000"/>
                </a:solidFill>
                <a:latin typeface="IBM Plex Sans Light"/>
              </a:rPr>
              <a:t>estimated</a:t>
            </a: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 </a:t>
            </a:r>
            <a:r>
              <a:rPr lang="en-GB" sz="1200" dirty="0">
                <a:solidFill>
                  <a:srgbClr val="000000"/>
                </a:solidFill>
                <a:latin typeface="IBM Plex Sans Light"/>
              </a:rPr>
              <a:t>project</a:t>
            </a: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 </a:t>
            </a:r>
            <a:r>
              <a:rPr lang="en-GB" sz="1200" dirty="0">
                <a:solidFill>
                  <a:srgbClr val="000000"/>
                </a:solidFill>
                <a:latin typeface="IBM Plex Sans Light"/>
              </a:rPr>
              <a:t>team</a:t>
            </a:r>
            <a:r>
              <a:rPr lang="en-GB" sz="1200" noProof="0" dirty="0">
                <a:solidFill>
                  <a:srgbClr val="000000"/>
                </a:solidFill>
                <a:latin typeface="IBM Plex Sans Light"/>
              </a:rPr>
              <a:t> </a:t>
            </a:r>
            <a:r>
              <a:rPr lang="en-GB" sz="1200" dirty="0">
                <a:solidFill>
                  <a:srgbClr val="000000"/>
                </a:solidFill>
                <a:latin typeface="IBM Plex Sans Light"/>
              </a:rPr>
              <a:t>planned for</a:t>
            </a: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 23</a:t>
            </a:r>
            <a:r>
              <a:rPr kumimoji="0" lang="en-GB" sz="1200" b="0" i="0" u="none" strike="noStrike" kern="1200" cap="none" spc="0" normalizeH="0" baseline="30000" noProof="0" dirty="0">
                <a:ln>
                  <a:noFill/>
                </a:ln>
                <a:solidFill>
                  <a:srgbClr val="000000"/>
                </a:solidFill>
                <a:effectLst/>
                <a:uLnTx/>
                <a:uFillTx/>
                <a:latin typeface="IBM Plex Sans Light"/>
                <a:ea typeface="+mn-ea"/>
                <a:cs typeface="+mn-cs"/>
              </a:rPr>
              <a:t>rd</a:t>
            </a: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 January</a:t>
            </a:r>
            <a:endParaRPr lang="en-US" dirty="0">
              <a:ea typeface="+mn-ea"/>
              <a:cs typeface="+mn-cs"/>
            </a:endParaRPr>
          </a:p>
          <a:p>
            <a:pPr marL="171450" marR="0" lvl="0" indent="-171450" defTabSz="914507"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lang="en-GB" sz="1200" dirty="0">
              <a:solidFill>
                <a:srgbClr val="000000"/>
              </a:solidFill>
              <a:latin typeface="IBM Plex Sans Light"/>
            </a:endParaRPr>
          </a:p>
          <a:p>
            <a:pPr marL="171450" indent="-171450" defTabSz="914507">
              <a:spcBef>
                <a:spcPts val="600"/>
              </a:spcBef>
              <a:buFont typeface="Arial" panose="020B0604020202020204" pitchFamily="34" charset="0"/>
              <a:buChar char="•"/>
              <a:defRPr/>
            </a:pPr>
            <a:r>
              <a:rPr lang="en-GB" sz="1200" dirty="0">
                <a:solidFill>
                  <a:srgbClr val="000000"/>
                </a:solidFill>
                <a:latin typeface="IBM Plex Sans Light"/>
              </a:rPr>
              <a:t>TechPartner &amp; GlobalBank workflow process design in progress</a:t>
            </a:r>
            <a:endParaRPr lang="en-GB" sz="1200" b="0" i="0" u="none" strike="noStrike" kern="1200" cap="none" spc="0" normalizeH="0" baseline="0" noProof="0" dirty="0">
              <a:ln>
                <a:noFill/>
              </a:ln>
              <a:solidFill>
                <a:srgbClr val="000000"/>
              </a:solidFill>
              <a:effectLst/>
              <a:uLnTx/>
              <a:uFillTx/>
              <a:latin typeface="IBM Plex Sans Light"/>
            </a:endParaRPr>
          </a:p>
        </p:txBody>
      </p:sp>
      <p:sp>
        <p:nvSpPr>
          <p:cNvPr id="33" name="TextBox 32">
            <a:extLst>
              <a:ext uri="{FF2B5EF4-FFF2-40B4-BE49-F238E27FC236}">
                <a16:creationId xmlns:a16="http://schemas.microsoft.com/office/drawing/2014/main" id="{18FF87F4-C0B0-1D98-ADA5-41D406F2E9D3}"/>
              </a:ext>
            </a:extLst>
          </p:cNvPr>
          <p:cNvSpPr txBox="1"/>
          <p:nvPr/>
        </p:nvSpPr>
        <p:spPr>
          <a:xfrm>
            <a:off x="5878803" y="1624923"/>
            <a:ext cx="2965552" cy="164658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904" tIns="60952" rIns="121904" bIns="60952" anchor="t">
            <a:spAutoFit/>
          </a:bodyPr>
          <a:lstStyle/>
          <a:p>
            <a:pPr marL="171450" indent="-171450" defTabSz="914507">
              <a:spcBef>
                <a:spcPts val="600"/>
              </a:spcBef>
              <a:buFont typeface="Arial" panose="020B0604020202020204" pitchFamily="34" charset="0"/>
              <a:buChar char="•"/>
              <a:defRPr/>
            </a:pPr>
            <a:r>
              <a:rPr lang="en-GB" sz="1200" dirty="0">
                <a:solidFill>
                  <a:srgbClr val="000000"/>
                </a:solidFill>
                <a:latin typeface="IBM Plex Sans Light"/>
                <a:ea typeface="+mn-lt"/>
                <a:cs typeface="+mn-lt"/>
              </a:rPr>
              <a:t>End to end scope understanding discussed with Neil Kumar</a:t>
            </a:r>
            <a:endParaRPr lang="en-US" sz="1200" dirty="0">
              <a:solidFill>
                <a:srgbClr val="000000"/>
              </a:solidFill>
              <a:latin typeface="IBM Plex Sans Light"/>
              <a:ea typeface="+mn-lt"/>
              <a:cs typeface="+mn-lt"/>
            </a:endParaRPr>
          </a:p>
          <a:p>
            <a:pPr marL="171450" indent="-171450" defTabSz="914507">
              <a:spcBef>
                <a:spcPts val="600"/>
              </a:spcBef>
              <a:buFont typeface="Arial" panose="020B0604020202020204" pitchFamily="34" charset="0"/>
              <a:buChar char="•"/>
              <a:defRPr/>
            </a:pPr>
            <a:r>
              <a:rPr lang="en-GB" sz="1200" dirty="0">
                <a:solidFill>
                  <a:srgbClr val="000000"/>
                </a:solidFill>
                <a:latin typeface="IBM Plex Sans Light"/>
                <a:ea typeface="+mn-lt"/>
                <a:cs typeface="+mn-lt"/>
              </a:rPr>
              <a:t>Working on Estimation model and awaiting Inventory details</a:t>
            </a:r>
            <a:endParaRPr lang="en-US" sz="1200" dirty="0">
              <a:solidFill>
                <a:srgbClr val="000000"/>
              </a:solidFill>
              <a:latin typeface="IBM Plex Sans Light"/>
              <a:ea typeface="+mn-lt"/>
              <a:cs typeface="+mn-lt"/>
            </a:endParaRPr>
          </a:p>
          <a:p>
            <a:pPr marL="171450" indent="-171450" defTabSz="914507">
              <a:spcBef>
                <a:spcPts val="600"/>
              </a:spcBef>
              <a:buFont typeface="Arial" panose="020B0604020202020204" pitchFamily="34" charset="0"/>
              <a:buChar char="•"/>
              <a:defRPr/>
            </a:pPr>
            <a:r>
              <a:rPr lang="en-GB" sz="1200" dirty="0">
                <a:latin typeface="IBM Plex Sans Light"/>
                <a:ea typeface="+mn-lt"/>
                <a:cs typeface="+mn-lt"/>
              </a:rPr>
              <a:t>Initial 3 resources to be onboarded</a:t>
            </a:r>
            <a:endParaRPr lang="en-US" sz="1200" dirty="0">
              <a:latin typeface="IBM Plex Sans Light"/>
              <a:ea typeface="+mn-lt"/>
              <a:cs typeface="+mn-lt"/>
            </a:endParaRPr>
          </a:p>
          <a:p>
            <a:pPr marL="171450" indent="-171450" defTabSz="914507">
              <a:spcBef>
                <a:spcPts val="600"/>
              </a:spcBef>
              <a:buFont typeface="Arial" panose="020B0604020202020204" pitchFamily="34" charset="0"/>
              <a:buChar char="•"/>
              <a:defRPr/>
            </a:pPr>
            <a:r>
              <a:rPr lang="en-GB" sz="1200" dirty="0">
                <a:latin typeface="IBM Plex Sans Light"/>
                <a:ea typeface="+mn-lt"/>
                <a:cs typeface="+mn-lt"/>
              </a:rPr>
              <a:t>Targeting</a:t>
            </a:r>
            <a:r>
              <a:rPr lang="en-GB" sz="1200" dirty="0">
                <a:solidFill>
                  <a:srgbClr val="000000"/>
                </a:solidFill>
                <a:latin typeface="IBM Plex Sans Light"/>
                <a:ea typeface="+mn-lt"/>
                <a:cs typeface="+mn-lt"/>
              </a:rPr>
              <a:t> ROM Estimate in next 3-4 weeks</a:t>
            </a:r>
            <a:endParaRPr lang="en-US" sz="1200" b="0" i="0" u="none" strike="noStrike" kern="1200" cap="none" spc="0" normalizeH="0" baseline="0" noProof="0" dirty="0">
              <a:ln>
                <a:noFill/>
              </a:ln>
              <a:solidFill>
                <a:srgbClr val="000000"/>
              </a:solidFill>
              <a:effectLst/>
              <a:uLnTx/>
              <a:uFillTx/>
              <a:latin typeface="IBM Plex Sans Light"/>
            </a:endParaRPr>
          </a:p>
        </p:txBody>
      </p:sp>
      <p:sp>
        <p:nvSpPr>
          <p:cNvPr id="34" name="TextBox 33">
            <a:extLst>
              <a:ext uri="{FF2B5EF4-FFF2-40B4-BE49-F238E27FC236}">
                <a16:creationId xmlns:a16="http://schemas.microsoft.com/office/drawing/2014/main" id="{9599A26D-3C3E-3C83-2F9E-184FAB4AEEF9}"/>
              </a:ext>
            </a:extLst>
          </p:cNvPr>
          <p:cNvSpPr txBox="1"/>
          <p:nvPr/>
        </p:nvSpPr>
        <p:spPr>
          <a:xfrm>
            <a:off x="8946034" y="1461984"/>
            <a:ext cx="3074843" cy="160042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904" tIns="60952" rIns="121904" bIns="60952" anchor="t">
            <a:spAutoFit/>
          </a:bodyPr>
          <a:lstStyle/>
          <a:p>
            <a:pPr marL="171450" marR="0" lvl="0" indent="-171450" defTabSz="91450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Data Migration &amp; Marketing Templates experiments on AI Council backlog</a:t>
            </a:r>
            <a:endParaRPr lang="en-US">
              <a:ea typeface="+mn-ea"/>
              <a:cs typeface="+mn-cs"/>
            </a:endParaRPr>
          </a:p>
          <a:p>
            <a:pPr marL="171450" marR="0" lvl="0" indent="-171450" defTabSz="914507">
              <a:lnSpc>
                <a:spcPct val="100000"/>
              </a:lnSpc>
              <a:spcBef>
                <a:spcPts val="0"/>
              </a:spcBef>
              <a:spcAft>
                <a:spcPts val="0"/>
              </a:spcAft>
              <a:buClrTx/>
              <a:buSzTx/>
              <a:buFont typeface="Arial" panose="020B0604020202020204" pitchFamily="34" charset="0"/>
              <a:buChar char="•"/>
              <a:tabLst/>
              <a:defRPr/>
            </a:pPr>
            <a:endParaRPr lang="en-GB" sz="1200" dirty="0">
              <a:solidFill>
                <a:srgbClr val="000000"/>
              </a:solidFill>
              <a:latin typeface="IBM Plex Sans Light"/>
            </a:endParaRPr>
          </a:p>
          <a:p>
            <a:pPr marL="171450" indent="-171450" defTabSz="914507">
              <a:buFont typeface="Arial" panose="020B0604020202020204" pitchFamily="34" charset="0"/>
              <a:buChar char="•"/>
              <a:defRPr/>
            </a:pPr>
            <a:r>
              <a:rPr lang="en-GB" sz="1200" dirty="0">
                <a:solidFill>
                  <a:srgbClr val="000000"/>
                </a:solidFill>
                <a:latin typeface="IBM Plex Sans Light"/>
              </a:rPr>
              <a:t>Kicked off deployment stream for assets</a:t>
            </a:r>
          </a:p>
          <a:p>
            <a:pPr marL="171450" indent="-171450" defTabSz="914507">
              <a:buFont typeface="Arial" panose="020B0604020202020204" pitchFamily="34" charset="0"/>
              <a:buChar char="•"/>
              <a:defRPr/>
            </a:pPr>
            <a:endParaRPr lang="en-GB" sz="1200" dirty="0">
              <a:solidFill>
                <a:srgbClr val="000000"/>
              </a:solidFill>
              <a:latin typeface="IBM Plex Sans Light"/>
            </a:endParaRPr>
          </a:p>
          <a:p>
            <a:pPr marL="171450" indent="-171450" defTabSz="914507">
              <a:buFont typeface="Arial" panose="020B0604020202020204" pitchFamily="34" charset="0"/>
              <a:buChar char="•"/>
              <a:defRPr/>
            </a:pP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Early feasibility results </a:t>
            </a:r>
            <a:r>
              <a:rPr lang="en-GB" sz="1200" dirty="0">
                <a:solidFill>
                  <a:srgbClr val="000000"/>
                </a:solidFill>
                <a:latin typeface="IBM Plex Sans Light"/>
              </a:rPr>
              <a:t>&amp; detailed </a:t>
            </a: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planning</a:t>
            </a:r>
            <a:r>
              <a:rPr lang="en-GB" sz="1200" dirty="0">
                <a:solidFill>
                  <a:srgbClr val="000000"/>
                </a:solidFill>
                <a:latin typeface="IBM Plex Sans Light"/>
              </a:rPr>
              <a:t> </a:t>
            </a: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scheduled </a:t>
            </a:r>
            <a:endParaRPr lang="en-GB" sz="1200" b="0" i="0" u="none" strike="noStrike" kern="1200" cap="none" spc="0" normalizeH="0" baseline="0" noProof="0" dirty="0">
              <a:ln>
                <a:noFill/>
              </a:ln>
              <a:solidFill>
                <a:srgbClr val="000000"/>
              </a:solidFill>
              <a:effectLst/>
              <a:uLnTx/>
              <a:uFillTx/>
              <a:latin typeface="IBM Plex Sans Light"/>
            </a:endParaRPr>
          </a:p>
        </p:txBody>
      </p:sp>
      <p:sp>
        <p:nvSpPr>
          <p:cNvPr id="35" name="TextBox 34">
            <a:extLst>
              <a:ext uri="{FF2B5EF4-FFF2-40B4-BE49-F238E27FC236}">
                <a16:creationId xmlns:a16="http://schemas.microsoft.com/office/drawing/2014/main" id="{A2DAED39-9408-9EC3-477A-B1FF1752487C}"/>
              </a:ext>
            </a:extLst>
          </p:cNvPr>
          <p:cNvSpPr txBox="1"/>
          <p:nvPr/>
        </p:nvSpPr>
        <p:spPr>
          <a:xfrm>
            <a:off x="288888" y="1153087"/>
            <a:ext cx="2443324" cy="923330"/>
          </a:xfrm>
          <a:prstGeom prst="rect">
            <a:avLst/>
          </a:prstGeom>
          <a:noFill/>
        </p:spPr>
        <p:txBody>
          <a:bodyPr wrap="square" lIns="0" tIns="0" rIns="0" bIns="0" anchor="t">
            <a:spAutoFit/>
          </a:bodyPr>
          <a:lstStyle/>
          <a:p>
            <a:pPr marL="0" marR="0" lvl="0" indent="0" algn="l" defTabSz="1218726" rtl="0" eaLnBrk="1" fontAlgn="auto" latinLnBrk="0" hangingPunct="1">
              <a:lnSpc>
                <a:spcPct val="100000"/>
              </a:lnSpc>
              <a:spcBef>
                <a:spcPts val="0"/>
              </a:spcBef>
              <a:spcAft>
                <a:spcPts val="0"/>
              </a:spcAft>
              <a:buClrTx/>
              <a:buSzTx/>
              <a:buFontTx/>
              <a:buNone/>
              <a:tabLst/>
              <a:defRPr/>
            </a:pPr>
            <a:r>
              <a:rPr kumimoji="0" lang="en-US" sz="2000" i="0" u="none" strike="noStrike" kern="0" cap="none" spc="0" normalizeH="0" baseline="0" noProof="0" dirty="0">
                <a:ln>
                  <a:noFill/>
                </a:ln>
                <a:solidFill>
                  <a:schemeClr val="bg1"/>
                </a:solidFill>
                <a:effectLst/>
                <a:uLnTx/>
                <a:uFillTx/>
                <a:latin typeface="IBM Plex Sans Light"/>
                <a:ea typeface="+mn-ea"/>
                <a:cs typeface="Arial"/>
                <a:sym typeface="Arial"/>
              </a:rPr>
              <a:t>Data &amp; Functions</a:t>
            </a:r>
          </a:p>
          <a:p>
            <a:pPr marL="0" marR="0" lvl="0" indent="0" algn="l" defTabSz="1218726" rtl="0" eaLnBrk="1" fontAlgn="auto" latinLnBrk="0" hangingPunct="1">
              <a:lnSpc>
                <a:spcPct val="100000"/>
              </a:lnSpc>
              <a:spcBef>
                <a:spcPts val="0"/>
              </a:spcBef>
              <a:spcAft>
                <a:spcPts val="0"/>
              </a:spcAft>
              <a:buClrTx/>
              <a:buSzTx/>
              <a:buFontTx/>
              <a:buNone/>
              <a:tabLst/>
              <a:defRPr/>
            </a:pPr>
            <a:r>
              <a:rPr kumimoji="0" lang="en-US" sz="2000" i="0" u="none" strike="noStrike" kern="0" cap="none" spc="0" normalizeH="0" baseline="0" noProof="0" dirty="0">
                <a:ln>
                  <a:noFill/>
                </a:ln>
                <a:solidFill>
                  <a:schemeClr val="bg1"/>
                </a:solidFill>
                <a:effectLst/>
                <a:uLnTx/>
                <a:uFillTx/>
                <a:latin typeface="IBM Plex Sans Light"/>
                <a:ea typeface="+mn-ea"/>
                <a:cs typeface="Arial"/>
                <a:sym typeface="Arial"/>
              </a:rPr>
              <a:t> </a:t>
            </a:r>
          </a:p>
          <a:p>
            <a:pPr marL="0" marR="0" lvl="0" indent="0" algn="l" defTabSz="1218726" rtl="0" eaLnBrk="1" fontAlgn="auto" latinLnBrk="0" hangingPunct="1">
              <a:lnSpc>
                <a:spcPct val="100000"/>
              </a:lnSpc>
              <a:spcBef>
                <a:spcPts val="0"/>
              </a:spcBef>
              <a:spcAft>
                <a:spcPts val="0"/>
              </a:spcAft>
              <a:buClrTx/>
              <a:buSzTx/>
              <a:buFontTx/>
              <a:buNone/>
              <a:tabLst/>
              <a:defRPr/>
            </a:pPr>
            <a:r>
              <a:rPr lang="en-US" sz="2000" b="1" kern="0" dirty="0">
                <a:solidFill>
                  <a:schemeClr val="bg1"/>
                </a:solidFill>
                <a:latin typeface="IBM Plex Sans Light"/>
                <a:cs typeface="Arial"/>
                <a:sym typeface="Arial"/>
              </a:rPr>
              <a:t>Key Initiatives</a:t>
            </a:r>
            <a:endParaRPr kumimoji="0" lang="en-US" sz="2000" b="1" i="0" u="none" strike="noStrike" kern="0" cap="none" spc="0" normalizeH="0" baseline="30000" noProof="0" dirty="0">
              <a:ln>
                <a:noFill/>
              </a:ln>
              <a:solidFill>
                <a:schemeClr val="bg1"/>
              </a:solidFill>
              <a:effectLst/>
              <a:uLnTx/>
              <a:uFillTx/>
              <a:latin typeface="IBM Plex Sans Light"/>
              <a:ea typeface="+mn-ea"/>
              <a:cs typeface="Arial"/>
              <a:sym typeface="Arial"/>
            </a:endParaRPr>
          </a:p>
        </p:txBody>
      </p:sp>
      <p:sp>
        <p:nvSpPr>
          <p:cNvPr id="36" name="Text Placeholder 3">
            <a:extLst>
              <a:ext uri="{FF2B5EF4-FFF2-40B4-BE49-F238E27FC236}">
                <a16:creationId xmlns:a16="http://schemas.microsoft.com/office/drawing/2014/main" id="{B4DDBB0A-5EBB-12FB-95BA-1755DE83D0EF}"/>
              </a:ext>
            </a:extLst>
          </p:cNvPr>
          <p:cNvSpPr txBox="1">
            <a:spLocks/>
          </p:cNvSpPr>
          <p:nvPr/>
        </p:nvSpPr>
        <p:spPr>
          <a:xfrm>
            <a:off x="6048101" y="4265527"/>
            <a:ext cx="2497395" cy="494582"/>
          </a:xfrm>
          <a:prstGeom prst="rect">
            <a:avLst/>
          </a:prstGeom>
        </p:spPr>
        <p:txBody>
          <a:bodyPr lIns="121904" tIns="60952" rIns="121904" bIns="60952" anchor="t"/>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marL="0" marR="0" lvl="0" indent="0" algn="ctr" defTabSz="609356" rtl="0" eaLnBrk="1" fontAlgn="auto" latinLnBrk="0" hangingPunct="1">
              <a:lnSpc>
                <a:spcPct val="110000"/>
              </a:lnSpc>
              <a:spcBef>
                <a:spcPts val="0"/>
              </a:spcBef>
              <a:spcAft>
                <a:spcPts val="0"/>
              </a:spcAft>
              <a:buClrTx/>
              <a:buSzTx/>
              <a:buFontTx/>
              <a:buNone/>
              <a:tabLst/>
              <a:defRPr/>
            </a:pPr>
            <a:r>
              <a:rPr kumimoji="0" lang="en-US" sz="1250" b="1" i="0" u="none" strike="noStrike" kern="0" cap="none" spc="0" normalizeH="0" baseline="0" noProof="0" dirty="0">
                <a:ln>
                  <a:noFill/>
                </a:ln>
                <a:solidFill>
                  <a:srgbClr val="000000"/>
                </a:solidFill>
                <a:effectLst/>
                <a:uLnTx/>
                <a:uFillTx/>
                <a:latin typeface="IBM Plex Sans Light"/>
                <a:ea typeface="+mj-ea"/>
                <a:cs typeface="+mj-cs"/>
                <a:sym typeface="IBM Plex Sans Light"/>
              </a:rPr>
              <a:t>ServiceNow </a:t>
            </a:r>
            <a:r>
              <a:rPr lang="en-US" sz="1250" b="1" kern="0" dirty="0">
                <a:solidFill>
                  <a:srgbClr val="000000"/>
                </a:solidFill>
                <a:latin typeface="IBM Plex Sans Light"/>
              </a:rPr>
              <a:t>Responses</a:t>
            </a:r>
            <a:endParaRPr lang="en-US" sz="1250" b="1" i="0" u="none" strike="noStrike" kern="0" cap="none" spc="0" normalizeH="0" baseline="0" noProof="0" dirty="0">
              <a:ln>
                <a:noFill/>
              </a:ln>
              <a:solidFill>
                <a:srgbClr val="000000"/>
              </a:solidFill>
              <a:effectLst/>
              <a:uLnTx/>
              <a:uFillTx/>
              <a:latin typeface="IBM Plex Sans Light"/>
            </a:endParaRPr>
          </a:p>
        </p:txBody>
      </p:sp>
      <p:sp>
        <p:nvSpPr>
          <p:cNvPr id="37" name="TextBox 36">
            <a:extLst>
              <a:ext uri="{FF2B5EF4-FFF2-40B4-BE49-F238E27FC236}">
                <a16:creationId xmlns:a16="http://schemas.microsoft.com/office/drawing/2014/main" id="{3C94CA4D-D0FC-BBC1-122A-F8ADCC79ACAC}"/>
              </a:ext>
            </a:extLst>
          </p:cNvPr>
          <p:cNvSpPr txBox="1"/>
          <p:nvPr/>
        </p:nvSpPr>
        <p:spPr>
          <a:xfrm>
            <a:off x="2912361" y="4708961"/>
            <a:ext cx="2682899" cy="10464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904" tIns="60952" rIns="121904" bIns="60952" anchor="t">
            <a:spAutoFit/>
          </a:bodyPr>
          <a:lstStyle/>
          <a:p>
            <a:pPr marL="171450" marR="0" lvl="0" indent="-171450" defTabSz="91450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Early directional session &amp; draft federated model</a:t>
            </a:r>
            <a:endParaRPr lang="en-US">
              <a:ea typeface="+mn-ea"/>
              <a:cs typeface="+mn-cs"/>
            </a:endParaRPr>
          </a:p>
          <a:p>
            <a:pPr marL="171450" marR="0" lvl="0" indent="-171450" defTabSz="91450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dirty="0">
              <a:solidFill>
                <a:srgbClr val="000000"/>
              </a:solidFill>
              <a:latin typeface="IBM Plex Sans Light"/>
            </a:endParaRPr>
          </a:p>
          <a:p>
            <a:pPr marL="171450" marR="0" lvl="0" indent="-171450" defTabSz="91450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IBM Plex Sans Light"/>
                <a:ea typeface="+mn-ea"/>
                <a:cs typeface="+mn-cs"/>
              </a:rPr>
              <a:t>Validation session/s to be scheduled </a:t>
            </a:r>
            <a:endParaRPr lang="en-GB" sz="1200" b="0" i="0" u="none" strike="noStrike" kern="1200" cap="none" spc="0" normalizeH="0" baseline="0" noProof="0" dirty="0">
              <a:ln>
                <a:noFill/>
              </a:ln>
              <a:solidFill>
                <a:srgbClr val="000000"/>
              </a:solidFill>
              <a:effectLst/>
              <a:uLnTx/>
              <a:uFillTx/>
              <a:latin typeface="IBM Plex Sans Light"/>
            </a:endParaRPr>
          </a:p>
        </p:txBody>
      </p:sp>
      <p:sp>
        <p:nvSpPr>
          <p:cNvPr id="38" name="TextBox 37">
            <a:extLst>
              <a:ext uri="{FF2B5EF4-FFF2-40B4-BE49-F238E27FC236}">
                <a16:creationId xmlns:a16="http://schemas.microsoft.com/office/drawing/2014/main" id="{0F92226B-81E7-7303-E602-7B6E3D6FD75A}"/>
              </a:ext>
            </a:extLst>
          </p:cNvPr>
          <p:cNvSpPr txBox="1"/>
          <p:nvPr/>
        </p:nvSpPr>
        <p:spPr>
          <a:xfrm>
            <a:off x="5897521" y="4745211"/>
            <a:ext cx="2820979" cy="150808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904" tIns="60952" rIns="121904" bIns="60952" anchor="t">
            <a:spAutoFit/>
          </a:bodyPr>
          <a:lstStyle/>
          <a:p>
            <a:pPr marL="171450" indent="-171450" defTabSz="914507">
              <a:buFont typeface="Arial"/>
              <a:buChar char="•"/>
              <a:defRPr/>
            </a:pPr>
            <a:r>
              <a:rPr lang="en-GB" sz="1200" dirty="0">
                <a:solidFill>
                  <a:srgbClr val="000000"/>
                </a:solidFill>
                <a:latin typeface="IBM Plex Sans Light"/>
                <a:ea typeface="+mn-lt"/>
                <a:cs typeface="+mn-lt"/>
              </a:rPr>
              <a:t>ServiceNow Managed Service and Licensing proposal in progress</a:t>
            </a:r>
            <a:br>
              <a:rPr lang="en-GB" sz="1200" dirty="0">
                <a:solidFill>
                  <a:srgbClr val="000000"/>
                </a:solidFill>
                <a:latin typeface="IBM Plex Sans Light"/>
                <a:ea typeface="+mn-lt"/>
                <a:cs typeface="+mn-lt"/>
              </a:rPr>
            </a:br>
            <a:endParaRPr lang="en-US"/>
          </a:p>
          <a:p>
            <a:pPr marL="171450" indent="-171450" defTabSz="914507">
              <a:buFont typeface="Arial" panose="020B0604020202020204" pitchFamily="34" charset="0"/>
              <a:buChar char="•"/>
              <a:defRPr/>
            </a:pPr>
            <a:r>
              <a:rPr lang="en-GB" sz="1200" dirty="0">
                <a:solidFill>
                  <a:srgbClr val="000000"/>
                </a:solidFill>
                <a:latin typeface="IBM Plex Sans Light"/>
                <a:ea typeface="+mn-lt"/>
                <a:cs typeface="+mn-lt"/>
              </a:rPr>
              <a:t>ServiceNow Planview replacement in progress</a:t>
            </a:r>
            <a:endParaRPr lang="en-GB" sz="1200">
              <a:solidFill>
                <a:srgbClr val="000000"/>
              </a:solidFill>
              <a:latin typeface="IBM Plex Sans Light"/>
            </a:endParaRPr>
          </a:p>
          <a:p>
            <a:pPr marL="171450" indent="-171450" defTabSz="914507">
              <a:buFont typeface="Arial" panose="020B0604020202020204" pitchFamily="34" charset="0"/>
              <a:buChar char="•"/>
              <a:defRPr/>
            </a:pPr>
            <a:endParaRPr lang="en-GB" sz="1200" dirty="0">
              <a:solidFill>
                <a:srgbClr val="000000"/>
              </a:solidFill>
              <a:highlight>
                <a:srgbClr val="FFFF00"/>
              </a:highlight>
              <a:latin typeface="IBM Plex Sans Light"/>
            </a:endParaRPr>
          </a:p>
          <a:p>
            <a:pPr marL="171450" indent="-171450" defTabSz="914507">
              <a:buFont typeface="Arial" panose="020B0604020202020204" pitchFamily="34" charset="0"/>
              <a:buChar char="•"/>
              <a:defRPr/>
            </a:pPr>
            <a:endParaRPr lang="en-GB" sz="1200" dirty="0">
              <a:solidFill>
                <a:srgbClr val="000000"/>
              </a:solidFill>
              <a:highlight>
                <a:srgbClr val="FFFF00"/>
              </a:highlight>
              <a:latin typeface="IBM Plex Sans Light"/>
            </a:endParaRPr>
          </a:p>
        </p:txBody>
      </p:sp>
      <p:sp>
        <p:nvSpPr>
          <p:cNvPr id="40" name="Text Placeholder 2">
            <a:extLst>
              <a:ext uri="{FF2B5EF4-FFF2-40B4-BE49-F238E27FC236}">
                <a16:creationId xmlns:a16="http://schemas.microsoft.com/office/drawing/2014/main" id="{30ABBEB4-72FF-FC55-56B2-AA1C29CFEDC2}"/>
              </a:ext>
            </a:extLst>
          </p:cNvPr>
          <p:cNvSpPr txBox="1">
            <a:spLocks/>
          </p:cNvSpPr>
          <p:nvPr/>
        </p:nvSpPr>
        <p:spPr>
          <a:xfrm>
            <a:off x="3000752" y="1055010"/>
            <a:ext cx="2508011" cy="409086"/>
          </a:xfrm>
          <a:prstGeom prst="rect">
            <a:avLst/>
          </a:prstGeom>
        </p:spPr>
        <p:txBody>
          <a:bodyPr lIns="121904" tIns="60952" rIns="121904" bIns="60952" anchor="t"/>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algn="ctr" defTabSz="609356">
              <a:defRPr/>
            </a:pPr>
            <a:r>
              <a:rPr kumimoji="0" lang="en-US" sz="1250" b="1" i="0" u="none" strike="noStrike" kern="0" cap="none" spc="0" normalizeH="0" baseline="0" noProof="0" dirty="0">
                <a:ln>
                  <a:noFill/>
                </a:ln>
                <a:solidFill>
                  <a:srgbClr val="000000"/>
                </a:solidFill>
                <a:effectLst/>
                <a:uLnTx/>
                <a:uFillTx/>
                <a:latin typeface="IBM Plex Sans Light"/>
                <a:ea typeface="+mj-ea"/>
                <a:cs typeface="+mj-cs"/>
                <a:sym typeface="IBM Plex Sans Light"/>
              </a:rPr>
              <a:t>DPS </a:t>
            </a:r>
            <a:r>
              <a:rPr lang="en-US" sz="1250" b="1" kern="0" dirty="0">
                <a:solidFill>
                  <a:srgbClr val="000000"/>
                </a:solidFill>
                <a:latin typeface="IBM Plex Sans Light"/>
              </a:rPr>
              <a:t>Addition to Framework</a:t>
            </a:r>
            <a:endParaRPr kumimoji="0" lang="en-US" b="1"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cxnSp>
        <p:nvCxnSpPr>
          <p:cNvPr id="42" name="Straight Connector 41">
            <a:extLst>
              <a:ext uri="{FF2B5EF4-FFF2-40B4-BE49-F238E27FC236}">
                <a16:creationId xmlns:a16="http://schemas.microsoft.com/office/drawing/2014/main" id="{3E2BF019-CFF2-2821-8335-65C901B1FD29}"/>
              </a:ext>
            </a:extLst>
          </p:cNvPr>
          <p:cNvCxnSpPr>
            <a:cxnSpLocks/>
          </p:cNvCxnSpPr>
          <p:nvPr/>
        </p:nvCxnSpPr>
        <p:spPr bwMode="auto">
          <a:xfrm>
            <a:off x="5821680" y="264081"/>
            <a:ext cx="0" cy="61254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9C47F369-11E0-8807-6015-99D774599278}"/>
              </a:ext>
            </a:extLst>
          </p:cNvPr>
          <p:cNvSpPr txBox="1">
            <a:spLocks/>
          </p:cNvSpPr>
          <p:nvPr/>
        </p:nvSpPr>
        <p:spPr>
          <a:xfrm>
            <a:off x="9019174" y="4244467"/>
            <a:ext cx="2497395" cy="494582"/>
          </a:xfrm>
          <a:prstGeom prst="rect">
            <a:avLst/>
          </a:prstGeom>
        </p:spPr>
        <p:txBody>
          <a:bodyPr lIns="121904" tIns="60952" rIns="121904" bIns="60952" anchor="t"/>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marL="0" marR="0" lvl="0" indent="0" algn="ctr" defTabSz="609356" rtl="0" eaLnBrk="1" fontAlgn="auto" latinLnBrk="0" hangingPunct="1">
              <a:lnSpc>
                <a:spcPct val="110000"/>
              </a:lnSpc>
              <a:spcBef>
                <a:spcPts val="0"/>
              </a:spcBef>
              <a:spcAft>
                <a:spcPts val="0"/>
              </a:spcAft>
              <a:buClrTx/>
              <a:buSzTx/>
              <a:buFontTx/>
              <a:buNone/>
              <a:tabLst/>
              <a:defRPr/>
            </a:pPr>
            <a:r>
              <a:rPr kumimoji="0" lang="en-US" sz="1250" b="1" i="0" u="none" strike="noStrike" kern="0" cap="none" spc="0" normalizeH="0" baseline="0" noProof="0" dirty="0">
                <a:ln>
                  <a:noFill/>
                </a:ln>
                <a:solidFill>
                  <a:srgbClr val="000000"/>
                </a:solidFill>
                <a:effectLst/>
                <a:uLnTx/>
                <a:uFillTx/>
                <a:latin typeface="IBM Plex Sans Light"/>
                <a:ea typeface="+mj-ea"/>
                <a:cs typeface="+mj-cs"/>
                <a:sym typeface="IBM Plex Sans Light"/>
              </a:rPr>
              <a:t>DPS Testing</a:t>
            </a:r>
          </a:p>
        </p:txBody>
      </p:sp>
      <p:sp>
        <p:nvSpPr>
          <p:cNvPr id="49" name="Text Placeholder 2">
            <a:extLst>
              <a:ext uri="{FF2B5EF4-FFF2-40B4-BE49-F238E27FC236}">
                <a16:creationId xmlns:a16="http://schemas.microsoft.com/office/drawing/2014/main" id="{28F575C2-0675-9B7A-A167-478FC43D1D8D}"/>
              </a:ext>
            </a:extLst>
          </p:cNvPr>
          <p:cNvSpPr txBox="1">
            <a:spLocks/>
          </p:cNvSpPr>
          <p:nvPr/>
        </p:nvSpPr>
        <p:spPr>
          <a:xfrm>
            <a:off x="9083584" y="975597"/>
            <a:ext cx="2508011" cy="409086"/>
          </a:xfrm>
          <a:prstGeom prst="rect">
            <a:avLst/>
          </a:prstGeom>
        </p:spPr>
        <p:txBody>
          <a:bodyPr lIns="121904" tIns="60952" rIns="121904" bIns="60952" anchor="t"/>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marL="0" marR="0" lvl="0" indent="0" algn="ctr" defTabSz="609356" rtl="0" eaLnBrk="1" fontAlgn="auto" latinLnBrk="0" hangingPunct="1">
              <a:lnSpc>
                <a:spcPct val="110000"/>
              </a:lnSpc>
              <a:spcBef>
                <a:spcPts val="0"/>
              </a:spcBef>
              <a:spcAft>
                <a:spcPts val="0"/>
              </a:spcAft>
              <a:buClrTx/>
              <a:buSzTx/>
              <a:buFontTx/>
              <a:buNone/>
              <a:tabLst/>
              <a:defRPr/>
            </a:pPr>
            <a:r>
              <a:rPr kumimoji="0" lang="en-US" b="1" i="0" u="none" strike="noStrike" kern="0" cap="none" spc="0" normalizeH="0" baseline="0" noProof="0" dirty="0">
                <a:ln>
                  <a:noFill/>
                </a:ln>
                <a:solidFill>
                  <a:srgbClr val="000000"/>
                </a:solidFill>
                <a:effectLst/>
                <a:uLnTx/>
                <a:uFillTx/>
                <a:latin typeface="IBM Plex Sans Light"/>
                <a:ea typeface="+mj-ea"/>
                <a:cs typeface="+mj-cs"/>
                <a:sym typeface="IBM Plex Sans Light"/>
              </a:rPr>
              <a:t> </a:t>
            </a:r>
            <a:r>
              <a:rPr lang="en-US" sz="1250" b="1" kern="0" dirty="0">
                <a:solidFill>
                  <a:srgbClr val="000000"/>
                </a:solidFill>
                <a:latin typeface="IBM Plex Sans Light"/>
              </a:rPr>
              <a:t>TechPartner Consulting </a:t>
            </a:r>
            <a:r>
              <a:rPr kumimoji="0" lang="en-US" sz="1250" b="1" i="0" u="none" strike="noStrike" kern="0" cap="none" spc="0" normalizeH="0" baseline="0" noProof="0" dirty="0">
                <a:ln>
                  <a:noFill/>
                </a:ln>
                <a:solidFill>
                  <a:srgbClr val="000000"/>
                </a:solidFill>
                <a:effectLst/>
                <a:uLnTx/>
                <a:uFillTx/>
                <a:latin typeface="IBM Plex Sans Light"/>
                <a:ea typeface="+mj-ea"/>
                <a:cs typeface="+mj-cs"/>
                <a:sym typeface="IBM Plex Sans Light"/>
              </a:rPr>
              <a:t>Assistants</a:t>
            </a:r>
          </a:p>
        </p:txBody>
      </p:sp>
      <p:sp>
        <p:nvSpPr>
          <p:cNvPr id="56" name="Text Placeholder 3">
            <a:extLst>
              <a:ext uri="{FF2B5EF4-FFF2-40B4-BE49-F238E27FC236}">
                <a16:creationId xmlns:a16="http://schemas.microsoft.com/office/drawing/2014/main" id="{FBE93E66-46B0-1392-9156-D31267DDDD6A}"/>
              </a:ext>
            </a:extLst>
          </p:cNvPr>
          <p:cNvSpPr txBox="1">
            <a:spLocks/>
          </p:cNvSpPr>
          <p:nvPr/>
        </p:nvSpPr>
        <p:spPr>
          <a:xfrm>
            <a:off x="3080914" y="4273461"/>
            <a:ext cx="2497395" cy="494582"/>
          </a:xfrm>
          <a:prstGeom prst="rect">
            <a:avLst/>
          </a:prstGeom>
        </p:spPr>
        <p:txBody>
          <a:bodyPr lIns="121904" tIns="60952" rIns="121904" bIns="60952" anchor="t"/>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marL="0" marR="0" lvl="0" indent="0" algn="ctr" defTabSz="609356" rtl="0" eaLnBrk="1" fontAlgn="auto" latinLnBrk="0" hangingPunct="1">
              <a:lnSpc>
                <a:spcPct val="110000"/>
              </a:lnSpc>
              <a:spcBef>
                <a:spcPts val="0"/>
              </a:spcBef>
              <a:spcAft>
                <a:spcPts val="0"/>
              </a:spcAft>
              <a:buClrTx/>
              <a:buSzTx/>
              <a:buFontTx/>
              <a:buNone/>
              <a:tabLst/>
              <a:defRPr/>
            </a:pPr>
            <a:r>
              <a:rPr kumimoji="0" lang="en-US" sz="1250" b="1" i="0" u="none" strike="noStrike" kern="0" cap="none" spc="0" normalizeH="0" baseline="0" noProof="0" dirty="0">
                <a:ln>
                  <a:noFill/>
                </a:ln>
                <a:solidFill>
                  <a:srgbClr val="000000"/>
                </a:solidFill>
                <a:effectLst/>
                <a:uLnTx/>
                <a:uFillTx/>
                <a:latin typeface="IBM Plex Sans Light"/>
                <a:ea typeface="+mj-ea"/>
                <a:cs typeface="+mj-cs"/>
                <a:sym typeface="IBM Plex Sans Light"/>
              </a:rPr>
              <a:t>Next Wave AI Operating Model</a:t>
            </a:r>
            <a:endParaRPr kumimoji="0" lang="en-US" sz="1250" b="1"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57" name="TextBox 56">
            <a:extLst>
              <a:ext uri="{FF2B5EF4-FFF2-40B4-BE49-F238E27FC236}">
                <a16:creationId xmlns:a16="http://schemas.microsoft.com/office/drawing/2014/main" id="{7A0075DB-AACC-60AE-AC48-5A0888CB8D50}"/>
              </a:ext>
            </a:extLst>
          </p:cNvPr>
          <p:cNvSpPr txBox="1"/>
          <p:nvPr/>
        </p:nvSpPr>
        <p:spPr>
          <a:xfrm>
            <a:off x="8951859" y="4515865"/>
            <a:ext cx="2870754" cy="83099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40" tIns="45720" rIns="91440" bIns="45720" anchor="t">
            <a:spAutoFit/>
          </a:bodyPr>
          <a:lstStyle/>
          <a:p>
            <a:pPr marR="0" lvl="0" defTabSz="914507" rtl="0" eaLnBrk="1" fontAlgn="auto" latinLnBrk="0" hangingPunct="1">
              <a:lnSpc>
                <a:spcPct val="100000"/>
              </a:lnSpc>
              <a:spcBef>
                <a:spcPts val="0"/>
              </a:spcBef>
              <a:spcAft>
                <a:spcPts val="0"/>
              </a:spcAft>
              <a:buClrTx/>
              <a:buSzTx/>
              <a:tabLst/>
              <a:defRPr/>
            </a:pPr>
            <a:endParaRPr lang="en-GB" sz="1200" dirty="0">
              <a:highlight>
                <a:srgbClr val="FFFF00"/>
              </a:highlight>
              <a:latin typeface="IBM Plex Sans Light"/>
            </a:endParaRPr>
          </a:p>
          <a:p>
            <a:pPr marL="171450" indent="-171450" defTabSz="914507">
              <a:buFont typeface="Arial" panose="020B0604020202020204" pitchFamily="34" charset="0"/>
              <a:buChar char="•"/>
              <a:defRPr/>
            </a:pPr>
            <a:r>
              <a:rPr lang="en-GB" sz="1200" dirty="0">
                <a:solidFill>
                  <a:srgbClr val="000000"/>
                </a:solidFill>
                <a:latin typeface="IBM Plex Sans Light"/>
              </a:rPr>
              <a:t>Discussion scheduled with </a:t>
            </a:r>
            <a:r>
              <a:rPr lang="en-GB" sz="1200" dirty="0" err="1">
                <a:solidFill>
                  <a:srgbClr val="000000"/>
                </a:solidFill>
                <a:latin typeface="IBM Plex Sans Light"/>
              </a:rPr>
              <a:t>Emma Roberts</a:t>
            </a:r>
            <a:r>
              <a:rPr lang="en-GB" sz="1200" dirty="0">
                <a:solidFill>
                  <a:srgbClr val="000000"/>
                </a:solidFill>
                <a:latin typeface="IBM Plex Sans Light"/>
              </a:rPr>
              <a:t> to understand Data Lakehouse testing challenge &amp; requirement</a:t>
            </a:r>
          </a:p>
        </p:txBody>
      </p:sp>
      <p:grpSp>
        <p:nvGrpSpPr>
          <p:cNvPr id="66" name="Group 65">
            <a:extLst>
              <a:ext uri="{FF2B5EF4-FFF2-40B4-BE49-F238E27FC236}">
                <a16:creationId xmlns:a16="http://schemas.microsoft.com/office/drawing/2014/main" id="{A408B65A-E7B4-1DE2-2A95-8A87D2359AAE}"/>
              </a:ext>
            </a:extLst>
          </p:cNvPr>
          <p:cNvGrpSpPr/>
          <p:nvPr/>
        </p:nvGrpSpPr>
        <p:grpSpPr>
          <a:xfrm>
            <a:off x="3875039" y="235010"/>
            <a:ext cx="737094" cy="740587"/>
            <a:chOff x="3812239" y="193176"/>
            <a:chExt cx="737094" cy="740587"/>
          </a:xfrm>
        </p:grpSpPr>
        <p:grpSp>
          <p:nvGrpSpPr>
            <p:cNvPr id="62" name="Group 61">
              <a:extLst>
                <a:ext uri="{FF2B5EF4-FFF2-40B4-BE49-F238E27FC236}">
                  <a16:creationId xmlns:a16="http://schemas.microsoft.com/office/drawing/2014/main" id="{97CF07EE-B23D-7D0C-DE6F-2437EFE2E95F}"/>
                </a:ext>
              </a:extLst>
            </p:cNvPr>
            <p:cNvGrpSpPr/>
            <p:nvPr/>
          </p:nvGrpSpPr>
          <p:grpSpPr>
            <a:xfrm>
              <a:off x="3812239" y="193176"/>
              <a:ext cx="737094" cy="740587"/>
              <a:chOff x="3983198" y="397106"/>
              <a:chExt cx="457140" cy="457140"/>
            </a:xfrm>
          </p:grpSpPr>
          <p:sp>
            <p:nvSpPr>
              <p:cNvPr id="60" name="Oval 59">
                <a:extLst>
                  <a:ext uri="{FF2B5EF4-FFF2-40B4-BE49-F238E27FC236}">
                    <a16:creationId xmlns:a16="http://schemas.microsoft.com/office/drawing/2014/main" id="{502C6E4A-1439-3A50-B8BF-1DB139951706}"/>
                  </a:ext>
                </a:extLst>
              </p:cNvPr>
              <p:cNvSpPr>
                <a:spLocks noChangeAspect="1"/>
              </p:cNvSpPr>
              <p:nvPr/>
            </p:nvSpPr>
            <p:spPr bwMode="auto">
              <a:xfrm>
                <a:off x="3983198" y="397106"/>
                <a:ext cx="457140" cy="457140"/>
              </a:xfrm>
              <a:prstGeom prst="ellipse">
                <a:avLst/>
              </a:prstGeom>
              <a:solidFill>
                <a:schemeClr val="bg1"/>
              </a:solidFill>
              <a:ln w="57150">
                <a:solidFill>
                  <a:schemeClr val="tx2"/>
                </a:solid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163767" indent="-163767" defTabSz="457109" fontAlgn="base">
                  <a:spcBef>
                    <a:spcPct val="0"/>
                  </a:spcBef>
                  <a:spcAft>
                    <a:spcPct val="0"/>
                  </a:spcAft>
                  <a:buFont typeface="Arial" panose="020B0604020202020204" pitchFamily="34" charset="0"/>
                  <a:buChar char="•"/>
                </a:pPr>
                <a:endParaRPr lang="en-US" sz="1000" dirty="0">
                  <a:solidFill>
                    <a:srgbClr val="FFFFFF"/>
                  </a:solidFill>
                  <a:latin typeface="IBM Plex Sans Light"/>
                </a:endParaRPr>
              </a:p>
            </p:txBody>
          </p:sp>
          <p:pic>
            <p:nvPicPr>
              <p:cNvPr id="61" name="Graphic 60">
                <a:extLst>
                  <a:ext uri="{FF2B5EF4-FFF2-40B4-BE49-F238E27FC236}">
                    <a16:creationId xmlns:a16="http://schemas.microsoft.com/office/drawing/2014/main" id="{DD7C99CA-0C92-1502-A93A-44E998F2A7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062895" y="471607"/>
                <a:ext cx="297141" cy="297141"/>
              </a:xfrm>
              <a:prstGeom prst="rect">
                <a:avLst/>
              </a:prstGeom>
            </p:spPr>
          </p:pic>
        </p:grpSp>
        <p:sp>
          <p:nvSpPr>
            <p:cNvPr id="65" name="Rectangle 64">
              <a:extLst>
                <a:ext uri="{FF2B5EF4-FFF2-40B4-BE49-F238E27FC236}">
                  <a16:creationId xmlns:a16="http://schemas.microsoft.com/office/drawing/2014/main" id="{E55B7E40-2B9E-8A52-F0DA-76ADF7C896C1}"/>
                </a:ext>
              </a:extLst>
            </p:cNvPr>
            <p:cNvSpPr/>
            <p:nvPr/>
          </p:nvSpPr>
          <p:spPr>
            <a:xfrm>
              <a:off x="4190481" y="313748"/>
              <a:ext cx="201483" cy="1925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Graphic 63">
              <a:extLst>
                <a:ext uri="{FF2B5EF4-FFF2-40B4-BE49-F238E27FC236}">
                  <a16:creationId xmlns:a16="http://schemas.microsoft.com/office/drawing/2014/main" id="{23121DC5-9696-B6C1-1143-E5B3771068EE}"/>
                </a:ext>
              </a:extLst>
            </p:cNvPr>
            <p:cNvPicPr>
              <a:picLocks noChangeAspect="1"/>
            </p:cNvPicPr>
            <p:nvPr/>
          </p:nvPicPr>
          <p:blipFill rotWithShape="1">
            <a:blip>
              <a:extLst>
                <a:ext uri="{96DAC541-7B7A-43D3-8B79-37D633B846F1}">
                  <asvg:svgBlip xmlns:asvg="http://schemas.microsoft.com/office/drawing/2016/SVG/main" r:embed="rId3"/>
                </a:ext>
              </a:extLst>
            </a:blip>
            <a:srcRect l="1" r="54013" b="63721"/>
            <a:stretch/>
          </p:blipFill>
          <p:spPr>
            <a:xfrm rot="5400000">
              <a:off x="4156616" y="335881"/>
              <a:ext cx="220327" cy="174642"/>
            </a:xfrm>
            <a:prstGeom prst="rect">
              <a:avLst/>
            </a:prstGeom>
          </p:spPr>
        </p:pic>
      </p:grpSp>
      <p:grpSp>
        <p:nvGrpSpPr>
          <p:cNvPr id="71" name="Group 70">
            <a:extLst>
              <a:ext uri="{FF2B5EF4-FFF2-40B4-BE49-F238E27FC236}">
                <a16:creationId xmlns:a16="http://schemas.microsoft.com/office/drawing/2014/main" id="{777B14E2-1BD9-CB4B-3CAD-FEF904E2582A}"/>
              </a:ext>
            </a:extLst>
          </p:cNvPr>
          <p:cNvGrpSpPr/>
          <p:nvPr/>
        </p:nvGrpSpPr>
        <p:grpSpPr>
          <a:xfrm>
            <a:off x="6940138" y="233406"/>
            <a:ext cx="737092" cy="735794"/>
            <a:chOff x="6099688" y="2369087"/>
            <a:chExt cx="457140" cy="457140"/>
          </a:xfrm>
        </p:grpSpPr>
        <p:sp>
          <p:nvSpPr>
            <p:cNvPr id="69" name="Oval 68">
              <a:extLst>
                <a:ext uri="{FF2B5EF4-FFF2-40B4-BE49-F238E27FC236}">
                  <a16:creationId xmlns:a16="http://schemas.microsoft.com/office/drawing/2014/main" id="{5F25D5E2-D5D8-2CB4-DAF8-6248A1C6313B}"/>
                </a:ext>
              </a:extLst>
            </p:cNvPr>
            <p:cNvSpPr>
              <a:spLocks noChangeAspect="1"/>
            </p:cNvSpPr>
            <p:nvPr/>
          </p:nvSpPr>
          <p:spPr bwMode="auto">
            <a:xfrm>
              <a:off x="6099688" y="2369087"/>
              <a:ext cx="457140" cy="457140"/>
            </a:xfrm>
            <a:prstGeom prst="ellipse">
              <a:avLst/>
            </a:prstGeom>
            <a:solidFill>
              <a:srgbClr val="FFFFFF"/>
            </a:solidFill>
            <a:ln w="57150" cap="flat" cmpd="sng" algn="ctr">
              <a:solidFill>
                <a:srgbClr val="A56EFF"/>
              </a:solidFill>
              <a:prstDash val="solid"/>
              <a:headEnd type="none" w="med" len="med"/>
              <a:tailEnd type="none" w="med" len="med"/>
            </a:ln>
            <a:effectLst>
              <a:outerShdw blurRad="50800" dist="38100" dir="2700000" algn="tl" rotWithShape="0">
                <a:prstClr val="black">
                  <a:alpha val="40000"/>
                </a:prstClr>
              </a:outerShdw>
            </a:effectLst>
          </p:spPr>
          <p:txBody>
            <a:bodyPr vert="horz" wrap="square" lIns="45714" tIns="45714" rIns="45714" bIns="45714" numCol="1" rtlCol="0" anchor="t" anchorCtr="0" compatLnSpc="1">
              <a:prstTxWarp prst="textNoShape">
                <a:avLst/>
              </a:prstTxWarp>
            </a:bodyPr>
            <a:lstStyle/>
            <a:p>
              <a:pPr marL="163767" marR="0" lvl="0" indent="-163767" defTabSz="457109"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FFFFFF"/>
                </a:solidFill>
                <a:effectLst/>
                <a:uLnTx/>
                <a:uFillTx/>
                <a:latin typeface="IBM Plex Sans Light"/>
                <a:ea typeface="+mn-ea"/>
                <a:cs typeface="+mn-cs"/>
              </a:endParaRPr>
            </a:p>
          </p:txBody>
        </p:sp>
        <p:pic>
          <p:nvPicPr>
            <p:cNvPr id="70" name="Graphic 69">
              <a:extLst>
                <a:ext uri="{FF2B5EF4-FFF2-40B4-BE49-F238E27FC236}">
                  <a16:creationId xmlns:a16="http://schemas.microsoft.com/office/drawing/2014/main" id="{FA61BD8D-EA30-412D-3077-AC6885332A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81894" y="2449087"/>
              <a:ext cx="297141" cy="297141"/>
            </a:xfrm>
            <a:prstGeom prst="rect">
              <a:avLst/>
            </a:prstGeom>
          </p:spPr>
        </p:pic>
      </p:grpSp>
      <p:grpSp>
        <p:nvGrpSpPr>
          <p:cNvPr id="74" name="Group 73">
            <a:extLst>
              <a:ext uri="{FF2B5EF4-FFF2-40B4-BE49-F238E27FC236}">
                <a16:creationId xmlns:a16="http://schemas.microsoft.com/office/drawing/2014/main" id="{25D64810-8A55-059D-84AC-12FC48398CE2}"/>
              </a:ext>
            </a:extLst>
          </p:cNvPr>
          <p:cNvGrpSpPr/>
          <p:nvPr/>
        </p:nvGrpSpPr>
        <p:grpSpPr>
          <a:xfrm>
            <a:off x="9908009" y="256358"/>
            <a:ext cx="735362" cy="727677"/>
            <a:chOff x="7671722" y="4011655"/>
            <a:chExt cx="457140" cy="457140"/>
          </a:xfrm>
        </p:grpSpPr>
        <p:sp>
          <p:nvSpPr>
            <p:cNvPr id="72" name="Oval 71">
              <a:extLst>
                <a:ext uri="{FF2B5EF4-FFF2-40B4-BE49-F238E27FC236}">
                  <a16:creationId xmlns:a16="http://schemas.microsoft.com/office/drawing/2014/main" id="{693DFBDA-CA43-4A8E-0825-3683E5C94611}"/>
                </a:ext>
              </a:extLst>
            </p:cNvPr>
            <p:cNvSpPr>
              <a:spLocks noChangeAspect="1"/>
            </p:cNvSpPr>
            <p:nvPr/>
          </p:nvSpPr>
          <p:spPr bwMode="auto">
            <a:xfrm>
              <a:off x="7671722" y="4011655"/>
              <a:ext cx="457140" cy="457140"/>
            </a:xfrm>
            <a:prstGeom prst="ellipse">
              <a:avLst/>
            </a:prstGeom>
            <a:solidFill>
              <a:schemeClr val="bg1"/>
            </a:solidFill>
            <a:ln w="57150">
              <a:solidFill>
                <a:schemeClr val="accent1"/>
              </a:solid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163767" indent="-163767" defTabSz="457109" fontAlgn="base">
                <a:spcBef>
                  <a:spcPct val="0"/>
                </a:spcBef>
                <a:spcAft>
                  <a:spcPct val="0"/>
                </a:spcAft>
                <a:buFont typeface="Arial" panose="020B0604020202020204" pitchFamily="34" charset="0"/>
                <a:buChar char="•"/>
              </a:pPr>
              <a:endParaRPr lang="en-US" sz="1000" dirty="0">
                <a:solidFill>
                  <a:srgbClr val="FFFFFF"/>
                </a:solidFill>
                <a:latin typeface="IBM Plex Sans Light"/>
              </a:endParaRPr>
            </a:p>
          </p:txBody>
        </p:sp>
        <p:pic>
          <p:nvPicPr>
            <p:cNvPr id="73" name="Graphic 72">
              <a:extLst>
                <a:ext uri="{FF2B5EF4-FFF2-40B4-BE49-F238E27FC236}">
                  <a16:creationId xmlns:a16="http://schemas.microsoft.com/office/drawing/2014/main" id="{80889BE6-3F1A-4FA6-2070-4C9764BE48F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51721" y="4088531"/>
              <a:ext cx="297141" cy="297141"/>
            </a:xfrm>
            <a:prstGeom prst="rect">
              <a:avLst/>
            </a:prstGeom>
          </p:spPr>
        </p:pic>
      </p:grpSp>
      <p:grpSp>
        <p:nvGrpSpPr>
          <p:cNvPr id="79" name="Group 78">
            <a:extLst>
              <a:ext uri="{FF2B5EF4-FFF2-40B4-BE49-F238E27FC236}">
                <a16:creationId xmlns:a16="http://schemas.microsoft.com/office/drawing/2014/main" id="{2E119A12-E530-F0BA-1608-E1E3A6A09F4C}"/>
              </a:ext>
            </a:extLst>
          </p:cNvPr>
          <p:cNvGrpSpPr/>
          <p:nvPr/>
        </p:nvGrpSpPr>
        <p:grpSpPr>
          <a:xfrm>
            <a:off x="3865438" y="3449568"/>
            <a:ext cx="775686" cy="728895"/>
            <a:chOff x="7439552" y="1857620"/>
            <a:chExt cx="457140" cy="457140"/>
          </a:xfrm>
        </p:grpSpPr>
        <p:sp>
          <p:nvSpPr>
            <p:cNvPr id="77" name="Oval 76">
              <a:extLst>
                <a:ext uri="{FF2B5EF4-FFF2-40B4-BE49-F238E27FC236}">
                  <a16:creationId xmlns:a16="http://schemas.microsoft.com/office/drawing/2014/main" id="{A97C0F3A-BC84-DE0E-A4BD-88A14C2A9104}"/>
                </a:ext>
              </a:extLst>
            </p:cNvPr>
            <p:cNvSpPr>
              <a:spLocks noChangeAspect="1"/>
            </p:cNvSpPr>
            <p:nvPr/>
          </p:nvSpPr>
          <p:spPr bwMode="auto">
            <a:xfrm>
              <a:off x="7439552" y="1857620"/>
              <a:ext cx="457140" cy="457140"/>
            </a:xfrm>
            <a:prstGeom prst="ellipse">
              <a:avLst/>
            </a:prstGeom>
            <a:solidFill>
              <a:srgbClr val="FFFFFF"/>
            </a:solidFill>
            <a:ln w="57150" cap="flat" cmpd="sng" algn="ctr">
              <a:solidFill>
                <a:srgbClr val="009D9A"/>
              </a:solidFill>
              <a:prstDash val="solid"/>
              <a:headEnd type="none" w="med" len="med"/>
              <a:tailEnd type="none" w="med" len="med"/>
            </a:ln>
            <a:effectLst>
              <a:outerShdw blurRad="50800" dist="38100" dir="2700000" algn="tl" rotWithShape="0">
                <a:prstClr val="black">
                  <a:alpha val="40000"/>
                </a:prstClr>
              </a:outerShdw>
            </a:effectLst>
          </p:spPr>
          <p:txBody>
            <a:bodyPr vert="horz" wrap="square" lIns="45714" tIns="45714" rIns="45714" bIns="45714" numCol="1" rtlCol="0" anchor="t" anchorCtr="0" compatLnSpc="1">
              <a:prstTxWarp prst="textNoShape">
                <a:avLst/>
              </a:prstTxWarp>
            </a:bodyPr>
            <a:lstStyle/>
            <a:p>
              <a:pPr marL="163767" marR="0" lvl="0" indent="-163767" defTabSz="457109"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FFFFFF"/>
                </a:solidFill>
                <a:effectLst/>
                <a:uLnTx/>
                <a:uFillTx/>
                <a:latin typeface="IBM Plex Sans Light"/>
                <a:ea typeface="+mn-ea"/>
                <a:cs typeface="+mn-cs"/>
              </a:endParaRPr>
            </a:p>
          </p:txBody>
        </p:sp>
        <p:pic>
          <p:nvPicPr>
            <p:cNvPr id="78" name="Graphic 77">
              <a:extLst>
                <a:ext uri="{FF2B5EF4-FFF2-40B4-BE49-F238E27FC236}">
                  <a16:creationId xmlns:a16="http://schemas.microsoft.com/office/drawing/2014/main" id="{DA11B8D3-BFBD-5FFF-B027-66356B4C2D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23151" y="1935876"/>
              <a:ext cx="297141" cy="297141"/>
            </a:xfrm>
            <a:prstGeom prst="rect">
              <a:avLst/>
            </a:prstGeom>
          </p:spPr>
        </p:pic>
      </p:grpSp>
      <p:grpSp>
        <p:nvGrpSpPr>
          <p:cNvPr id="82" name="Group 81">
            <a:extLst>
              <a:ext uri="{FF2B5EF4-FFF2-40B4-BE49-F238E27FC236}">
                <a16:creationId xmlns:a16="http://schemas.microsoft.com/office/drawing/2014/main" id="{ED632424-D5F5-A60E-D98F-B8C15446F0A0}"/>
              </a:ext>
            </a:extLst>
          </p:cNvPr>
          <p:cNvGrpSpPr/>
          <p:nvPr/>
        </p:nvGrpSpPr>
        <p:grpSpPr>
          <a:xfrm>
            <a:off x="6887021" y="3443714"/>
            <a:ext cx="758447" cy="747837"/>
            <a:chOff x="6694520" y="1855877"/>
            <a:chExt cx="457140" cy="457140"/>
          </a:xfrm>
        </p:grpSpPr>
        <p:sp>
          <p:nvSpPr>
            <p:cNvPr id="80" name="Oval 79">
              <a:extLst>
                <a:ext uri="{FF2B5EF4-FFF2-40B4-BE49-F238E27FC236}">
                  <a16:creationId xmlns:a16="http://schemas.microsoft.com/office/drawing/2014/main" id="{19EFFFDD-53DE-E7C4-12FC-63BD0EFB17E0}"/>
                </a:ext>
              </a:extLst>
            </p:cNvPr>
            <p:cNvSpPr>
              <a:spLocks noChangeAspect="1"/>
            </p:cNvSpPr>
            <p:nvPr/>
          </p:nvSpPr>
          <p:spPr bwMode="auto">
            <a:xfrm>
              <a:off x="6694520" y="1855877"/>
              <a:ext cx="457140" cy="457140"/>
            </a:xfrm>
            <a:prstGeom prst="ellipse">
              <a:avLst/>
            </a:prstGeom>
            <a:solidFill>
              <a:srgbClr val="FFFFFF"/>
            </a:solidFill>
            <a:ln w="57150" cap="flat" cmpd="sng" algn="ctr">
              <a:solidFill>
                <a:srgbClr val="003A6D"/>
              </a:solidFill>
              <a:prstDash val="solid"/>
              <a:headEnd type="none" w="med" len="med"/>
              <a:tailEnd type="none" w="med" len="med"/>
            </a:ln>
            <a:effectLst>
              <a:outerShdw blurRad="50800" dist="38100" dir="2700000" algn="tl" rotWithShape="0">
                <a:prstClr val="black">
                  <a:alpha val="40000"/>
                </a:prstClr>
              </a:outerShdw>
            </a:effectLst>
          </p:spPr>
          <p:txBody>
            <a:bodyPr vert="horz" wrap="square" lIns="45714" tIns="45714" rIns="45714" bIns="45714" numCol="1" rtlCol="0" anchor="t" anchorCtr="0" compatLnSpc="1">
              <a:prstTxWarp prst="textNoShape">
                <a:avLst/>
              </a:prstTxWarp>
            </a:bodyPr>
            <a:lstStyle/>
            <a:p>
              <a:pPr marL="163767" marR="0" lvl="0" indent="-163767" defTabSz="457109"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FFFFFF"/>
                </a:solidFill>
                <a:effectLst/>
                <a:uLnTx/>
                <a:uFillTx/>
                <a:latin typeface="IBM Plex Sans Light"/>
                <a:ea typeface="+mn-ea"/>
                <a:cs typeface="+mn-cs"/>
              </a:endParaRPr>
            </a:p>
          </p:txBody>
        </p:sp>
        <p:pic>
          <p:nvPicPr>
            <p:cNvPr id="81" name="Graphic 80">
              <a:extLst>
                <a:ext uri="{FF2B5EF4-FFF2-40B4-BE49-F238E27FC236}">
                  <a16:creationId xmlns:a16="http://schemas.microsoft.com/office/drawing/2014/main" id="{503D49A3-913C-6ECB-E0FC-88EC7D5F901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71186" y="1935876"/>
              <a:ext cx="297141" cy="297141"/>
            </a:xfrm>
            <a:prstGeom prst="rect">
              <a:avLst/>
            </a:prstGeom>
          </p:spPr>
        </p:pic>
      </p:grpSp>
      <p:grpSp>
        <p:nvGrpSpPr>
          <p:cNvPr id="87" name="Group 86">
            <a:extLst>
              <a:ext uri="{FF2B5EF4-FFF2-40B4-BE49-F238E27FC236}">
                <a16:creationId xmlns:a16="http://schemas.microsoft.com/office/drawing/2014/main" id="{1C1994EC-8C7F-268D-4E06-8A016FA11E24}"/>
              </a:ext>
            </a:extLst>
          </p:cNvPr>
          <p:cNvGrpSpPr/>
          <p:nvPr/>
        </p:nvGrpSpPr>
        <p:grpSpPr>
          <a:xfrm>
            <a:off x="9946790" y="3468346"/>
            <a:ext cx="758448" cy="747838"/>
            <a:chOff x="8070368" y="2388963"/>
            <a:chExt cx="457140" cy="457140"/>
          </a:xfrm>
        </p:grpSpPr>
        <p:sp>
          <p:nvSpPr>
            <p:cNvPr id="85" name="Oval 84">
              <a:extLst>
                <a:ext uri="{FF2B5EF4-FFF2-40B4-BE49-F238E27FC236}">
                  <a16:creationId xmlns:a16="http://schemas.microsoft.com/office/drawing/2014/main" id="{95471C91-49B2-F71E-EA23-0B9ED6C093AD}"/>
                </a:ext>
              </a:extLst>
            </p:cNvPr>
            <p:cNvSpPr>
              <a:spLocks noChangeAspect="1"/>
            </p:cNvSpPr>
            <p:nvPr/>
          </p:nvSpPr>
          <p:spPr bwMode="auto">
            <a:xfrm>
              <a:off x="8070368" y="2388963"/>
              <a:ext cx="457140" cy="457140"/>
            </a:xfrm>
            <a:prstGeom prst="ellipse">
              <a:avLst/>
            </a:prstGeom>
            <a:solidFill>
              <a:srgbClr val="FFFFFF"/>
            </a:solidFill>
            <a:ln w="57150" cap="flat" cmpd="sng" algn="ctr">
              <a:solidFill>
                <a:srgbClr val="9F1853"/>
              </a:solidFill>
              <a:prstDash val="solid"/>
              <a:headEnd type="none" w="med" len="med"/>
              <a:tailEnd type="none" w="med" len="med"/>
            </a:ln>
            <a:effectLst>
              <a:outerShdw blurRad="50800" dist="38100" dir="2700000" algn="tl" rotWithShape="0">
                <a:prstClr val="black">
                  <a:alpha val="40000"/>
                </a:prstClr>
              </a:outerShdw>
            </a:effectLst>
          </p:spPr>
          <p:txBody>
            <a:bodyPr vert="horz" wrap="square" lIns="45714" tIns="45714" rIns="45714" bIns="45714" numCol="1" rtlCol="0" anchor="t" anchorCtr="0" compatLnSpc="1">
              <a:prstTxWarp prst="textNoShape">
                <a:avLst/>
              </a:prstTxWarp>
            </a:bodyPr>
            <a:lstStyle/>
            <a:p>
              <a:pPr marL="163767" marR="0" lvl="0" indent="-163767" defTabSz="457109"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FFFFFF"/>
                </a:solidFill>
                <a:effectLst/>
                <a:uLnTx/>
                <a:uFillTx/>
                <a:latin typeface="IBM Plex Sans Light"/>
                <a:ea typeface="+mn-ea"/>
                <a:cs typeface="+mn-cs"/>
              </a:endParaRPr>
            </a:p>
          </p:txBody>
        </p:sp>
        <p:pic>
          <p:nvPicPr>
            <p:cNvPr id="86" name="Graphic 85">
              <a:extLst>
                <a:ext uri="{FF2B5EF4-FFF2-40B4-BE49-F238E27FC236}">
                  <a16:creationId xmlns:a16="http://schemas.microsoft.com/office/drawing/2014/main" id="{1DBB4C0A-A255-733A-BFF7-CA06EF205F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51410" y="2488669"/>
              <a:ext cx="295057" cy="295057"/>
            </a:xfrm>
            <a:prstGeom prst="rect">
              <a:avLst/>
            </a:prstGeom>
          </p:spPr>
        </p:pic>
      </p:grpSp>
    </p:spTree>
    <p:extLst>
      <p:ext uri="{BB962C8B-B14F-4D97-AF65-F5344CB8AC3E}">
        <p14:creationId xmlns:p14="http://schemas.microsoft.com/office/powerpoint/2010/main" val="2615139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0">
            <a:extLst>
              <a:ext uri="{FF2B5EF4-FFF2-40B4-BE49-F238E27FC236}">
                <a16:creationId xmlns:a16="http://schemas.microsoft.com/office/drawing/2014/main" id="{62549738-2741-27F1-1FF9-48EA00536F98}"/>
              </a:ext>
            </a:extLst>
          </p:cNvPr>
          <p:cNvSpPr txBox="1">
            <a:spLocks/>
          </p:cNvSpPr>
          <p:nvPr/>
        </p:nvSpPr>
        <p:spPr>
          <a:xfrm>
            <a:off x="431800" y="4995071"/>
            <a:ext cx="745066" cy="486701"/>
          </a:xfrm>
          <a:prstGeom prst="rect">
            <a:avLst/>
          </a:prstGeom>
          <a:solidFill>
            <a:srgbClr val="4D5BE1"/>
          </a:solidFill>
          <a:ln>
            <a:solidFill>
              <a:srgbClr val="4D5BE1"/>
            </a:solidFill>
          </a:ln>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100" b="1" i="0" u="none" strike="noStrike" kern="1200" cap="none" spc="0" normalizeH="0" baseline="0" noProof="0" dirty="0">
                <a:ln>
                  <a:noFill/>
                </a:ln>
                <a:solidFill>
                  <a:prstClr val="white"/>
                </a:solidFill>
                <a:effectLst/>
                <a:uLnTx/>
                <a:uFillTx/>
                <a:latin typeface="Arial"/>
                <a:ea typeface="+mn-ea"/>
                <a:cs typeface="+mn-cs"/>
              </a:rPr>
              <a:t>Kickoff</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white"/>
                </a:solidFill>
                <a:effectLst/>
                <a:uLnTx/>
                <a:uFillTx/>
                <a:latin typeface="Arial"/>
                <a:ea typeface="+mn-ea"/>
                <a:cs typeface="+mn-cs"/>
              </a:rPr>
              <a:t>t0</a:t>
            </a:r>
            <a:endParaRPr kumimoji="0" lang="en-US" sz="1100" b="1" i="0" u="none" strike="noStrike" kern="1200" cap="none" spc="0" normalizeH="0" baseline="0" noProof="0" dirty="0">
              <a:ln>
                <a:noFill/>
              </a:ln>
              <a:solidFill>
                <a:prstClr val="white"/>
              </a:solidFill>
              <a:effectLst/>
              <a:uLnTx/>
              <a:uFillTx/>
              <a:latin typeface="Arial"/>
              <a:ea typeface="+mn-ea"/>
              <a:cs typeface="+mn-cs"/>
            </a:endParaRPr>
          </a:p>
        </p:txBody>
      </p:sp>
      <p:sp>
        <p:nvSpPr>
          <p:cNvPr id="17" name="Text Placeholder 10">
            <a:extLst>
              <a:ext uri="{FF2B5EF4-FFF2-40B4-BE49-F238E27FC236}">
                <a16:creationId xmlns:a16="http://schemas.microsoft.com/office/drawing/2014/main" id="{C7FD5382-9319-7806-EEC3-8022A5B48E75}"/>
              </a:ext>
            </a:extLst>
          </p:cNvPr>
          <p:cNvSpPr txBox="1">
            <a:spLocks/>
          </p:cNvSpPr>
          <p:nvPr/>
        </p:nvSpPr>
        <p:spPr>
          <a:xfrm>
            <a:off x="2325949" y="4661370"/>
            <a:ext cx="1195548" cy="667998"/>
          </a:xfrm>
          <a:prstGeom prst="rect">
            <a:avLst/>
          </a:prstGeom>
          <a:solidFill>
            <a:srgbClr val="4D5BE1"/>
          </a:solidFill>
          <a:ln>
            <a:solidFill>
              <a:srgbClr val="4D5BE1"/>
            </a:solidFill>
          </a:ln>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100" b="1" i="0" u="none" strike="noStrike" kern="1200" cap="none" spc="0" normalizeH="0" baseline="0" noProof="0" dirty="0">
                <a:ln>
                  <a:noFill/>
                </a:ln>
                <a:solidFill>
                  <a:prstClr val="white"/>
                </a:solidFill>
                <a:effectLst/>
                <a:uLnTx/>
                <a:uFillTx/>
                <a:latin typeface="Arial"/>
                <a:ea typeface="+mn-ea"/>
                <a:cs typeface="+mn-cs"/>
              </a:rPr>
              <a:t>Environment provisioning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white"/>
                </a:solidFill>
                <a:effectLst/>
                <a:uLnTx/>
                <a:uFillTx/>
                <a:latin typeface="Arial"/>
                <a:ea typeface="+mn-ea"/>
                <a:cs typeface="+mn-cs"/>
              </a:rPr>
              <a:t>t0 + 1 week</a:t>
            </a:r>
          </a:p>
        </p:txBody>
      </p:sp>
      <p:sp>
        <p:nvSpPr>
          <p:cNvPr id="18" name="Text Placeholder 10">
            <a:extLst>
              <a:ext uri="{FF2B5EF4-FFF2-40B4-BE49-F238E27FC236}">
                <a16:creationId xmlns:a16="http://schemas.microsoft.com/office/drawing/2014/main" id="{D08FE354-EE64-0777-B1F7-AAF72E30A344}"/>
              </a:ext>
            </a:extLst>
          </p:cNvPr>
          <p:cNvSpPr txBox="1">
            <a:spLocks/>
          </p:cNvSpPr>
          <p:nvPr/>
        </p:nvSpPr>
        <p:spPr>
          <a:xfrm>
            <a:off x="4393733" y="5079249"/>
            <a:ext cx="1332808" cy="667997"/>
          </a:xfrm>
          <a:prstGeom prst="rect">
            <a:avLst/>
          </a:prstGeom>
          <a:solidFill>
            <a:srgbClr val="4D5BE1"/>
          </a:solidFill>
          <a:ln>
            <a:solidFill>
              <a:srgbClr val="4D5BE1"/>
            </a:solidFill>
          </a:ln>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100" b="1" i="0" u="none" strike="noStrike" kern="1200" cap="none" spc="0" normalizeH="0" baseline="0" noProof="0" dirty="0">
                <a:ln>
                  <a:noFill/>
                </a:ln>
                <a:solidFill>
                  <a:prstClr val="white"/>
                </a:solidFill>
                <a:effectLst/>
                <a:uLnTx/>
                <a:uFillTx/>
                <a:latin typeface="Arial"/>
                <a:ea typeface="+mn-ea"/>
                <a:cs typeface="+mn-cs"/>
              </a:rPr>
              <a:t>ROM Proposal &amp; draft estimates</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white"/>
                </a:solidFill>
                <a:effectLst/>
                <a:uLnTx/>
                <a:uFillTx/>
                <a:latin typeface="Arial"/>
                <a:ea typeface="+mn-ea"/>
                <a:cs typeface="+mn-cs"/>
              </a:rPr>
              <a:t>t0 + 2 weeks</a:t>
            </a:r>
          </a:p>
        </p:txBody>
      </p:sp>
      <p:sp>
        <p:nvSpPr>
          <p:cNvPr id="19" name="Text Placeholder 10">
            <a:extLst>
              <a:ext uri="{FF2B5EF4-FFF2-40B4-BE49-F238E27FC236}">
                <a16:creationId xmlns:a16="http://schemas.microsoft.com/office/drawing/2014/main" id="{0EC814DF-72A2-9947-3CE1-F286DB47B1F6}"/>
              </a:ext>
            </a:extLst>
          </p:cNvPr>
          <p:cNvSpPr txBox="1">
            <a:spLocks/>
          </p:cNvSpPr>
          <p:nvPr/>
        </p:nvSpPr>
        <p:spPr>
          <a:xfrm>
            <a:off x="6576756" y="3829136"/>
            <a:ext cx="1186179" cy="689510"/>
          </a:xfrm>
          <a:prstGeom prst="rect">
            <a:avLst/>
          </a:prstGeom>
          <a:solidFill>
            <a:srgbClr val="4D5BE1"/>
          </a:solidFill>
          <a:ln>
            <a:solidFill>
              <a:srgbClr val="4D5BE1"/>
            </a:solidFill>
          </a:ln>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100" b="1" i="0" u="none" strike="noStrike" kern="1200" cap="none" spc="0" normalizeH="0" baseline="0" noProof="0" dirty="0">
                <a:ln>
                  <a:noFill/>
                </a:ln>
                <a:solidFill>
                  <a:prstClr val="white"/>
                </a:solidFill>
                <a:effectLst/>
                <a:uLnTx/>
                <a:uFillTx/>
                <a:latin typeface="Arial"/>
                <a:ea typeface="+mn-ea"/>
                <a:cs typeface="+mn-cs"/>
              </a:rPr>
              <a:t>Final Proposal with estimates</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white"/>
                </a:solidFill>
                <a:effectLst/>
                <a:uLnTx/>
                <a:uFillTx/>
                <a:latin typeface="Arial"/>
                <a:ea typeface="+mn-ea"/>
                <a:cs typeface="+mn-cs"/>
              </a:rPr>
              <a:t>t0 + 3 weeks</a:t>
            </a:r>
            <a:endParaRPr kumimoji="0" lang="en-US" sz="5400" b="1" i="0" u="none" strike="noStrike" kern="1200" cap="none" spc="0" normalizeH="0" baseline="0" noProof="0" dirty="0">
              <a:ln>
                <a:noFill/>
              </a:ln>
              <a:solidFill>
                <a:prstClr val="white"/>
              </a:solidFill>
              <a:effectLst/>
              <a:uLnTx/>
              <a:uFillTx/>
              <a:latin typeface="Arial"/>
              <a:ea typeface="+mn-ea"/>
              <a:cs typeface="+mn-cs"/>
            </a:endParaRPr>
          </a:p>
        </p:txBody>
      </p:sp>
      <p:sp>
        <p:nvSpPr>
          <p:cNvPr id="20" name="Text Placeholder 10">
            <a:extLst>
              <a:ext uri="{FF2B5EF4-FFF2-40B4-BE49-F238E27FC236}">
                <a16:creationId xmlns:a16="http://schemas.microsoft.com/office/drawing/2014/main" id="{ED3B8AC6-B63E-340D-33B5-CA6390740501}"/>
              </a:ext>
            </a:extLst>
          </p:cNvPr>
          <p:cNvSpPr txBox="1">
            <a:spLocks/>
          </p:cNvSpPr>
          <p:nvPr/>
        </p:nvSpPr>
        <p:spPr>
          <a:xfrm>
            <a:off x="8706265" y="3629951"/>
            <a:ext cx="1186179" cy="500977"/>
          </a:xfrm>
          <a:prstGeom prst="rect">
            <a:avLst/>
          </a:prstGeom>
          <a:solidFill>
            <a:srgbClr val="4D5BE1"/>
          </a:solidFill>
          <a:ln>
            <a:solidFill>
              <a:srgbClr val="4D5BE1"/>
            </a:solidFill>
          </a:ln>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100" b="1" i="0" u="none" strike="noStrike" kern="1200" cap="none" spc="0" normalizeH="0" baseline="0" noProof="0" dirty="0">
                <a:ln>
                  <a:noFill/>
                </a:ln>
                <a:solidFill>
                  <a:prstClr val="white"/>
                </a:solidFill>
                <a:effectLst/>
                <a:uLnTx/>
                <a:uFillTx/>
                <a:latin typeface="Arial"/>
                <a:ea typeface="+mn-ea"/>
                <a:cs typeface="+mn-cs"/>
              </a:rPr>
              <a:t>SOW</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white"/>
                </a:solidFill>
                <a:effectLst/>
                <a:uLnTx/>
                <a:uFillTx/>
                <a:latin typeface="Arial"/>
                <a:ea typeface="+mn-ea"/>
                <a:cs typeface="+mn-cs"/>
              </a:rPr>
              <a:t>t0 + 4 weeks</a:t>
            </a:r>
          </a:p>
        </p:txBody>
      </p:sp>
      <p:grpSp>
        <p:nvGrpSpPr>
          <p:cNvPr id="21" name="Group 20">
            <a:extLst>
              <a:ext uri="{FF2B5EF4-FFF2-40B4-BE49-F238E27FC236}">
                <a16:creationId xmlns:a16="http://schemas.microsoft.com/office/drawing/2014/main" id="{63B87FE3-1AFC-B0BC-5FB3-D8264D91D433}"/>
              </a:ext>
              <a:ext uri="{C183D7F6-B498-43B3-948B-1728B52AA6E4}">
                <adec:decorative xmlns:adec="http://schemas.microsoft.com/office/drawing/2017/decorative" val="1"/>
              </a:ext>
            </a:extLst>
          </p:cNvPr>
          <p:cNvGrpSpPr/>
          <p:nvPr/>
        </p:nvGrpSpPr>
        <p:grpSpPr>
          <a:xfrm>
            <a:off x="700708" y="2102093"/>
            <a:ext cx="10816491" cy="2977795"/>
            <a:chOff x="700708" y="2352259"/>
            <a:chExt cx="10816491" cy="2977795"/>
          </a:xfrm>
        </p:grpSpPr>
        <p:cxnSp>
          <p:nvCxnSpPr>
            <p:cNvPr id="22" name="Straight Connector 21">
              <a:extLst>
                <a:ext uri="{FF2B5EF4-FFF2-40B4-BE49-F238E27FC236}">
                  <a16:creationId xmlns:a16="http://schemas.microsoft.com/office/drawing/2014/main" id="{747C14EB-3DEC-28AE-9A4A-EE8FD678A238}"/>
                </a:ext>
              </a:extLst>
            </p:cNvPr>
            <p:cNvCxnSpPr/>
            <p:nvPr/>
          </p:nvCxnSpPr>
          <p:spPr>
            <a:xfrm flipV="1">
              <a:off x="774192" y="2451652"/>
              <a:ext cx="10643616" cy="0"/>
            </a:xfrm>
            <a:prstGeom prst="line">
              <a:avLst/>
            </a:prstGeom>
            <a:ln w="41275">
              <a:solidFill>
                <a:srgbClr val="4D5BE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CF97929-E7D5-A23E-3ED7-6E6DBD5554ED}"/>
                </a:ext>
              </a:extLst>
            </p:cNvPr>
            <p:cNvCxnSpPr>
              <a:cxnSpLocks/>
              <a:endCxn id="32" idx="0"/>
            </p:cNvCxnSpPr>
            <p:nvPr/>
          </p:nvCxnSpPr>
          <p:spPr>
            <a:xfrm>
              <a:off x="800895" y="2451650"/>
              <a:ext cx="2637" cy="2598843"/>
            </a:xfrm>
            <a:prstGeom prst="line">
              <a:avLst/>
            </a:prstGeom>
            <a:ln w="19050">
              <a:solidFill>
                <a:srgbClr val="4D5BE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562161-FEB7-D3BD-4232-F6C3488415A1}"/>
                </a:ext>
              </a:extLst>
            </p:cNvPr>
            <p:cNvCxnSpPr>
              <a:cxnSpLocks/>
              <a:endCxn id="33" idx="0"/>
            </p:cNvCxnSpPr>
            <p:nvPr/>
          </p:nvCxnSpPr>
          <p:spPr>
            <a:xfrm flipH="1">
              <a:off x="2917049" y="2528842"/>
              <a:ext cx="6193" cy="2175130"/>
            </a:xfrm>
            <a:prstGeom prst="line">
              <a:avLst/>
            </a:prstGeom>
            <a:ln w="19050">
              <a:solidFill>
                <a:srgbClr val="4D5BE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6F68E6A-F85C-D18C-97FB-FC7E8654902F}"/>
                </a:ext>
              </a:extLst>
            </p:cNvPr>
            <p:cNvCxnSpPr>
              <a:cxnSpLocks/>
            </p:cNvCxnSpPr>
            <p:nvPr/>
          </p:nvCxnSpPr>
          <p:spPr>
            <a:xfrm>
              <a:off x="7166344" y="2473203"/>
              <a:ext cx="2404" cy="1404946"/>
            </a:xfrm>
            <a:prstGeom prst="line">
              <a:avLst/>
            </a:prstGeom>
            <a:ln w="19050">
              <a:solidFill>
                <a:srgbClr val="4D5BE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2C1006-4E53-1031-E22F-B497EBF5B0B7}"/>
                </a:ext>
              </a:extLst>
            </p:cNvPr>
            <p:cNvCxnSpPr>
              <a:cxnSpLocks/>
            </p:cNvCxnSpPr>
            <p:nvPr/>
          </p:nvCxnSpPr>
          <p:spPr>
            <a:xfrm>
              <a:off x="9287099" y="2447199"/>
              <a:ext cx="2067" cy="1226730"/>
            </a:xfrm>
            <a:prstGeom prst="line">
              <a:avLst/>
            </a:prstGeom>
            <a:ln w="19050">
              <a:solidFill>
                <a:srgbClr val="4D5BE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D9E3E923-56C8-A129-224B-DC30AFD89C14}"/>
                </a:ext>
              </a:extLst>
            </p:cNvPr>
            <p:cNvSpPr/>
            <p:nvPr/>
          </p:nvSpPr>
          <p:spPr>
            <a:xfrm>
              <a:off x="704140" y="5050493"/>
              <a:ext cx="198783" cy="198783"/>
            </a:xfrm>
            <a:prstGeom prst="ellipse">
              <a:avLst/>
            </a:prstGeom>
            <a:noFill/>
            <a:ln>
              <a:solidFill>
                <a:srgbClr val="4D5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D4822291-4D04-54BA-0ABE-C45565DE29C6}"/>
                </a:ext>
              </a:extLst>
            </p:cNvPr>
            <p:cNvSpPr/>
            <p:nvPr/>
          </p:nvSpPr>
          <p:spPr>
            <a:xfrm>
              <a:off x="2817657" y="4703972"/>
              <a:ext cx="198783" cy="198783"/>
            </a:xfrm>
            <a:prstGeom prst="ellipse">
              <a:avLst/>
            </a:prstGeom>
            <a:noFill/>
            <a:ln>
              <a:solidFill>
                <a:srgbClr val="4D5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E79CBEAE-A304-230F-AD63-F46FAE600067}"/>
                </a:ext>
              </a:extLst>
            </p:cNvPr>
            <p:cNvSpPr/>
            <p:nvPr/>
          </p:nvSpPr>
          <p:spPr>
            <a:xfrm>
              <a:off x="9194875" y="3679366"/>
              <a:ext cx="198783" cy="198783"/>
            </a:xfrm>
            <a:prstGeom prst="ellipse">
              <a:avLst/>
            </a:prstGeom>
            <a:noFill/>
            <a:ln>
              <a:solidFill>
                <a:srgbClr val="4D5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7" name="Straight Connector 36">
              <a:extLst>
                <a:ext uri="{FF2B5EF4-FFF2-40B4-BE49-F238E27FC236}">
                  <a16:creationId xmlns:a16="http://schemas.microsoft.com/office/drawing/2014/main" id="{02B754B1-A459-4282-EAB7-14E0F5F54DD3}"/>
                </a:ext>
              </a:extLst>
            </p:cNvPr>
            <p:cNvCxnSpPr>
              <a:cxnSpLocks/>
              <a:stCxn id="36" idx="4"/>
              <a:endCxn id="38" idx="0"/>
            </p:cNvCxnSpPr>
            <p:nvPr/>
          </p:nvCxnSpPr>
          <p:spPr>
            <a:xfrm flipH="1">
              <a:off x="5043997" y="2562474"/>
              <a:ext cx="3187" cy="2568797"/>
            </a:xfrm>
            <a:prstGeom prst="line">
              <a:avLst/>
            </a:prstGeom>
            <a:ln w="19050">
              <a:solidFill>
                <a:srgbClr val="4D5BE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3B1BC866-86F6-13A0-4293-49E8B5D11A28}"/>
                </a:ext>
              </a:extLst>
            </p:cNvPr>
            <p:cNvSpPr/>
            <p:nvPr/>
          </p:nvSpPr>
          <p:spPr>
            <a:xfrm>
              <a:off x="4944605" y="5131271"/>
              <a:ext cx="198783" cy="198783"/>
            </a:xfrm>
            <a:prstGeom prst="ellipse">
              <a:avLst/>
            </a:prstGeom>
            <a:noFill/>
            <a:ln>
              <a:solidFill>
                <a:srgbClr val="4D5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2ED2F543-F441-5121-6C48-9E904DF72BFC}"/>
                </a:ext>
              </a:extLst>
            </p:cNvPr>
            <p:cNvSpPr/>
            <p:nvPr/>
          </p:nvSpPr>
          <p:spPr>
            <a:xfrm>
              <a:off x="700708" y="2355117"/>
              <a:ext cx="198783" cy="198783"/>
            </a:xfrm>
            <a:prstGeom prst="ellipse">
              <a:avLst/>
            </a:prstGeom>
            <a:solidFill>
              <a:srgbClr val="4D5BE1"/>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02C4BE83-5FCE-EE43-01B4-305D984DD87E}"/>
                </a:ext>
              </a:extLst>
            </p:cNvPr>
            <p:cNvSpPr/>
            <p:nvPr/>
          </p:nvSpPr>
          <p:spPr>
            <a:xfrm>
              <a:off x="11318416" y="2352259"/>
              <a:ext cx="198783" cy="198783"/>
            </a:xfrm>
            <a:prstGeom prst="ellipse">
              <a:avLst/>
            </a:prstGeom>
            <a:solidFill>
              <a:srgbClr val="4D5BE1"/>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5D5387BB-F8B9-EFAC-E5EE-6325393348ED}"/>
                </a:ext>
              </a:extLst>
            </p:cNvPr>
            <p:cNvSpPr/>
            <p:nvPr/>
          </p:nvSpPr>
          <p:spPr>
            <a:xfrm>
              <a:off x="2824250" y="2360833"/>
              <a:ext cx="198783" cy="198783"/>
            </a:xfrm>
            <a:prstGeom prst="ellipse">
              <a:avLst/>
            </a:prstGeom>
            <a:solidFill>
              <a:srgbClr val="4D5BE1"/>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142C6A75-3C81-9F95-94F6-A1C9353DF9E0}"/>
                </a:ext>
              </a:extLst>
            </p:cNvPr>
            <p:cNvSpPr/>
            <p:nvPr/>
          </p:nvSpPr>
          <p:spPr>
            <a:xfrm>
              <a:off x="7071334" y="2366548"/>
              <a:ext cx="198783" cy="198783"/>
            </a:xfrm>
            <a:prstGeom prst="ellipse">
              <a:avLst/>
            </a:prstGeom>
            <a:solidFill>
              <a:srgbClr val="4D5BE1"/>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17EEED74-56E0-0D19-482E-3AB7282AFA59}"/>
                </a:ext>
              </a:extLst>
            </p:cNvPr>
            <p:cNvSpPr/>
            <p:nvPr/>
          </p:nvSpPr>
          <p:spPr>
            <a:xfrm>
              <a:off x="9194876" y="2357975"/>
              <a:ext cx="198783" cy="198783"/>
            </a:xfrm>
            <a:prstGeom prst="ellipse">
              <a:avLst/>
            </a:prstGeom>
            <a:solidFill>
              <a:srgbClr val="4D5BE1"/>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A541E653-6DAF-BEDA-AE71-53A413D64B74}"/>
                </a:ext>
              </a:extLst>
            </p:cNvPr>
            <p:cNvSpPr/>
            <p:nvPr/>
          </p:nvSpPr>
          <p:spPr>
            <a:xfrm>
              <a:off x="4947792" y="2363691"/>
              <a:ext cx="198783" cy="198783"/>
            </a:xfrm>
            <a:prstGeom prst="ellipse">
              <a:avLst/>
            </a:prstGeom>
            <a:solidFill>
              <a:srgbClr val="4D5BE1"/>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91F3F709-8E43-E3ED-13A5-35E64E884B66}"/>
                </a:ext>
              </a:extLst>
            </p:cNvPr>
            <p:cNvSpPr/>
            <p:nvPr/>
          </p:nvSpPr>
          <p:spPr>
            <a:xfrm>
              <a:off x="7072903" y="3883629"/>
              <a:ext cx="198783" cy="198783"/>
            </a:xfrm>
            <a:prstGeom prst="ellipse">
              <a:avLst/>
            </a:prstGeom>
            <a:noFill/>
            <a:ln>
              <a:solidFill>
                <a:srgbClr val="4D5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8" name="Title 1">
            <a:extLst>
              <a:ext uri="{FF2B5EF4-FFF2-40B4-BE49-F238E27FC236}">
                <a16:creationId xmlns:a16="http://schemas.microsoft.com/office/drawing/2014/main" id="{75CD37D6-0AC6-804E-ED08-E7D0D390894E}"/>
              </a:ext>
            </a:extLst>
          </p:cNvPr>
          <p:cNvSpPr txBox="1">
            <a:spLocks/>
          </p:cNvSpPr>
          <p:nvPr/>
        </p:nvSpPr>
        <p:spPr>
          <a:xfrm>
            <a:off x="791022" y="106035"/>
            <a:ext cx="10643616" cy="71727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baseline="0">
                <a:solidFill>
                  <a:schemeClr val="tx2"/>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all" spc="0" normalizeH="0" baseline="0" noProof="0" dirty="0">
                <a:ln>
                  <a:noFill/>
                </a:ln>
                <a:solidFill>
                  <a:srgbClr val="4D5BE1"/>
                </a:solidFill>
                <a:effectLst/>
                <a:uLnTx/>
                <a:uFillTx/>
                <a:latin typeface="Century Gothic"/>
                <a:ea typeface="+mj-ea"/>
                <a:cs typeface="+mj-cs"/>
              </a:rPr>
              <a:t>Proposal PLAN - LegacyDB to Cloud Data Platform Migration</a:t>
            </a:r>
          </a:p>
        </p:txBody>
      </p:sp>
      <p:sp>
        <p:nvSpPr>
          <p:cNvPr id="60" name="Text Placeholder 8">
            <a:extLst>
              <a:ext uri="{FF2B5EF4-FFF2-40B4-BE49-F238E27FC236}">
                <a16:creationId xmlns:a16="http://schemas.microsoft.com/office/drawing/2014/main" id="{80CA4382-CF94-12BE-AD46-BFE3F2739261}"/>
              </a:ext>
            </a:extLst>
          </p:cNvPr>
          <p:cNvSpPr txBox="1">
            <a:spLocks/>
          </p:cNvSpPr>
          <p:nvPr/>
        </p:nvSpPr>
        <p:spPr>
          <a:xfrm>
            <a:off x="810732" y="2299112"/>
            <a:ext cx="1554480" cy="2301876"/>
          </a:xfrm>
          <a:prstGeom prst="rect">
            <a:avLst/>
          </a:prstGeom>
        </p:spPr>
        <p:txBody>
          <a:bodyPr vert="horz" lIns="91440" tIns="45720" rIns="91440" bIns="45720" rtlCol="0">
            <a:noAutofit/>
          </a:bodyPr>
          <a:lstStyle>
            <a:lvl1pPr marL="0" indent="0" algn="l" defTabSz="914400" rtl="0" eaLnBrk="1" latinLnBrk="0" hangingPunct="1">
              <a:lnSpc>
                <a:spcPts val="1500"/>
              </a:lnSpc>
              <a:spcBef>
                <a:spcPts val="0"/>
              </a:spcBef>
              <a:buFont typeface="Arial" panose="020B0604020202020204" pitchFamily="34" charset="0"/>
              <a:buNone/>
              <a:defRPr sz="1200" b="0" kern="1200" spc="0" baseline="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4D5BE1"/>
                </a:solidFill>
                <a:effectLst/>
                <a:uLnTx/>
                <a:uFillTx/>
                <a:latin typeface="Arial"/>
                <a:ea typeface="+mn-ea"/>
                <a:cs typeface="+mn-cs"/>
              </a:rPr>
              <a:t>Feasibility Study</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Obtaining the inventory (#Of Files, DB Objects, Reports)</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Obtaining access to LegacyDB and Reports for high level analysis </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Validating the inventory and understanding</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Onboarding of 2-3 TechPartner resources</a:t>
            </a:r>
          </a:p>
        </p:txBody>
      </p:sp>
      <p:sp>
        <p:nvSpPr>
          <p:cNvPr id="61" name="Text Placeholder 9">
            <a:extLst>
              <a:ext uri="{FF2B5EF4-FFF2-40B4-BE49-F238E27FC236}">
                <a16:creationId xmlns:a16="http://schemas.microsoft.com/office/drawing/2014/main" id="{63EC023E-7760-92EC-49C9-2A9307525185}"/>
              </a:ext>
            </a:extLst>
          </p:cNvPr>
          <p:cNvSpPr txBox="1">
            <a:spLocks/>
          </p:cNvSpPr>
          <p:nvPr/>
        </p:nvSpPr>
        <p:spPr>
          <a:xfrm>
            <a:off x="2922710" y="2299111"/>
            <a:ext cx="1554480" cy="2257966"/>
          </a:xfrm>
          <a:prstGeom prst="rect">
            <a:avLst/>
          </a:prstGeom>
        </p:spPr>
        <p:txBody>
          <a:bodyPr vert="horz" lIns="91440" tIns="45720" rIns="91440" bIns="45720" rtlCol="0">
            <a:noAutofit/>
          </a:bodyPr>
          <a:lstStyle>
            <a:lvl1pPr marL="0" indent="0" algn="l" defTabSz="914400" rtl="0" eaLnBrk="1" latinLnBrk="0" hangingPunct="1">
              <a:lnSpc>
                <a:spcPts val="1500"/>
              </a:lnSpc>
              <a:spcBef>
                <a:spcPts val="0"/>
              </a:spcBef>
              <a:buFont typeface="Arial" panose="020B0604020202020204" pitchFamily="34" charset="0"/>
              <a:buNone/>
              <a:defRPr sz="1200" b="0" kern="1200" spc="0" baseline="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4D5BE1"/>
                </a:solidFill>
                <a:effectLst/>
                <a:uLnTx/>
                <a:uFillTx/>
                <a:latin typeface="Arial"/>
                <a:ea typeface="+mn-ea"/>
                <a:cs typeface="+mn-cs"/>
              </a:rPr>
              <a:t>Deployment</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Deployment of TechPartner DMA asset (part of larger ICA Deployment) into GBC environment</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Agree with access mechanism (SSO for GBC and TechPartner access) and implementation</a:t>
            </a:r>
          </a:p>
        </p:txBody>
      </p:sp>
      <p:sp>
        <p:nvSpPr>
          <p:cNvPr id="62" name="Text Placeholder 27">
            <a:extLst>
              <a:ext uri="{FF2B5EF4-FFF2-40B4-BE49-F238E27FC236}">
                <a16:creationId xmlns:a16="http://schemas.microsoft.com/office/drawing/2014/main" id="{2E733F48-8FA7-8671-0100-C3C6ED01FF96}"/>
              </a:ext>
            </a:extLst>
          </p:cNvPr>
          <p:cNvSpPr txBox="1">
            <a:spLocks/>
          </p:cNvSpPr>
          <p:nvPr/>
        </p:nvSpPr>
        <p:spPr>
          <a:xfrm>
            <a:off x="5047073" y="2299111"/>
            <a:ext cx="1578092" cy="2371186"/>
          </a:xfrm>
          <a:prstGeom prst="rect">
            <a:avLst/>
          </a:prstGeom>
        </p:spPr>
        <p:txBody>
          <a:bodyPr vert="horz" lIns="91440" tIns="45720" rIns="91440" bIns="45720" rtlCol="0">
            <a:noAutofit/>
          </a:bodyPr>
          <a:lstStyle>
            <a:lvl1pPr marL="0" indent="0" algn="l" defTabSz="914400" rtl="0" eaLnBrk="1" latinLnBrk="0" hangingPunct="1">
              <a:lnSpc>
                <a:spcPts val="1500"/>
              </a:lnSpc>
              <a:spcBef>
                <a:spcPts val="0"/>
              </a:spcBef>
              <a:buFont typeface="Arial" panose="020B0604020202020204" pitchFamily="34" charset="0"/>
              <a:buNone/>
              <a:defRPr sz="1200" b="0" kern="1200" spc="0" baseline="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4D5BE1"/>
                </a:solidFill>
                <a:effectLst/>
                <a:uLnTx/>
                <a:uFillTx/>
                <a:latin typeface="Arial"/>
                <a:ea typeface="+mn-ea"/>
                <a:cs typeface="+mn-cs"/>
              </a:rPr>
              <a:t>PoC</a:t>
            </a:r>
            <a:r>
              <a:rPr kumimoji="0" lang="en-US" sz="1000" b="0" i="0" u="none" strike="noStrike" kern="1200" cap="none" spc="0" normalizeH="0" baseline="0" noProof="0" dirty="0">
                <a:ln>
                  <a:noFill/>
                </a:ln>
                <a:solidFill>
                  <a:srgbClr val="4D5BE1"/>
                </a:solidFill>
                <a:effectLst/>
                <a:uLnTx/>
                <a:uFillTx/>
                <a:latin typeface="Arial"/>
                <a:ea typeface="+mn-ea"/>
                <a:cs typeface="+mn-cs"/>
              </a:rPr>
              <a:t> </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DBT Project setup for Sigma Datamart</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Access provided to TechPartner resources</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End-to-End conversion including data recon for 2 candidate Stored Proc</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Re-pointing / Refactoring of one PBI sematic layer &amp; report</a:t>
            </a:r>
          </a:p>
        </p:txBody>
      </p:sp>
      <p:sp>
        <p:nvSpPr>
          <p:cNvPr id="63" name="Text Placeholder 62">
            <a:extLst>
              <a:ext uri="{FF2B5EF4-FFF2-40B4-BE49-F238E27FC236}">
                <a16:creationId xmlns:a16="http://schemas.microsoft.com/office/drawing/2014/main" id="{DE04D261-08D4-88AD-7DD1-6B67576C0E24}"/>
              </a:ext>
            </a:extLst>
          </p:cNvPr>
          <p:cNvSpPr txBox="1">
            <a:spLocks/>
          </p:cNvSpPr>
          <p:nvPr/>
        </p:nvSpPr>
        <p:spPr>
          <a:xfrm>
            <a:off x="7168748" y="2297838"/>
            <a:ext cx="1554480" cy="839183"/>
          </a:xfrm>
          <a:prstGeom prst="rect">
            <a:avLst/>
          </a:prstGeom>
        </p:spPr>
        <p:txBody>
          <a:bodyPr vert="horz" lIns="91440" tIns="45720" rIns="91440" bIns="45720" rtlCol="0">
            <a:noAutofit/>
          </a:bodyPr>
          <a:lstStyle>
            <a:lvl1pPr marL="0" indent="0" algn="l" defTabSz="914400" rtl="0" eaLnBrk="1" latinLnBrk="0" hangingPunct="1">
              <a:lnSpc>
                <a:spcPts val="1500"/>
              </a:lnSpc>
              <a:spcBef>
                <a:spcPts val="0"/>
              </a:spcBef>
              <a:buFont typeface="Arial" panose="020B0604020202020204" pitchFamily="34" charset="0"/>
              <a:buNone/>
              <a:defRPr sz="1200" b="0" kern="1200" spc="0" baseline="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4D5BE1"/>
                </a:solidFill>
                <a:effectLst/>
                <a:uLnTx/>
                <a:uFillTx/>
                <a:latin typeface="Arial"/>
                <a:ea typeface="+mn-ea"/>
                <a:cs typeface="+mn-cs"/>
              </a:rPr>
              <a:t>Engagement</a:t>
            </a:r>
            <a:r>
              <a:rPr kumimoji="0" lang="en-US" sz="1000" b="0" i="0" u="none" strike="noStrike" kern="1200" cap="none" spc="0" normalizeH="0" baseline="0" noProof="0" dirty="0">
                <a:ln>
                  <a:noFill/>
                </a:ln>
                <a:solidFill>
                  <a:srgbClr val="4D5BE1"/>
                </a:solidFill>
                <a:effectLst/>
                <a:uLnTx/>
                <a:uFillTx/>
                <a:latin typeface="Arial"/>
                <a:ea typeface="+mn-ea"/>
                <a:cs typeface="+mn-cs"/>
              </a:rPr>
              <a:t> </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Detailed Project Plan (workstream wise)</a:t>
            </a:r>
          </a:p>
          <a:p>
            <a:pPr marL="171450" marR="0" lvl="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D5BE1"/>
                </a:solidFill>
                <a:effectLst/>
                <a:uLnTx/>
                <a:uFillTx/>
                <a:latin typeface="Arial"/>
                <a:ea typeface="+mn-ea"/>
                <a:cs typeface="+mn-cs"/>
              </a:rPr>
              <a:t>Agree and Publish the plan for tracking</a:t>
            </a:r>
          </a:p>
        </p:txBody>
      </p:sp>
      <p:sp>
        <p:nvSpPr>
          <p:cNvPr id="64" name="Text Placeholder 62">
            <a:extLst>
              <a:ext uri="{FF2B5EF4-FFF2-40B4-BE49-F238E27FC236}">
                <a16:creationId xmlns:a16="http://schemas.microsoft.com/office/drawing/2014/main" id="{04DD223E-90A0-2226-F2E2-DE6D59CBE4AD}"/>
              </a:ext>
            </a:extLst>
          </p:cNvPr>
          <p:cNvSpPr txBox="1">
            <a:spLocks/>
          </p:cNvSpPr>
          <p:nvPr/>
        </p:nvSpPr>
        <p:spPr>
          <a:xfrm>
            <a:off x="9282218" y="2288998"/>
            <a:ext cx="1554480" cy="839183"/>
          </a:xfrm>
          <a:prstGeom prst="rect">
            <a:avLst/>
          </a:prstGeom>
        </p:spPr>
        <p:txBody>
          <a:bodyPr vert="horz" lIns="91440" tIns="45720" rIns="91440" bIns="45720" rtlCol="0">
            <a:noAutofit/>
          </a:bodyPr>
          <a:lstStyle>
            <a:lvl1pPr marL="0" indent="0" algn="l" defTabSz="914400" rtl="0" eaLnBrk="1" latinLnBrk="0" hangingPunct="1">
              <a:lnSpc>
                <a:spcPts val="1500"/>
              </a:lnSpc>
              <a:spcBef>
                <a:spcPts val="0"/>
              </a:spcBef>
              <a:buFont typeface="Arial" panose="020B0604020202020204" pitchFamily="34" charset="0"/>
              <a:buNone/>
              <a:defRPr sz="1200" b="0" kern="1200" spc="0" baseline="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4D5BE1"/>
                </a:solidFill>
                <a:effectLst/>
                <a:uLnTx/>
                <a:uFillTx/>
                <a:latin typeface="Arial"/>
                <a:ea typeface="+mn-ea"/>
                <a:cs typeface="+mn-cs"/>
              </a:rPr>
              <a:t>Execution</a:t>
            </a:r>
            <a:r>
              <a:rPr kumimoji="0" lang="en-US" sz="1000" b="0" i="0" u="none" strike="noStrike" kern="1200" cap="none" spc="0" normalizeH="0" baseline="0" noProof="0" dirty="0">
                <a:ln>
                  <a:noFill/>
                </a:ln>
                <a:solidFill>
                  <a:srgbClr val="4D5BE1"/>
                </a:solidFill>
                <a:effectLst/>
                <a:uLnTx/>
                <a:uFillTx/>
                <a:latin typeface="Arial"/>
                <a:ea typeface="+mn-ea"/>
                <a:cs typeface="+mn-cs"/>
              </a:rPr>
              <a:t> </a:t>
            </a:r>
          </a:p>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dirty="0">
              <a:ln>
                <a:noFill/>
              </a:ln>
              <a:solidFill>
                <a:srgbClr val="4D5BE1"/>
              </a:solidFill>
              <a:effectLst/>
              <a:uLnTx/>
              <a:uFillTx/>
              <a:latin typeface="Arial"/>
              <a:ea typeface="+mn-ea"/>
              <a:cs typeface="+mn-cs"/>
            </a:endParaRPr>
          </a:p>
        </p:txBody>
      </p:sp>
      <p:pic>
        <p:nvPicPr>
          <p:cNvPr id="4" name="Picture 2" descr="Image result for sprint diagram">
            <a:extLst>
              <a:ext uri="{FF2B5EF4-FFF2-40B4-BE49-F238E27FC236}">
                <a16:creationId xmlns:a16="http://schemas.microsoft.com/office/drawing/2014/main" id="{7768F928-EF68-EDDB-A458-E46324CD9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1000" y="2542287"/>
            <a:ext cx="1618237" cy="10788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218410E-855F-6956-BECE-1221096C7A19}"/>
              </a:ext>
            </a:extLst>
          </p:cNvPr>
          <p:cNvSpPr txBox="1"/>
          <p:nvPr/>
        </p:nvSpPr>
        <p:spPr>
          <a:xfrm>
            <a:off x="700708" y="1010285"/>
            <a:ext cx="10816490" cy="923330"/>
          </a:xfrm>
          <a:prstGeom prst="rect">
            <a:avLst/>
          </a:prstGeom>
          <a:solidFill>
            <a:schemeClr val="accent1">
              <a:lumMod val="40000"/>
              <a:lumOff val="60000"/>
            </a:schemeClr>
          </a:solidFill>
        </p:spPr>
        <p:txBody>
          <a:bodyPr wrap="square">
            <a:spAutoFit/>
          </a:bodyPr>
          <a:lstStyle/>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DEE5F4">
                    <a:lumMod val="25000"/>
                  </a:srgbClr>
                </a:solidFill>
                <a:effectLst/>
                <a:uLnTx/>
                <a:uFillTx/>
                <a:latin typeface="Arial"/>
                <a:ea typeface="+mn-ea"/>
                <a:cs typeface="+mn-cs"/>
              </a:rPr>
              <a:t>This plan outlines the key activities, milestones, and timelines from Discovery to Execution phases of the LegacyDB to cloud migration</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DEE5F4">
                    <a:lumMod val="25000"/>
                  </a:srgbClr>
                </a:solidFill>
                <a:effectLst/>
                <a:uLnTx/>
                <a:uFillTx/>
                <a:latin typeface="Arial"/>
                <a:ea typeface="+mn-ea"/>
                <a:cs typeface="+mn-cs"/>
              </a:rPr>
              <a:t>This plan assumes that Feasibility study happens offline while the rest of the phases will be executed on GlobalBank environment</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DEE5F4">
                    <a:lumMod val="25000"/>
                  </a:srgbClr>
                </a:solidFill>
                <a:effectLst/>
                <a:uLnTx/>
                <a:uFillTx/>
                <a:latin typeface="Arial"/>
                <a:ea typeface="+mn-ea"/>
                <a:cs typeface="+mn-cs"/>
              </a:rPr>
              <a:t>Assuming the team is onboarded on GlobalBank side with access provisioned by the Kick-off point (t0)</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DEE5F4">
                    <a:lumMod val="25000"/>
                  </a:srgbClr>
                </a:solidFill>
                <a:effectLst/>
                <a:uLnTx/>
                <a:uFillTx/>
                <a:latin typeface="Arial"/>
                <a:ea typeface="+mn-ea"/>
                <a:cs typeface="+mn-cs"/>
              </a:rPr>
              <a:t>Team will be based out of India locations using GlobalBank Cloud PC (CloudPC)</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DEE5F4">
                  <a:lumMod val="25000"/>
                </a:srgbClr>
              </a:solidFill>
              <a:effectLst/>
              <a:uLnTx/>
              <a:uFillTx/>
              <a:latin typeface="Arial"/>
              <a:ea typeface="+mn-ea"/>
              <a:cs typeface="+mn-cs"/>
            </a:endParaRPr>
          </a:p>
        </p:txBody>
      </p:sp>
      <p:sp>
        <p:nvSpPr>
          <p:cNvPr id="5" name="Slide Number Placeholder 3">
            <a:extLst>
              <a:ext uri="{FF2B5EF4-FFF2-40B4-BE49-F238E27FC236}">
                <a16:creationId xmlns:a16="http://schemas.microsoft.com/office/drawing/2014/main" id="{0DF5CE66-69BD-6738-167D-3FC934BBEC9A}"/>
              </a:ext>
            </a:extLst>
          </p:cNvPr>
          <p:cNvSpPr>
            <a:spLocks noGrp="1"/>
          </p:cNvSpPr>
          <p:nvPr>
            <p:ph type="sldNum" sz="quarter" idx="4"/>
          </p:nvPr>
        </p:nvSpPr>
        <p:spPr>
          <a:xfrm>
            <a:off x="3912543" y="6444209"/>
            <a:ext cx="2844800" cy="366183"/>
          </a:xfrm>
        </p:spPr>
        <p:txBody>
          <a:bodyPr/>
          <a:lstStyle/>
          <a:p>
            <a:pPr marL="0" marR="0" lvl="0" indent="0" algn="r" defTabSz="913992"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00" b="0" i="0" u="none" strike="noStrike" kern="1200" cap="none" spc="0" normalizeH="0" baseline="0" noProof="0">
                <a:ln>
                  <a:noFill/>
                </a:ln>
                <a:solidFill>
                  <a:prstClr val="white"/>
                </a:solidFill>
                <a:effectLst/>
                <a:uLnTx/>
                <a:uFillTx/>
                <a:latin typeface="IBM Plex Sans" panose="020B0503050203000203" pitchFamily="34" charset="0"/>
                <a:ea typeface="+mn-ea"/>
                <a:cs typeface="Arial" panose="020B0604020202020204" pitchFamily="34" charset="0"/>
              </a:rPr>
              <a:pPr marL="0" marR="0" lvl="0" indent="0" algn="r" defTabSz="913992"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dirty="0">
              <a:ln>
                <a:noFill/>
              </a:ln>
              <a:solidFill>
                <a:prstClr val="white"/>
              </a:solidFill>
              <a:effectLst/>
              <a:uLnTx/>
              <a:uFillTx/>
              <a:latin typeface="IBM Plex Sans" panose="020B0503050203000203" pitchFamily="34" charset="0"/>
              <a:ea typeface="+mn-ea"/>
              <a:cs typeface="Arial" panose="020B0604020202020204" pitchFamily="34" charset="0"/>
            </a:endParaRPr>
          </a:p>
        </p:txBody>
      </p:sp>
      <p:sp>
        <p:nvSpPr>
          <p:cNvPr id="7" name="Footer Placeholder 2">
            <a:extLst>
              <a:ext uri="{FF2B5EF4-FFF2-40B4-BE49-F238E27FC236}">
                <a16:creationId xmlns:a16="http://schemas.microsoft.com/office/drawing/2014/main" id="{2E30CC1A-2CD7-180A-3308-7DEE69F323B9}"/>
              </a:ext>
            </a:extLst>
          </p:cNvPr>
          <p:cNvSpPr>
            <a:spLocks noGrp="1"/>
          </p:cNvSpPr>
          <p:nvPr>
            <p:ph type="ftr" sz="quarter" idx="3"/>
          </p:nvPr>
        </p:nvSpPr>
        <p:spPr>
          <a:xfrm>
            <a:off x="6757343" y="6445390"/>
            <a:ext cx="521905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IBM Plex Sans" panose="020B0503050203000203" pitchFamily="34" charset="0"/>
                <a:ea typeface="+mn-ea"/>
                <a:cs typeface="+mn-cs"/>
              </a:rPr>
              <a:t>GlobalBank and TechPartner confidential   |    © 2025 TechPartner Inc </a:t>
            </a:r>
          </a:p>
        </p:txBody>
      </p:sp>
    </p:spTree>
    <p:extLst>
      <p:ext uri="{BB962C8B-B14F-4D97-AF65-F5344CB8AC3E}">
        <p14:creationId xmlns:p14="http://schemas.microsoft.com/office/powerpoint/2010/main" val="406568687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BM 2019 Master template (light gray background)">
  <a:themeElements>
    <a:clrScheme name="Custom 5">
      <a:dk1>
        <a:srgbClr val="FFFFFF"/>
      </a:dk1>
      <a:lt1>
        <a:srgbClr val="000000"/>
      </a:lt1>
      <a:dk2>
        <a:srgbClr val="565656"/>
      </a:dk2>
      <a:lt2>
        <a:srgbClr val="F3F3F3"/>
      </a:lt2>
      <a:accent1>
        <a:srgbClr val="6F6F6F"/>
      </a:accent1>
      <a:accent2>
        <a:srgbClr val="0062FF"/>
      </a:accent2>
      <a:accent3>
        <a:srgbClr val="D12765"/>
      </a:accent3>
      <a:accent4>
        <a:srgbClr val="8A3FFC"/>
      </a:accent4>
      <a:accent5>
        <a:srgbClr val="007D79"/>
      </a:accent5>
      <a:accent6>
        <a:srgbClr val="697077"/>
      </a:accent6>
      <a:hlink>
        <a:srgbClr val="0062FF"/>
      </a:hlink>
      <a:folHlink>
        <a:srgbClr val="6EA6F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w="19050">
          <a:solidFill>
            <a:schemeClr val="accent2"/>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1400" b="0" i="0" u="none" strike="noStrike" cap="none" normalizeH="0" baseline="0" dirty="0" smtClean="0">
            <a:ln>
              <a:noFill/>
            </a:ln>
            <a:solidFill>
              <a:schemeClr val="bg1"/>
            </a:solidFill>
            <a:effectLst/>
            <a:latin typeface="IBM Plex Sans" panose="020B0503050203000203"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0" tIns="0" rIns="0" bIns="0" rtlCol="0">
        <a:spAutoFit/>
      </a:bodyPr>
      <a:lstStyle>
        <a:defPPr algn="l">
          <a:defRPr sz="2000" dirty="0" err="1" smtClean="0">
            <a:solidFill>
              <a:schemeClr val="tx1"/>
            </a:solidFill>
            <a:latin typeface="IBM Plex Sans Light" panose="020B0403050203000203" pitchFamily="34" charset="0"/>
            <a:ea typeface="IBM Plex Sans" charset="0"/>
            <a:cs typeface="IBM Plex Sans" charset="0"/>
          </a:defRPr>
        </a:defPPr>
      </a:lstStyle>
    </a:txDef>
  </a:objectDefaults>
  <a:extraClrSchemeLst/>
  <a:custClrLst>
    <a:custClr name="Magenta 100">
      <a:srgbClr val="2A0A16"/>
    </a:custClr>
    <a:custClr name="Magenta 90">
      <a:srgbClr val="57002B"/>
    </a:custClr>
    <a:custClr name="Magenta 80">
      <a:srgbClr val="760A3A"/>
    </a:custClr>
    <a:custClr name="Magenta 70">
      <a:srgbClr val="A11950"/>
    </a:custClr>
    <a:custClr name="Magenta 60">
      <a:srgbClr val="D12765"/>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8146B"/>
    </a:custClr>
    <a:custClr name="Purple 80">
      <a:srgbClr val="4F2196"/>
    </a:custClr>
    <a:custClr name="Purple 70">
      <a:srgbClr val="6E32C9"/>
    </a:custClr>
    <a:custClr name="Purple 60">
      <a:srgbClr val="8A3FFC"/>
    </a:custClr>
    <a:custClr name="Purple 50">
      <a:srgbClr val="A66EFA"/>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61F80"/>
    </a:custClr>
    <a:custClr name="Blue 80">
      <a:srgbClr val="0530AD"/>
    </a:custClr>
    <a:custClr name="Blue 70">
      <a:srgbClr val="054ADA"/>
    </a:custClr>
    <a:custClr name="Blue 60">
      <a:srgbClr val="0062FF"/>
    </a:custClr>
    <a:custClr name="Blue 50">
      <a:srgbClr val="408BFC"/>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3137"/>
    </a:custClr>
    <a:custClr name="Teal 80">
      <a:srgbClr val="004548"/>
    </a:custClr>
    <a:custClr name="Teal 70">
      <a:srgbClr val="006161"/>
    </a:custClr>
    <a:custClr name="Teal 60">
      <a:srgbClr val="007D79"/>
    </a:custClr>
    <a:custClr name="Teal 50">
      <a:srgbClr val="009C98"/>
    </a:custClr>
    <a:custClr name="Teal 40">
      <a:srgbClr val="00BAB6"/>
    </a:custClr>
    <a:custClr name="Teal 30">
      <a:srgbClr val="20D5D2"/>
    </a:custClr>
    <a:custClr name="Teal 20">
      <a:srgbClr val="92EEEE"/>
    </a:custClr>
    <a:custClr name="Teal 10">
      <a:srgbClr val="DBFBFB"/>
    </a:custClr>
    <a:custClr name="Gray 100">
      <a:srgbClr val="171717"/>
    </a:custClr>
    <a:custClr name="Gray 90">
      <a:srgbClr val="282828"/>
    </a:custClr>
    <a:custClr name="Gray 80">
      <a:srgbClr val="3D3D3D"/>
    </a:custClr>
    <a:custClr name="Gray 70">
      <a:srgbClr val="565656"/>
    </a:custClr>
    <a:custClr name="Gray 60">
      <a:srgbClr val="6F6F6F"/>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IBM_Master_Presentation_2020_V01_Automation_Variant" id="{BD4DE337-E774-DC40-8F5E-48806EB5843B}" vid="{1957068B-3C82-E54E-B9A6-A720E48B03F4}"/>
    </a:ext>
  </a:extLst>
</a:theme>
</file>

<file path=ppt/theme/theme3.xml><?xml version="1.0" encoding="utf-8"?>
<a:theme xmlns:a="http://schemas.openxmlformats.org/drawingml/2006/main" name="IBM presentation enablement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327600" marR="0" indent="-3276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kumimoji="0" sz="20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algn="l" defTabSz="2438400">
          <a:buSzPct val="100000"/>
          <a:defRPr sz="2400" dirty="0" smtClean="0">
            <a:cs typeface="Arial" panose="020B0604020202020204" pitchFamily="34"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4_Plex" id="{461DE280-6773-3240-A149-7E3C0A49F9FC}" vid="{119F70B9-3B70-5545-8722-9A4DAAA12CB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2076</TotalTime>
  <Words>2012</Words>
  <Application>Microsoft Macintosh PowerPoint</Application>
  <PresentationFormat>Widescreen</PresentationFormat>
  <Paragraphs>267</Paragraphs>
  <Slides>6</Slides>
  <Notes>4</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6</vt:i4>
      </vt:variant>
    </vt:vector>
  </HeadingPairs>
  <TitlesOfParts>
    <vt:vector size="22" baseType="lpstr">
      <vt:lpstr>.AppleSystemUIFont</vt:lpstr>
      <vt:lpstr>Aptos</vt:lpstr>
      <vt:lpstr>Arial</vt:lpstr>
      <vt:lpstr>Calibri</vt:lpstr>
      <vt:lpstr>Century Gothic</vt:lpstr>
      <vt:lpstr>HelvNeue Light for IBM</vt:lpstr>
      <vt:lpstr>IBM Plex Sans</vt:lpstr>
      <vt:lpstr>IBM Plex Sans Light</vt:lpstr>
      <vt:lpstr>IBM Plex Sans Medm</vt:lpstr>
      <vt:lpstr>IBM Plex Sans SmBld</vt:lpstr>
      <vt:lpstr>IBM Plex Sans Text</vt:lpstr>
      <vt:lpstr>Wingdings</vt:lpstr>
      <vt:lpstr>Wingdings,Sans-Serif</vt:lpstr>
      <vt:lpstr>1_Office Theme</vt:lpstr>
      <vt:lpstr>IBM 2019 Master template (light gray background)</vt:lpstr>
      <vt:lpstr>IBM presentation enablement template</vt:lpstr>
      <vt:lpstr>Data &amp; Functions</vt:lpstr>
      <vt:lpstr>Data &amp; Functions – TechPartner Monthly Governance (pg. 1 of 3)</vt:lpstr>
      <vt:lpstr>Data &amp; Functions – TechPartner Monthly Governance (pg. 2 of 3)</vt:lpstr>
      <vt:lpstr>Data &amp; Functions – TechPartner Monthly Governance (pg. 3 of 3)</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Monthly Governance – CDAO Portfolio View</dc:title>
  <dc:creator>Holly Middleton</dc:creator>
  <cp:lastModifiedBy>SURJIT DAS</cp:lastModifiedBy>
  <cp:revision>2786</cp:revision>
  <dcterms:created xsi:type="dcterms:W3CDTF">2024-04-15T11:06:17Z</dcterms:created>
  <dcterms:modified xsi:type="dcterms:W3CDTF">2026-04-25T07:32:39Z</dcterms:modified>
</cp:coreProperties>
</file>